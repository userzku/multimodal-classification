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6"/>
  </p:notesMasterIdLst>
  <p:handoutMasterIdLst>
    <p:handoutMasterId r:id="rId37"/>
  </p:handoutMasterIdLst>
  <p:sldIdLst>
    <p:sldId id="279" r:id="rId5"/>
    <p:sldId id="281" r:id="rId6"/>
    <p:sldId id="257" r:id="rId7"/>
    <p:sldId id="258" r:id="rId8"/>
    <p:sldId id="259" r:id="rId9"/>
    <p:sldId id="282" r:id="rId10"/>
    <p:sldId id="260" r:id="rId11"/>
    <p:sldId id="283" r:id="rId12"/>
    <p:sldId id="261" r:id="rId13"/>
    <p:sldId id="262" r:id="rId14"/>
    <p:sldId id="263" r:id="rId15"/>
    <p:sldId id="264" r:id="rId16"/>
    <p:sldId id="284" r:id="rId17"/>
    <p:sldId id="285" r:id="rId18"/>
    <p:sldId id="265" r:id="rId19"/>
    <p:sldId id="266" r:id="rId20"/>
    <p:sldId id="288" r:id="rId21"/>
    <p:sldId id="289" r:id="rId22"/>
    <p:sldId id="267" r:id="rId23"/>
    <p:sldId id="268" r:id="rId24"/>
    <p:sldId id="269" r:id="rId25"/>
    <p:sldId id="286" r:id="rId26"/>
    <p:sldId id="287" r:id="rId27"/>
    <p:sldId id="271" r:id="rId28"/>
    <p:sldId id="272" r:id="rId29"/>
    <p:sldId id="273" r:id="rId30"/>
    <p:sldId id="274" r:id="rId31"/>
    <p:sldId id="278" r:id="rId32"/>
    <p:sldId id="275" r:id="rId33"/>
    <p:sldId id="276" r:id="rId34"/>
    <p:sldId id="277" r:id="rId35"/>
  </p:sldIdLst>
  <p:sldSz cx="12192000" cy="6858000"/>
  <p:notesSz cx="6858000" cy="9144000"/>
  <p:embeddedFontLst>
    <p:embeddedFont>
      <p:font typeface="Biennale" pitchFamily="50" charset="0"/>
      <p:regular r:id="rId38"/>
    </p:embeddedFont>
    <p:embeddedFont>
      <p:font typeface="Biennale Bold" pitchFamily="50" charset="0"/>
      <p:bold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25" userDrawn="1">
          <p15:clr>
            <a:srgbClr val="A4A3A4"/>
          </p15:clr>
        </p15:guide>
        <p15:guide id="2" pos="273" userDrawn="1">
          <p15:clr>
            <a:srgbClr val="A4A3A4"/>
          </p15:clr>
        </p15:guide>
        <p15:guide id="3" orient="horz" pos="908" userDrawn="1">
          <p15:clr>
            <a:srgbClr val="A4A3A4"/>
          </p15:clr>
        </p15:guide>
        <p15:guide id="4" pos="7414"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5A6D71-E4F3-21D1-830B-0C9E1F4E3726}" name="LESLIE AVEROUS" initials="LA" userId="S::leslie.averous@atos.net::8e0d0ce1-5b1f-499c-8023-f1dd738f3f1f" providerId="AD"/>
  <p188:author id="{F965DBDF-E308-8A13-02CC-8EEE06C9451B}" name="ANTON DEMASLES" initials="AD" userId="S::anton.demasles@atos.net::9ca625ab-b9fa-4fca-86f3-d6b56bf532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73"/>
    <a:srgbClr val="0056AD"/>
    <a:srgbClr val="57ABFF"/>
    <a:srgbClr val="8FC7FF"/>
    <a:srgbClr val="4137FF"/>
    <a:srgbClr val="FE4D15"/>
    <a:srgbClr val="2F84BD"/>
    <a:srgbClr val="4AA82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79CA2-6637-D233-B3AD-27E591ED0DB1}" v="1" dt="2026-10-12T19:40:50.5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5"/>
    <p:restoredTop sz="94752"/>
  </p:normalViewPr>
  <p:slideViewPr>
    <p:cSldViewPr snapToGrid="0">
      <p:cViewPr varScale="1">
        <p:scale>
          <a:sx n="90" d="100"/>
          <a:sy n="90" d="100"/>
        </p:scale>
        <p:origin x="370" y="72"/>
      </p:cViewPr>
      <p:guideLst>
        <p:guide orient="horz" pos="3825"/>
        <p:guide pos="273"/>
        <p:guide orient="horz" pos="908"/>
        <p:guide pos="741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3E4D40-3228-1C24-32C4-502B03868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F2ACEF2-A3DF-6534-FA7A-72EB00E464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9540CC-CE8C-4A70-BF05-2114CEE721C9}" type="datetimeFigureOut">
              <a:rPr lang="en-US" smtClean="0"/>
              <a:t>10/13/2026</a:t>
            </a:fld>
            <a:endParaRPr lang="en-US"/>
          </a:p>
        </p:txBody>
      </p:sp>
      <p:sp>
        <p:nvSpPr>
          <p:cNvPr id="4" name="Footer Placeholder 3">
            <a:extLst>
              <a:ext uri="{FF2B5EF4-FFF2-40B4-BE49-F238E27FC236}">
                <a16:creationId xmlns:a16="http://schemas.microsoft.com/office/drawing/2014/main" id="{648134E3-450C-99A7-AD31-0AD855962F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1F3B346-D077-B037-8AF1-1A5943152B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98758-294F-43B0-9FDA-82B4C942C448}" type="slidenum">
              <a:rPr lang="en-US" smtClean="0"/>
              <a:t>‹N°›</a:t>
            </a:fld>
            <a:endParaRPr lang="en-US"/>
          </a:p>
        </p:txBody>
      </p:sp>
    </p:spTree>
    <p:extLst>
      <p:ext uri="{BB962C8B-B14F-4D97-AF65-F5344CB8AC3E}">
        <p14:creationId xmlns:p14="http://schemas.microsoft.com/office/powerpoint/2010/main" val="1023138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Biennale" panose="000005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Biennale" panose="00000500000000000000" pitchFamily="2" charset="0"/>
              </a:defRPr>
            </a:lvl1pPr>
          </a:lstStyle>
          <a:p>
            <a:fld id="{2F30A58F-C1CB-4583-BA10-6EBD3D104964}" type="datetimeFigureOut">
              <a:rPr lang="en-US" smtClean="0"/>
              <a:pPr/>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Biennale" panose="000005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Biennale" panose="00000500000000000000" pitchFamily="2" charset="0"/>
              </a:defRPr>
            </a:lvl1pPr>
          </a:lstStyle>
          <a:p>
            <a:fld id="{8B625186-1159-4D34-813C-4B43A94F9814}" type="slidenum">
              <a:rPr lang="en-US" smtClean="0"/>
              <a:pPr/>
              <a:t>‹N°›</a:t>
            </a:fld>
            <a:endParaRPr lang="en-US"/>
          </a:p>
        </p:txBody>
      </p:sp>
    </p:spTree>
    <p:extLst>
      <p:ext uri="{BB962C8B-B14F-4D97-AF65-F5344CB8AC3E}">
        <p14:creationId xmlns:p14="http://schemas.microsoft.com/office/powerpoint/2010/main" val="6124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Biennale" panose="00000500000000000000" pitchFamily="2" charset="0"/>
        <a:ea typeface="+mn-ea"/>
        <a:cs typeface="+mn-cs"/>
      </a:defRPr>
    </a:lvl1pPr>
    <a:lvl2pPr marL="457200" algn="l" defTabSz="914400" rtl="0" eaLnBrk="1" latinLnBrk="0" hangingPunct="1">
      <a:defRPr sz="1200" kern="1200">
        <a:solidFill>
          <a:schemeClr val="tx1"/>
        </a:solidFill>
        <a:latin typeface="Biennale" panose="00000500000000000000" pitchFamily="2" charset="0"/>
        <a:ea typeface="+mn-ea"/>
        <a:cs typeface="+mn-cs"/>
      </a:defRPr>
    </a:lvl2pPr>
    <a:lvl3pPr marL="914400" algn="l" defTabSz="914400" rtl="0" eaLnBrk="1" latinLnBrk="0" hangingPunct="1">
      <a:defRPr sz="1200" kern="1200">
        <a:solidFill>
          <a:schemeClr val="tx1"/>
        </a:solidFill>
        <a:latin typeface="Biennale" panose="00000500000000000000" pitchFamily="2" charset="0"/>
        <a:ea typeface="+mn-ea"/>
        <a:cs typeface="+mn-cs"/>
      </a:defRPr>
    </a:lvl3pPr>
    <a:lvl4pPr marL="1371600" algn="l" defTabSz="914400" rtl="0" eaLnBrk="1" latinLnBrk="0" hangingPunct="1">
      <a:defRPr sz="1200" kern="1200">
        <a:solidFill>
          <a:schemeClr val="tx1"/>
        </a:solidFill>
        <a:latin typeface="Biennale" panose="00000500000000000000" pitchFamily="2" charset="0"/>
        <a:ea typeface="+mn-ea"/>
        <a:cs typeface="+mn-cs"/>
      </a:defRPr>
    </a:lvl4pPr>
    <a:lvl5pPr marL="1828800" algn="l" defTabSz="914400" rtl="0" eaLnBrk="1" latinLnBrk="0" hangingPunct="1">
      <a:defRPr sz="1200" kern="1200">
        <a:solidFill>
          <a:schemeClr val="tx1"/>
        </a:solidFill>
        <a:latin typeface="Biennale"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pas conclure juridiquement. Demander validation DPO/juridique sur la finalité, l’usage, la gouvernance et les obligations applicables.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Insister sur les proportions </a:t>
            </a:r>
            <a:r>
              <a:rPr dirty="0" err="1"/>
              <a:t>corrigées</a:t>
            </a:r>
            <a:r>
              <a:rPr dirty="0"/>
              <a:t> : 37,44 %, 44,48 % et 18,08 %. Le </a:t>
            </a:r>
            <a:r>
              <a:rPr dirty="0" err="1"/>
              <a:t>déséquilibre</a:t>
            </a:r>
            <a:r>
              <a:rPr dirty="0"/>
              <a:t> </a:t>
            </a:r>
            <a:r>
              <a:rPr dirty="0" err="1"/>
              <a:t>existe</a:t>
            </a:r>
            <a:r>
              <a:rPr dirty="0"/>
              <a:t>, </a:t>
            </a:r>
            <a:r>
              <a:rPr dirty="0" err="1"/>
              <a:t>mais</a:t>
            </a:r>
            <a:r>
              <a:rPr dirty="0"/>
              <a:t> il ne correspond pas à 55/27/18.</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 protocole OOF actuel. Dire explicitement que le test a été consulté dans une version antérieure : il sert ici de lecture finale, sans prétendre être totalement vierge.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Comparer toutes les dimensions. S1 maximise F1 ; S3 maximise le rappel classe 2 ; S4 a 8 erreurs sur 10 cas mais conserve la nationalité ; S2 est le compromis retenu.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Formuler le prix du choix sans promesse excessive : exclusion de la variable sensible directe, baisse mesurée, mais proxys toujours possibles.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lire le OU : revue si confiance insuffisante, ou si prédiction 0 avec probabilité classe 2 au moins 0,20. Distinguer notebook et API actuelle.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Huit sur dix signifie huit erreurs critiques signalées sur dix, pas 80 % de rappel général. Poser la question de la capacité à absorber environ 40 % des dossiers.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DC8D-C898-C821-3BAB-3710561C5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CFB59-682F-3914-6CCD-E8320B0DACE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1BB4F27-BA8D-E956-863A-2FE019D08EBE}"/>
              </a:ext>
            </a:extLst>
          </p:cNvPr>
          <p:cNvSpPr>
            <a:spLocks noGrp="1"/>
          </p:cNvSpPr>
          <p:nvPr>
            <p:ph type="body" sz="quarter" idx="3"/>
          </p:nvPr>
        </p:nvSpPr>
        <p:spPr/>
        <p:txBody>
          <a:bodyPr/>
          <a:lstStyle/>
          <a:p>
            <a:r>
              <a:t>Faire lire le OU : revue si confiance insuffisante, ou si prédiction 0 avec probabilité classe 2 au moins 0,20. Distinguer notebook et API actuelle.</a:t>
            </a:r>
          </a:p>
        </p:txBody>
      </p:sp>
      <p:sp>
        <p:nvSpPr>
          <p:cNvPr id="4" name="Slide Number Placeholder 3">
            <a:extLst>
              <a:ext uri="{FF2B5EF4-FFF2-40B4-BE49-F238E27FC236}">
                <a16:creationId xmlns:a16="http://schemas.microsoft.com/office/drawing/2014/main" id="{471CD986-462D-01A5-BA2D-391A8C144BB9}"/>
              </a:ext>
            </a:extLst>
          </p:cNvPr>
          <p:cNvSpPr>
            <a:spLocks noGrp="1"/>
          </p:cNvSpPr>
          <p:nvPr>
            <p:ph type="sldNum" sz="quarter" idx="5"/>
          </p:nvPr>
        </p:nvSpPr>
        <p:spPr/>
      </p:sp>
    </p:spTree>
    <p:extLst>
      <p:ext uri="{BB962C8B-B14F-4D97-AF65-F5344CB8AC3E}">
        <p14:creationId xmlns:p14="http://schemas.microsoft.com/office/powerpoint/2010/main" val="3327834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Pivot du récit : le score maximal n’est pas choisi. S2 est retenu ; S1 reste une référence, S3 un diagnostic, S4 une option sous réserve forte car il conserve la nationalité.</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 faire passer une conclusion principale, puis expliciter ce qui est mesuré, ce qui est implémenté localement et ce qui reste à confirmer.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promotion est automatique sous conditions, mais il n’existe pas de remplacement inconditionnel du modèle actif.</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Séparer démonstration locale et cible SI. Les options d’hébergement et les ressources sont à arbitrer et justifier, pas déjà décidées.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Répondre en trois temps : choix, raison, validations restantes. Puis ouvrir les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9FD7C0F0-4D00-0140-8807-06D6E9D5C32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5334000" y="0"/>
            <a:ext cx="6858000" cy="6858000"/>
          </a:xfrm>
          <a:prstGeom prst="rect">
            <a:avLst/>
          </a:prstGeom>
        </p:spPr>
      </p:pic>
    </p:spTree>
    <p:extLst>
      <p:ext uri="{BB962C8B-B14F-4D97-AF65-F5344CB8AC3E}">
        <p14:creationId xmlns:p14="http://schemas.microsoft.com/office/powerpoint/2010/main" val="155844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C3BDD0-AF5E-6A61-A0D9-F70CA0FF875B}"/>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431217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BA3BD25-5930-04B1-68A5-F9BDC9B138EB}"/>
              </a:ext>
              <a:ext uri="{C183D7F6-B498-43B3-948B-1728B52AA6E4}">
                <adec:decorative xmlns:adec="http://schemas.microsoft.com/office/drawing/2017/decorative" val="1"/>
              </a:ext>
            </a:extLst>
          </p:cNvPr>
          <p:cNvGrpSpPr/>
          <p:nvPr userDrawn="1"/>
        </p:nvGrpSpPr>
        <p:grpSpPr>
          <a:xfrm>
            <a:off x="4467366" y="-2"/>
            <a:ext cx="7724635" cy="6858000"/>
            <a:chOff x="4467366" y="-2"/>
            <a:chExt cx="7724635" cy="6858000"/>
          </a:xfrm>
        </p:grpSpPr>
        <p:pic>
          <p:nvPicPr>
            <p:cNvPr id="2" name="Graphic 1">
              <a:extLst>
                <a:ext uri="{FF2B5EF4-FFF2-40B4-BE49-F238E27FC236}">
                  <a16:creationId xmlns:a16="http://schemas.microsoft.com/office/drawing/2014/main" id="{DCC1C307-4A11-8265-F1FF-AC20B78DEB9D}"/>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38"/>
            <a:stretch/>
          </p:blipFill>
          <p:spPr>
            <a:xfrm rot="5400000" flipH="1">
              <a:off x="4900683" y="3428998"/>
              <a:ext cx="2995683" cy="3862317"/>
            </a:xfrm>
            <a:prstGeom prst="rect">
              <a:avLst/>
            </a:prstGeom>
          </p:spPr>
        </p:pic>
        <p:pic>
          <p:nvPicPr>
            <p:cNvPr id="3" name="Graphic 2">
              <a:extLst>
                <a:ext uri="{FF2B5EF4-FFF2-40B4-BE49-F238E27FC236}">
                  <a16:creationId xmlns:a16="http://schemas.microsoft.com/office/drawing/2014/main" id="{E0CF8E77-A4EE-35C7-A5CD-F520193C39D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29684" y="-2"/>
              <a:ext cx="3862317" cy="386231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accent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accent3"/>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4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4EAE2C9A-6617-E131-E7DC-EDB5219632CC}"/>
              </a:ext>
            </a:extLst>
          </p:cNvPr>
          <p:cNvSpPr>
            <a:spLocks noChangeAspect="1"/>
          </p:cNvSpPr>
          <p:nvPr userDrawn="1"/>
        </p:nvSpPr>
        <p:spPr>
          <a:xfrm>
            <a:off x="780542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4" name="Group 3" descr="Client/Partner/Alliance logo placeholder text box">
            <a:extLst>
              <a:ext uri="{FF2B5EF4-FFF2-40B4-BE49-F238E27FC236}">
                <a16:creationId xmlns:a16="http://schemas.microsoft.com/office/drawing/2014/main" id="{FC6D797E-46C0-6931-DE5B-BADA16383D13}"/>
              </a:ext>
              <a:ext uri="{C183D7F6-B498-43B3-948B-1728B52AA6E4}">
                <adec:decorative xmlns:adec="http://schemas.microsoft.com/office/drawing/2017/decorative" val="0"/>
              </a:ext>
            </a:extLst>
          </p:cNvPr>
          <p:cNvGrpSpPr/>
          <p:nvPr userDrawn="1"/>
        </p:nvGrpSpPr>
        <p:grpSpPr>
          <a:xfrm>
            <a:off x="12439558" y="6039739"/>
            <a:ext cx="2291081" cy="743281"/>
            <a:chOff x="9462769" y="4607169"/>
            <a:chExt cx="2291081" cy="743281"/>
          </a:xfrm>
        </p:grpSpPr>
        <p:sp>
          <p:nvSpPr>
            <p:cNvPr id="5" name="Rectangle 4">
              <a:extLst>
                <a:ext uri="{FF2B5EF4-FFF2-40B4-BE49-F238E27FC236}">
                  <a16:creationId xmlns:a16="http://schemas.microsoft.com/office/drawing/2014/main" id="{D822352F-7391-98C4-F87B-0D47FB92F00D}"/>
                </a:ext>
              </a:extLst>
            </p:cNvPr>
            <p:cNvSpPr/>
            <p:nvPr/>
          </p:nvSpPr>
          <p:spPr>
            <a:xfrm>
              <a:off x="10102849" y="4607169"/>
              <a:ext cx="1651001"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partner or alliance</a:t>
              </a:r>
              <a:br>
                <a:rPr lang="en-US" sz="1400">
                  <a:solidFill>
                    <a:schemeClr val="tx1"/>
                  </a:solidFill>
                </a:rPr>
              </a:br>
              <a:r>
                <a:rPr lang="en-US" sz="1400">
                  <a:solidFill>
                    <a:schemeClr val="tx1"/>
                  </a:solidFill>
                </a:rPr>
                <a:t>logo here</a:t>
              </a:r>
            </a:p>
          </p:txBody>
        </p:sp>
        <p:cxnSp>
          <p:nvCxnSpPr>
            <p:cNvPr id="7" name="Straight Arrow Connector 6">
              <a:extLst>
                <a:ext uri="{FF2B5EF4-FFF2-40B4-BE49-F238E27FC236}">
                  <a16:creationId xmlns:a16="http://schemas.microsoft.com/office/drawing/2014/main" id="{E0415C20-974D-3C5A-FB64-90A65740B1FA}"/>
                </a:ext>
              </a:extLst>
            </p:cNvPr>
            <p:cNvCxnSpPr>
              <a:cxnSpLocks/>
            </p:cNvCxnSpPr>
            <p:nvPr/>
          </p:nvCxnSpPr>
          <p:spPr>
            <a:xfrm rot="5400000">
              <a:off x="9782809" y="4658769"/>
              <a:ext cx="0" cy="640080"/>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D82F4E58-5BE5-7AAF-3296-A6ADEFF55B2D}"/>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060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4ED5386-93F9-CDA8-E734-D9726F47303C}"/>
              </a:ext>
              <a:ext uri="{C183D7F6-B498-43B3-948B-1728B52AA6E4}">
                <adec:decorative xmlns:adec="http://schemas.microsoft.com/office/drawing/2017/decorative" val="1"/>
              </a:ext>
            </a:extLst>
          </p:cNvPr>
          <p:cNvGrpSpPr/>
          <p:nvPr userDrawn="1"/>
        </p:nvGrpSpPr>
        <p:grpSpPr>
          <a:xfrm>
            <a:off x="1703638" y="0"/>
            <a:ext cx="9768784" cy="6858000"/>
            <a:chOff x="1703638" y="0"/>
            <a:chExt cx="9768784" cy="6858000"/>
          </a:xfrm>
        </p:grpSpPr>
        <p:pic>
          <p:nvPicPr>
            <p:cNvPr id="6" name="Graphic 5">
              <a:extLst>
                <a:ext uri="{FF2B5EF4-FFF2-40B4-BE49-F238E27FC236}">
                  <a16:creationId xmlns:a16="http://schemas.microsoft.com/office/drawing/2014/main" id="{52CDB108-6598-0C55-80C9-43F0EA8BD0C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6588030" y="0"/>
              <a:ext cx="4884392" cy="4884392"/>
            </a:xfrm>
            <a:prstGeom prst="rect">
              <a:avLst/>
            </a:prstGeom>
          </p:spPr>
        </p:pic>
        <p:pic>
          <p:nvPicPr>
            <p:cNvPr id="8" name="Graphic 7">
              <a:extLst>
                <a:ext uri="{FF2B5EF4-FFF2-40B4-BE49-F238E27FC236}">
                  <a16:creationId xmlns:a16="http://schemas.microsoft.com/office/drawing/2014/main" id="{708434B2-C000-651C-6DD8-76477D020A49}"/>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59594"/>
            <a:stretch/>
          </p:blipFill>
          <p:spPr>
            <a:xfrm>
              <a:off x="1703638" y="4884393"/>
              <a:ext cx="4884392" cy="1973607"/>
            </a:xfrm>
            <a:prstGeom prst="rect">
              <a:avLst/>
            </a:pr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18" name="Graphique 10" descr="Atos logo">
            <a:extLst>
              <a:ext uri="{FF2B5EF4-FFF2-40B4-BE49-F238E27FC236}">
                <a16:creationId xmlns:a16="http://schemas.microsoft.com/office/drawing/2014/main" id="{DC5A2AB4-E24E-F451-9BC8-91BE6EE4A5CA}"/>
              </a:ext>
            </a:extLst>
          </p:cNvPr>
          <p:cNvSpPr>
            <a:spLocks noChangeAspect="1"/>
          </p:cNvSpPr>
          <p:nvPr userDrawn="1"/>
        </p:nvSpPr>
        <p:spPr>
          <a:xfrm>
            <a:off x="10184177" y="6024696"/>
            <a:ext cx="1582715" cy="48397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2" name="Group 1" descr="Client/Partner/Alliance logo placeholder text box">
            <a:extLst>
              <a:ext uri="{FF2B5EF4-FFF2-40B4-BE49-F238E27FC236}">
                <a16:creationId xmlns:a16="http://schemas.microsoft.com/office/drawing/2014/main" id="{95A3F0FC-C563-28DD-6EEE-319F639800E3}"/>
              </a:ext>
              <a:ext uri="{C183D7F6-B498-43B3-948B-1728B52AA6E4}">
                <adec:decorative xmlns:adec="http://schemas.microsoft.com/office/drawing/2017/decorative" val="0"/>
              </a:ext>
            </a:extLst>
          </p:cNvPr>
          <p:cNvGrpSpPr/>
          <p:nvPr userDrawn="1"/>
        </p:nvGrpSpPr>
        <p:grpSpPr>
          <a:xfrm>
            <a:off x="7806695" y="6986588"/>
            <a:ext cx="1666875" cy="1116587"/>
            <a:chOff x="10102849" y="4471988"/>
            <a:chExt cx="1666875" cy="1116587"/>
          </a:xfrm>
        </p:grpSpPr>
        <p:sp>
          <p:nvSpPr>
            <p:cNvPr id="4" name="Rectangle 3">
              <a:extLst>
                <a:ext uri="{FF2B5EF4-FFF2-40B4-BE49-F238E27FC236}">
                  <a16:creationId xmlns:a16="http://schemas.microsoft.com/office/drawing/2014/main" id="{45CB0AC8-C79C-7D5A-1683-BB36315435F7}"/>
                </a:ext>
              </a:extLst>
            </p:cNvPr>
            <p:cNvSpPr/>
            <p:nvPr/>
          </p:nvSpPr>
          <p:spPr>
            <a:xfrm>
              <a:off x="10102849" y="4845294"/>
              <a:ext cx="1666875" cy="74328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1400">
                  <a:solidFill>
                    <a:schemeClr val="tx1"/>
                  </a:solidFill>
                </a:rPr>
                <a:t>Place the client logo here</a:t>
              </a:r>
            </a:p>
          </p:txBody>
        </p:sp>
        <p:cxnSp>
          <p:nvCxnSpPr>
            <p:cNvPr id="5" name="Straight Arrow Connector 4">
              <a:extLst>
                <a:ext uri="{FF2B5EF4-FFF2-40B4-BE49-F238E27FC236}">
                  <a16:creationId xmlns:a16="http://schemas.microsoft.com/office/drawing/2014/main" id="{728ADA43-1032-F46C-5454-1284B07B370B}"/>
                </a:ext>
              </a:extLst>
            </p:cNvPr>
            <p:cNvCxnSpPr>
              <a:cxnSpLocks/>
            </p:cNvCxnSpPr>
            <p:nvPr/>
          </p:nvCxnSpPr>
          <p:spPr>
            <a:xfrm flipV="1">
              <a:off x="10936286" y="4471988"/>
              <a:ext cx="0" cy="371475"/>
            </a:xfrm>
            <a:prstGeom prst="straightConnector1">
              <a:avLst/>
            </a:prstGeom>
            <a:ln w="2857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502B8148-CFE8-C48B-CB6E-972AEDB2414B}"/>
              </a:ext>
              <a:ext uri="{C183D7F6-B498-43B3-948B-1728B52AA6E4}">
                <adec:decorative xmlns:adec="http://schemas.microsoft.com/office/drawing/2017/decorative" val="1"/>
              </a:ext>
            </a:extLst>
          </p:cNvPr>
          <p:cNvCxnSpPr>
            <a:cxnSpLocks/>
          </p:cNvCxnSpPr>
          <p:nvPr userDrawn="1"/>
        </p:nvCxnSpPr>
        <p:spPr>
          <a:xfrm>
            <a:off x="9783891" y="5940279"/>
            <a:ext cx="0" cy="6492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684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6">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97919D9-2989-3289-BE2F-126C2433837B}"/>
              </a:ext>
              <a:ext uri="{C183D7F6-B498-43B3-948B-1728B52AA6E4}">
                <adec:decorative xmlns:adec="http://schemas.microsoft.com/office/drawing/2017/decorative" val="1"/>
              </a:ext>
            </a:extLst>
          </p:cNvPr>
          <p:cNvSpPr/>
          <p:nvPr userDrawn="1"/>
        </p:nvSpPr>
        <p:spPr>
          <a:xfrm>
            <a:off x="0" y="0"/>
            <a:ext cx="12192000" cy="6857556"/>
          </a:xfrm>
          <a:custGeom>
            <a:avLst/>
            <a:gdLst>
              <a:gd name="connsiteX0" fmla="*/ 12192000 w 12192000"/>
              <a:gd name="connsiteY0" fmla="*/ 2782174 h 6857556"/>
              <a:gd name="connsiteX1" fmla="*/ 12192000 w 12192000"/>
              <a:gd name="connsiteY1" fmla="*/ 6857556 h 6857556"/>
              <a:gd name="connsiteX2" fmla="*/ 8111311 w 12192000"/>
              <a:gd name="connsiteY2" fmla="*/ 6857556 h 6857556"/>
              <a:gd name="connsiteX3" fmla="*/ 8113342 w 12192000"/>
              <a:gd name="connsiteY3" fmla="*/ 6733493 h 6857556"/>
              <a:gd name="connsiteX4" fmla="*/ 12064704 w 12192000"/>
              <a:gd name="connsiteY4" fmla="*/ 2783524 h 6857556"/>
              <a:gd name="connsiteX5" fmla="*/ 0 w 12192000"/>
              <a:gd name="connsiteY5" fmla="*/ 0 h 6857556"/>
              <a:gd name="connsiteX6" fmla="*/ 12192000 w 12192000"/>
              <a:gd name="connsiteY6" fmla="*/ 0 h 6857556"/>
              <a:gd name="connsiteX7" fmla="*/ 12192000 w 12192000"/>
              <a:gd name="connsiteY7" fmla="*/ 444 h 6857556"/>
              <a:gd name="connsiteX8" fmla="*/ 11867550 w 12192000"/>
              <a:gd name="connsiteY8" fmla="*/ 4015 h 6857556"/>
              <a:gd name="connsiteX9" fmla="*/ 7200902 w 12192000"/>
              <a:gd name="connsiteY9" fmla="*/ 2159000 h 6857556"/>
              <a:gd name="connsiteX10" fmla="*/ 5337672 w 12192000"/>
              <a:gd name="connsiteY10" fmla="*/ 6585644 h 6857556"/>
              <a:gd name="connsiteX11" fmla="*/ 5334507 w 12192000"/>
              <a:gd name="connsiteY11" fmla="*/ 6857556 h 6857556"/>
              <a:gd name="connsiteX12" fmla="*/ 0 w 12192000"/>
              <a:gd name="connsiteY12" fmla="*/ 685755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6857556">
                <a:moveTo>
                  <a:pt x="12192000" y="2782174"/>
                </a:moveTo>
                <a:lnTo>
                  <a:pt x="12192000" y="6857556"/>
                </a:lnTo>
                <a:lnTo>
                  <a:pt x="8111311" y="6857556"/>
                </a:lnTo>
                <a:lnTo>
                  <a:pt x="8113342" y="6733493"/>
                </a:lnTo>
                <a:cubicBezTo>
                  <a:pt x="8205095" y="4482559"/>
                  <a:pt x="9974251" y="2857766"/>
                  <a:pt x="12064704" y="2783524"/>
                </a:cubicBezTo>
                <a:close/>
                <a:moveTo>
                  <a:pt x="0" y="0"/>
                </a:moveTo>
                <a:lnTo>
                  <a:pt x="12192000" y="0"/>
                </a:lnTo>
                <a:lnTo>
                  <a:pt x="12192000" y="444"/>
                </a:lnTo>
                <a:lnTo>
                  <a:pt x="11867550" y="4015"/>
                </a:lnTo>
                <a:cubicBezTo>
                  <a:pt x="10051432" y="76082"/>
                  <a:pt x="8371914" y="919580"/>
                  <a:pt x="7200902" y="2159000"/>
                </a:cubicBezTo>
                <a:cubicBezTo>
                  <a:pt x="6035842" y="3386514"/>
                  <a:pt x="5395007" y="5006228"/>
                  <a:pt x="5337672" y="6585644"/>
                </a:cubicBezTo>
                <a:lnTo>
                  <a:pt x="5334507" y="6857556"/>
                </a:lnTo>
                <a:lnTo>
                  <a:pt x="0" y="6857556"/>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995928"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19">
            <a:extLst>
              <a:ext uri="{FF2B5EF4-FFF2-40B4-BE49-F238E27FC236}">
                <a16:creationId xmlns:a16="http://schemas.microsoft.com/office/drawing/2014/main" id="{4EB1A4FF-FDF0-957E-95CD-5A9D268651E0}"/>
              </a:ext>
              <a:ext uri="{C183D7F6-B498-43B3-948B-1728B52AA6E4}">
                <adec:decorative xmlns:adec="http://schemas.microsoft.com/office/drawing/2017/decorative" val="1"/>
              </a:ext>
            </a:extLst>
          </p:cNvPr>
          <p:cNvSpPr>
            <a:spLocks noGrp="1"/>
          </p:cNvSpPr>
          <p:nvPr>
            <p:ph type="pic" sz="quarter" idx="11"/>
          </p:nvPr>
        </p:nvSpPr>
        <p:spPr>
          <a:xfrm>
            <a:off x="5327891" y="0"/>
            <a:ext cx="6864109" cy="6857556"/>
          </a:xfrm>
          <a:custGeom>
            <a:avLst/>
            <a:gdLst>
              <a:gd name="connsiteX0" fmla="*/ 6506104 w 6864109"/>
              <a:gd name="connsiteY0" fmla="*/ 0 h 6857556"/>
              <a:gd name="connsiteX1" fmla="*/ 6864109 w 6864109"/>
              <a:gd name="connsiteY1" fmla="*/ 0 h 6857556"/>
              <a:gd name="connsiteX2" fmla="*/ 6864109 w 6864109"/>
              <a:gd name="connsiteY2" fmla="*/ 2786711 h 6857556"/>
              <a:gd name="connsiteX3" fmla="*/ 6672538 w 6864109"/>
              <a:gd name="connsiteY3" fmla="*/ 2791014 h 6857556"/>
              <a:gd name="connsiteX4" fmla="*/ 2795144 w 6864109"/>
              <a:gd name="connsiteY4" fmla="*/ 6732301 h 6857556"/>
              <a:gd name="connsiteX5" fmla="*/ 2793538 w 6864109"/>
              <a:gd name="connsiteY5" fmla="*/ 6857556 h 6857556"/>
              <a:gd name="connsiteX6" fmla="*/ 0 w 6864109"/>
              <a:gd name="connsiteY6" fmla="*/ 6857556 h 6857556"/>
              <a:gd name="connsiteX7" fmla="*/ 3187 w 6864109"/>
              <a:gd name="connsiteY7" fmla="*/ 6583730 h 6857556"/>
              <a:gd name="connsiteX8" fmla="*/ 1867893 w 6864109"/>
              <a:gd name="connsiteY8" fmla="*/ 2154240 h 6857556"/>
              <a:gd name="connsiteX9" fmla="*/ 6199142 w 6864109"/>
              <a:gd name="connsiteY9" fmla="*/ 20346 h 6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4109" h="6857556">
                <a:moveTo>
                  <a:pt x="6506104" y="0"/>
                </a:moveTo>
                <a:lnTo>
                  <a:pt x="6864109" y="0"/>
                </a:lnTo>
                <a:lnTo>
                  <a:pt x="6864109" y="2786711"/>
                </a:lnTo>
                <a:lnTo>
                  <a:pt x="6672538" y="2791014"/>
                </a:lnTo>
                <a:cubicBezTo>
                  <a:pt x="4664767" y="2886626"/>
                  <a:pt x="2879590" y="4485245"/>
                  <a:pt x="2795144" y="6732301"/>
                </a:cubicBezTo>
                <a:lnTo>
                  <a:pt x="2793538" y="6857556"/>
                </a:lnTo>
                <a:lnTo>
                  <a:pt x="0" y="6857556"/>
                </a:lnTo>
                <a:lnTo>
                  <a:pt x="3187" y="6583730"/>
                </a:lnTo>
                <a:cubicBezTo>
                  <a:pt x="60566" y="5003298"/>
                  <a:pt x="701910" y="3382544"/>
                  <a:pt x="1867893" y="2154240"/>
                </a:cubicBezTo>
                <a:cubicBezTo>
                  <a:pt x="2966588" y="991538"/>
                  <a:pt x="4512566" y="177036"/>
                  <a:pt x="6199142" y="20346"/>
                </a:cubicBezTo>
                <a:close/>
              </a:path>
            </a:pathLst>
          </a:custGeom>
        </p:spPr>
        <p:txBody>
          <a:bodyPr wrap="square" tIns="0" rIns="457200" bIns="82296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675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7">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7665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766560" cy="1216152"/>
          </a:xfrm>
        </p:spPr>
        <p:txBody>
          <a:bodyPr/>
          <a:lstStyle>
            <a:lvl1pPr marL="0" indent="0">
              <a:buNone/>
              <a:defRPr sz="3200">
                <a:solidFill>
                  <a:srgbClr val="3DC7FF"/>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422775"/>
            <a:ext cx="356616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3465C205-F892-0F1B-5079-C7DD0DA98B5F}"/>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64320" y="3429000"/>
            <a:ext cx="3429000" cy="3429000"/>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7394575" y="0"/>
            <a:ext cx="4797425"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9790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8">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48640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48640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220361"/>
            <a:ext cx="301752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4AF3867-173E-FBCF-9154-A4CA43F08CC8}"/>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3" name="Graphic 2">
            <a:extLst>
              <a:ext uri="{FF2B5EF4-FFF2-40B4-BE49-F238E27FC236}">
                <a16:creationId xmlns:a16="http://schemas.microsoft.com/office/drawing/2014/main" id="{B18DB1D5-5FA2-F839-5AE0-A3CFBD44F9E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57144" y="3822192"/>
            <a:ext cx="3035808" cy="3035808"/>
          </a:xfrm>
          <a:prstGeom prst="rect">
            <a:avLst/>
          </a:prstGeom>
        </p:spPr>
      </p:pic>
      <p:sp>
        <p:nvSpPr>
          <p:cNvPr id="2" name="Picture Placeholder 13">
            <a:extLst>
              <a:ext uri="{FF2B5EF4-FFF2-40B4-BE49-F238E27FC236}">
                <a16:creationId xmlns:a16="http://schemas.microsoft.com/office/drawing/2014/main" id="{501943B5-D1D2-69D4-5C65-807D37387FC8}"/>
              </a:ext>
              <a:ext uri="{C183D7F6-B498-43B3-948B-1728B52AA6E4}">
                <adec:decorative xmlns:adec="http://schemas.microsoft.com/office/drawing/2017/decorative" val="1"/>
              </a:ext>
            </a:extLst>
          </p:cNvPr>
          <p:cNvSpPr>
            <a:spLocks noGrp="1"/>
          </p:cNvSpPr>
          <p:nvPr>
            <p:ph type="pic" sz="quarter" idx="12"/>
          </p:nvPr>
        </p:nvSpPr>
        <p:spPr>
          <a:xfrm>
            <a:off x="6092952" y="0"/>
            <a:ext cx="6099048" cy="6858000"/>
          </a:xfrm>
        </p:spPr>
        <p:txBody>
          <a:bodyPr tIns="914400" bIns="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70452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9">
    <p:bg>
      <p:bgPr>
        <a:solidFill>
          <a:schemeClr val="accent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9179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3"/>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5EF951F-554C-3E85-1065-5922EBE82011}"/>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a:solidFill>
            <a:schemeClr val="accent2"/>
          </a:solidFill>
        </p:grpSpPr>
        <p:pic>
          <p:nvPicPr>
            <p:cNvPr id="3" name="Graphic 2">
              <a:extLst>
                <a:ext uri="{FF2B5EF4-FFF2-40B4-BE49-F238E27FC236}">
                  <a16:creationId xmlns:a16="http://schemas.microsoft.com/office/drawing/2014/main" id="{2300173F-419B-F629-50C7-9282A057EE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5" name="Graphic 4">
              <a:extLst>
                <a:ext uri="{FF2B5EF4-FFF2-40B4-BE49-F238E27FC236}">
                  <a16:creationId xmlns:a16="http://schemas.microsoft.com/office/drawing/2014/main" id="{7D2D87CD-48DE-0B45-D9DF-C07C2409C0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530352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530352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5" y="4765675"/>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6" name="Picture Placeholder 8">
            <a:extLst>
              <a:ext uri="{FF2B5EF4-FFF2-40B4-BE49-F238E27FC236}">
                <a16:creationId xmlns:a16="http://schemas.microsoft.com/office/drawing/2014/main" id="{21136FEB-67FD-1BA2-0C2E-719AB4E3BDA4}"/>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4362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11">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151298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12">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FF5033-5E44-E1B8-D6DD-F55FB72BF455}"/>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a:solidFill>
            <a:schemeClr val="accent2"/>
          </a:solidFill>
        </p:grpSpPr>
        <p:pic>
          <p:nvPicPr>
            <p:cNvPr id="2" name="Graphic 1">
              <a:extLst>
                <a:ext uri="{FF2B5EF4-FFF2-40B4-BE49-F238E27FC236}">
                  <a16:creationId xmlns:a16="http://schemas.microsoft.com/office/drawing/2014/main" id="{BF014B4C-83B9-0576-FE13-69430D5CC81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8" name="Graphic 7">
              <a:extLst>
                <a:ext uri="{FF2B5EF4-FFF2-40B4-BE49-F238E27FC236}">
                  <a16:creationId xmlns:a16="http://schemas.microsoft.com/office/drawing/2014/main" id="{E7101DCD-340A-AEE2-4F6A-273D7374B4F0}"/>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8102279" y="1457532"/>
            <a:ext cx="3657600" cy="1435608"/>
          </a:xfrm>
        </p:spPr>
        <p:txBody>
          <a:bodyPr anchor="b"/>
          <a:lstStyle>
            <a:lvl1pPr algn="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8102279" y="2891679"/>
            <a:ext cx="3657600" cy="1828800"/>
          </a:xfrm>
        </p:spPr>
        <p:txBody>
          <a:bodyPr/>
          <a:lstStyle>
            <a:lvl1pPr marL="0" indent="0" algn="r">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8102280" y="4940644"/>
            <a:ext cx="3657600" cy="548640"/>
          </a:xfrm>
        </p:spPr>
        <p:txBody>
          <a:bodyPr/>
          <a:lstStyle>
            <a:lvl1pPr marL="0" indent="0" algn="r">
              <a:buNone/>
              <a:defRPr lang="en-US" sz="18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090DB5EA-F397-D75A-9B05-13145E2FB4AB}"/>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9" name="Picture Placeholder 8">
            <a:extLst>
              <a:ext uri="{FF2B5EF4-FFF2-40B4-BE49-F238E27FC236}">
                <a16:creationId xmlns:a16="http://schemas.microsoft.com/office/drawing/2014/main" id="{A2148EF5-6FCE-B812-3DA7-56E932357920}"/>
              </a:ext>
              <a:ext uri="{C183D7F6-B498-43B3-948B-1728B52AA6E4}">
                <adec:decorative xmlns:adec="http://schemas.microsoft.com/office/drawing/2017/decorative" val="1"/>
              </a:ext>
            </a:extLst>
          </p:cNvPr>
          <p:cNvSpPr>
            <a:spLocks noGrp="1" noChangeAspect="1"/>
          </p:cNvSpPr>
          <p:nvPr>
            <p:ph type="pic" sz="quarter" idx="16" hasCustomPrompt="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1737360" bIns="0" anchor="ctr">
            <a:noAutofit/>
          </a:bodyPr>
          <a:lstStyle>
            <a:lvl1pPr marL="0" indent="0" algn="ctr">
              <a:spcAft>
                <a:spcPts val="0"/>
              </a:spcAft>
              <a:buNone/>
              <a:defRPr>
                <a:solidFill>
                  <a:schemeClr val="bg1"/>
                </a:solidFill>
              </a:defRPr>
            </a:lvl1pPr>
          </a:lstStyle>
          <a:p>
            <a:r>
              <a:rPr lang="en-US"/>
              <a:t>Click icon to add picture</a:t>
            </a:r>
            <a:br>
              <a:rPr lang="en-US"/>
            </a:br>
            <a:r>
              <a:rPr lang="en-US"/>
              <a:t>[Reading order of this slide is</a:t>
            </a:r>
            <a:br>
              <a:rPr lang="en-US"/>
            </a:br>
            <a:r>
              <a:rPr lang="en-US"/>
              <a:t>failing currently as you need to</a:t>
            </a:r>
            <a:br>
              <a:rPr lang="en-US"/>
            </a:br>
            <a:r>
              <a:rPr lang="en-US"/>
              <a:t>either label your image decorative]</a:t>
            </a:r>
          </a:p>
        </p:txBody>
      </p:sp>
    </p:spTree>
    <p:extLst>
      <p:ext uri="{BB962C8B-B14F-4D97-AF65-F5344CB8AC3E}">
        <p14:creationId xmlns:p14="http://schemas.microsoft.com/office/powerpoint/2010/main" val="3837515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13">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CBD091C4-DCC6-A7A6-5C1B-A46FD3900FD1}"/>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937322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14">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2" name="Graphique 10" descr="Atos logo">
            <a:extLst>
              <a:ext uri="{FF2B5EF4-FFF2-40B4-BE49-F238E27FC236}">
                <a16:creationId xmlns:a16="http://schemas.microsoft.com/office/drawing/2014/main" id="{28D1A850-172D-1833-F449-2239E8CE4E8C}"/>
              </a:ext>
            </a:extLst>
          </p:cNvPr>
          <p:cNvSpPr>
            <a:spLocks noChangeAspect="1"/>
          </p:cNvSpPr>
          <p:nvPr userDrawn="1"/>
        </p:nvSpPr>
        <p:spPr>
          <a:xfrm>
            <a:off x="428625"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3" name="Group 2">
            <a:extLst>
              <a:ext uri="{FF2B5EF4-FFF2-40B4-BE49-F238E27FC236}">
                <a16:creationId xmlns:a16="http://schemas.microsoft.com/office/drawing/2014/main" id="{A95BEA18-5873-2F2D-099A-0F8993B476A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a:solidFill>
            <a:schemeClr val="accent1"/>
          </a:solidFill>
        </p:grpSpPr>
        <p:pic>
          <p:nvPicPr>
            <p:cNvPr id="5" name="Graphic 4">
              <a:extLst>
                <a:ext uri="{FF2B5EF4-FFF2-40B4-BE49-F238E27FC236}">
                  <a16:creationId xmlns:a16="http://schemas.microsoft.com/office/drawing/2014/main" id="{83F9C7F6-7AEB-DFCB-AA3D-3908113EC2B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6" name="Graphic 5">
              <a:extLst>
                <a:ext uri="{FF2B5EF4-FFF2-40B4-BE49-F238E27FC236}">
                  <a16:creationId xmlns:a16="http://schemas.microsoft.com/office/drawing/2014/main" id="{4DBC1F6A-CBFC-57D7-EEE3-FFE55CF2EA4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7" name="Picture Placeholder 25">
            <a:extLst>
              <a:ext uri="{FF2B5EF4-FFF2-40B4-BE49-F238E27FC236}">
                <a16:creationId xmlns:a16="http://schemas.microsoft.com/office/drawing/2014/main" id="{B0AEBF90-44A2-17C9-9F37-029E39B9B5A3}"/>
              </a:ext>
              <a:ext uri="{C183D7F6-B498-43B3-948B-1728B52AA6E4}">
                <adec:decorative xmlns:adec="http://schemas.microsoft.com/office/drawing/2017/decorative" val="1"/>
              </a:ext>
            </a:extLst>
          </p:cNvPr>
          <p:cNvSpPr>
            <a:spLocks noGrp="1"/>
          </p:cNvSpPr>
          <p:nvPr>
            <p:ph type="pic" sz="quarter" idx="14"/>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233481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15">
    <p:bg>
      <p:bgPr>
        <a:solidFill>
          <a:schemeClr val="accent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2023496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ver 16">
    <p:bg>
      <p:bgPr>
        <a:solidFill>
          <a:schemeClr val="accent3"/>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5691" y="2947849"/>
            <a:ext cx="5943600" cy="1828800"/>
          </a:xfrm>
        </p:spPr>
        <p:txBody>
          <a:bodyPr anchor="t"/>
          <a:lstStyle>
            <a:lvl1pPr>
              <a:spcAft>
                <a:spcPts val="300"/>
              </a:spcAft>
              <a:defRPr lang="en-US" sz="40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5691" y="3575705"/>
            <a:ext cx="5943600" cy="1216152"/>
          </a:xfrm>
        </p:spPr>
        <p:txBody>
          <a:bodyPr/>
          <a:lstStyle>
            <a:lvl1pPr marL="0" indent="0">
              <a:buNone/>
              <a:defRPr sz="2800">
                <a:solidFill>
                  <a:schemeClr val="accent2"/>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5691" y="5436870"/>
            <a:ext cx="3657600" cy="640080"/>
          </a:xfrm>
        </p:spPr>
        <p:txBody>
          <a:bodyPr/>
          <a:lstStyle>
            <a:lvl1pPr marL="0" indent="0">
              <a:buNone/>
              <a:defRPr lang="en-US" sz="1600" kern="1200" dirty="0">
                <a:solidFill>
                  <a:schemeClr val="bg1"/>
                </a:solidFill>
                <a:latin typeface="+mn-lt"/>
                <a:ea typeface="+mn-ea"/>
                <a:cs typeface="+mn-cs"/>
              </a:defRPr>
            </a:lvl1pPr>
          </a:lstStyle>
          <a:p>
            <a:pPr lvl="0"/>
            <a:r>
              <a:rPr lang="en-US"/>
              <a:t>Date</a:t>
            </a:r>
          </a:p>
        </p:txBody>
      </p:sp>
      <p:sp>
        <p:nvSpPr>
          <p:cNvPr id="4" name="Graphique 10" descr="Atos logo">
            <a:extLst>
              <a:ext uri="{FF2B5EF4-FFF2-40B4-BE49-F238E27FC236}">
                <a16:creationId xmlns:a16="http://schemas.microsoft.com/office/drawing/2014/main" id="{B2F86BD3-975F-7B9B-3F16-C73D41F3FDF3}"/>
              </a:ext>
              <a:ext uri="{C183D7F6-B498-43B3-948B-1728B52AA6E4}">
                <adec:decorative xmlns:adec="http://schemas.microsoft.com/office/drawing/2017/decorative" val="0"/>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5" name="Picture Placeholder 8">
            <a:extLst>
              <a:ext uri="{FF2B5EF4-FFF2-40B4-BE49-F238E27FC236}">
                <a16:creationId xmlns:a16="http://schemas.microsoft.com/office/drawing/2014/main" id="{941236DB-B170-8491-B99C-03BF4E85C044}"/>
              </a:ext>
              <a:ext uri="{C183D7F6-B498-43B3-948B-1728B52AA6E4}">
                <adec:decorative xmlns:adec="http://schemas.microsoft.com/office/drawing/2017/decorative" val="1"/>
              </a:ext>
            </a:extLst>
          </p:cNvPr>
          <p:cNvSpPr>
            <a:spLocks noGrp="1"/>
          </p:cNvSpPr>
          <p:nvPr>
            <p:ph type="pic" sz="quarter" idx="14" hasCustomPrompt="1"/>
          </p:nvPr>
        </p:nvSpPr>
        <p:spPr>
          <a:xfrm>
            <a:off x="0" y="-2"/>
            <a:ext cx="12192000" cy="2743200"/>
          </a:xfrm>
        </p:spPr>
        <p:txBody>
          <a:bodyPr tIns="1097280" anchor="ctr"/>
          <a:lstStyle>
            <a:lvl1pPr marL="0" indent="0" algn="ctr">
              <a:spcAft>
                <a:spcPts val="0"/>
              </a:spcAft>
              <a:buNone/>
              <a:defRPr>
                <a:solidFill>
                  <a:schemeClr val="bg1"/>
                </a:solidFill>
              </a:defRPr>
            </a:lvl1pPr>
          </a:lstStyle>
          <a:p>
            <a:r>
              <a:rPr lang="en-US"/>
              <a:t>Click icon to add picture</a:t>
            </a:r>
            <a:br>
              <a:rPr lang="en-US"/>
            </a:br>
            <a:r>
              <a:rPr lang="en-US"/>
              <a:t>[Reading order of this slide is failing currently as you need to either label your image decorative]</a:t>
            </a:r>
          </a:p>
        </p:txBody>
      </p:sp>
      <p:pic>
        <p:nvPicPr>
          <p:cNvPr id="3" name="Graphic 2">
            <a:extLst>
              <a:ext uri="{FF2B5EF4-FFF2-40B4-BE49-F238E27FC236}">
                <a16:creationId xmlns:a16="http://schemas.microsoft.com/office/drawing/2014/main" id="{1F6EA72B-3403-D957-E827-770765E290D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884" b="33790"/>
          <a:stretch/>
        </p:blipFill>
        <p:spPr>
          <a:xfrm>
            <a:off x="0" y="2941637"/>
            <a:ext cx="4029075" cy="3916363"/>
          </a:xfrm>
          <a:prstGeom prst="rect">
            <a:avLst/>
          </a:prstGeom>
        </p:spPr>
      </p:pic>
    </p:spTree>
    <p:extLst>
      <p:ext uri="{BB962C8B-B14F-4D97-AF65-F5344CB8AC3E}">
        <p14:creationId xmlns:p14="http://schemas.microsoft.com/office/powerpoint/2010/main" val="592502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17">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F85C8B13-CEF6-A9A2-8672-5F2B8560B681}"/>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p:spPr>
        <p:txBody>
          <a:bodyPr lIns="0" tIns="1463040" rIns="5029200" bIns="0" anchor="ctr"/>
          <a:lstStyle>
            <a:lvl1pPr marL="0" indent="0" algn="r">
              <a:spcAft>
                <a:spcPts val="0"/>
              </a:spcAft>
              <a:buNone/>
              <a:defRPr>
                <a:solidFill>
                  <a:schemeClr val="accent3"/>
                </a:solidFill>
              </a:defRPr>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sp>
        <p:nvSpPr>
          <p:cNvPr id="10" name="Title 4">
            <a:extLst>
              <a:ext uri="{FF2B5EF4-FFF2-40B4-BE49-F238E27FC236}">
                <a16:creationId xmlns:a16="http://schemas.microsoft.com/office/drawing/2014/main" id="{A9E4E46B-8E80-22D6-A4AA-962991575ACA}"/>
              </a:ext>
            </a:extLst>
          </p:cNvPr>
          <p:cNvSpPr>
            <a:spLocks noGrp="1"/>
          </p:cNvSpPr>
          <p:nvPr>
            <p:ph type="title" hasCustomPrompt="1"/>
          </p:nvPr>
        </p:nvSpPr>
        <p:spPr>
          <a:xfrm>
            <a:off x="428625" y="530715"/>
            <a:ext cx="6309360" cy="1554480"/>
          </a:xfrm>
        </p:spPr>
        <p:txBody>
          <a:bodyPr anchor="b"/>
          <a:lstStyle>
            <a:lvl1pPr>
              <a:spcAft>
                <a:spcPts val="300"/>
              </a:spcAft>
              <a:defRPr lang="en-US" sz="4400" kern="1200" dirty="0">
                <a:solidFill>
                  <a:schemeClr val="bg1"/>
                </a:solidFill>
                <a:latin typeface="+mj-lt"/>
                <a:ea typeface="+mn-ea"/>
                <a:cs typeface="+mn-cs"/>
              </a:defRPr>
            </a:lvl1pPr>
          </a:lstStyle>
          <a:p>
            <a:r>
              <a:rPr lang="en-US"/>
              <a:t>Presentation title</a:t>
            </a:r>
          </a:p>
        </p:txBody>
      </p:sp>
      <p:sp>
        <p:nvSpPr>
          <p:cNvPr id="11" name="Text Placeholder 8">
            <a:extLst>
              <a:ext uri="{FF2B5EF4-FFF2-40B4-BE49-F238E27FC236}">
                <a16:creationId xmlns:a16="http://schemas.microsoft.com/office/drawing/2014/main" id="{B4B312D9-45D5-76C3-38DD-AA18B93BFBDB}"/>
              </a:ext>
            </a:extLst>
          </p:cNvPr>
          <p:cNvSpPr>
            <a:spLocks noGrp="1"/>
          </p:cNvSpPr>
          <p:nvPr>
            <p:ph type="body" sz="quarter" idx="13" hasCustomPrompt="1"/>
          </p:nvPr>
        </p:nvSpPr>
        <p:spPr>
          <a:xfrm>
            <a:off x="428625" y="2082422"/>
            <a:ext cx="6309360" cy="1216152"/>
          </a:xfrm>
        </p:spPr>
        <p:txBody>
          <a:bodyPr/>
          <a:lstStyle>
            <a:lvl1pPr marL="0" indent="0">
              <a:buNone/>
              <a:defRPr sz="3200">
                <a:solidFill>
                  <a:schemeClr val="accent3"/>
                </a:solidFill>
                <a:latin typeface="+mj-lt"/>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Subtitle</a:t>
            </a:r>
          </a:p>
        </p:txBody>
      </p:sp>
      <p:sp>
        <p:nvSpPr>
          <p:cNvPr id="12" name="Text Placeholder 9">
            <a:extLst>
              <a:ext uri="{FF2B5EF4-FFF2-40B4-BE49-F238E27FC236}">
                <a16:creationId xmlns:a16="http://schemas.microsoft.com/office/drawing/2014/main" id="{7D2D5D63-E8BA-926E-F60F-3C489D1CF733}"/>
              </a:ext>
            </a:extLst>
          </p:cNvPr>
          <p:cNvSpPr>
            <a:spLocks noGrp="1"/>
          </p:cNvSpPr>
          <p:nvPr>
            <p:ph type="body" sz="quarter" idx="15" hasCustomPrompt="1"/>
          </p:nvPr>
        </p:nvSpPr>
        <p:spPr>
          <a:xfrm>
            <a:off x="428624" y="4246164"/>
            <a:ext cx="3657600" cy="969264"/>
          </a:xfrm>
        </p:spPr>
        <p:txBody>
          <a:bodyPr/>
          <a:lstStyle>
            <a:lvl1pPr marL="0" indent="0">
              <a:buNone/>
              <a:defRPr lang="en-US" sz="1800" kern="1200" dirty="0">
                <a:solidFill>
                  <a:schemeClr val="bg1"/>
                </a:solidFill>
                <a:latin typeface="+mn-lt"/>
                <a:ea typeface="+mn-ea"/>
                <a:cs typeface="+mn-cs"/>
              </a:defRPr>
            </a:lvl1pPr>
          </a:lstStyle>
          <a:p>
            <a:pPr lvl="0"/>
            <a:r>
              <a:rPr lang="en-US"/>
              <a:t>Date</a:t>
            </a:r>
          </a:p>
        </p:txBody>
      </p:sp>
      <p:sp>
        <p:nvSpPr>
          <p:cNvPr id="3" name="Graphique 10" descr="Atos logo">
            <a:extLst>
              <a:ext uri="{FF2B5EF4-FFF2-40B4-BE49-F238E27FC236}">
                <a16:creationId xmlns:a16="http://schemas.microsoft.com/office/drawing/2014/main" id="{5AA386F3-87E4-9129-B046-27EE5D3D1192}"/>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4" name="TextBox 3">
            <a:extLst>
              <a:ext uri="{FF2B5EF4-FFF2-40B4-BE49-F238E27FC236}">
                <a16:creationId xmlns:a16="http://schemas.microsoft.com/office/drawing/2014/main" id="{AA5044B6-EF8E-46E4-163D-6DE61E557D06}"/>
              </a:ext>
              <a:ext uri="{C183D7F6-B498-43B3-948B-1728B52AA6E4}">
                <adec:decorative xmlns:adec="http://schemas.microsoft.com/office/drawing/2017/decorative" val="0"/>
              </a:ext>
            </a:extLst>
          </p:cNvPr>
          <p:cNvSpPr txBox="1"/>
          <p:nvPr userDrawn="1"/>
        </p:nvSpPr>
        <p:spPr>
          <a:xfrm>
            <a:off x="12377339" y="4453708"/>
            <a:ext cx="2839801" cy="1384995"/>
          </a:xfrm>
          <a:prstGeom prst="rect">
            <a:avLst/>
          </a:prstGeom>
          <a:solidFill>
            <a:srgbClr val="FFFF00"/>
          </a:solidFill>
        </p:spPr>
        <p:txBody>
          <a:bodyPr wrap="square" rtlCol="0">
            <a:spAutoFit/>
          </a:bodyPr>
          <a:lstStyle/>
          <a:p>
            <a:pPr algn="l"/>
            <a:r>
              <a:rPr lang="en-US" sz="1400">
                <a:solidFill>
                  <a:schemeClr val="accent3"/>
                </a:solidFill>
              </a:rPr>
              <a:t>Please note, all texts in this slide should be clearly visible (for Accessibility compliance) in the full image that we use and also ensure the Atos logo to be visible in front of the image.</a:t>
            </a:r>
          </a:p>
        </p:txBody>
      </p:sp>
    </p:spTree>
    <p:extLst>
      <p:ext uri="{BB962C8B-B14F-4D97-AF65-F5344CB8AC3E}">
        <p14:creationId xmlns:p14="http://schemas.microsoft.com/office/powerpoint/2010/main" val="918040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15" name="Text Placeholder 6">
            <a:extLst>
              <a:ext uri="{FF2B5EF4-FFF2-40B4-BE49-F238E27FC236}">
                <a16:creationId xmlns:a16="http://schemas.microsoft.com/office/drawing/2014/main" id="{EB2A93CD-4E60-C2E9-EE37-CFC445B9D364}"/>
              </a:ext>
            </a:extLst>
          </p:cNvPr>
          <p:cNvSpPr>
            <a:spLocks noGrp="1"/>
          </p:cNvSpPr>
          <p:nvPr>
            <p:ph type="body" sz="quarter" idx="10" hasCustomPrompt="1"/>
          </p:nvPr>
        </p:nvSpPr>
        <p:spPr>
          <a:xfrm>
            <a:off x="2954745" y="1446366"/>
            <a:ext cx="8811804" cy="4630583"/>
          </a:xfrm>
        </p:spPr>
        <p:txBody>
          <a:bodyPr wrap="none">
            <a:noAutofit/>
          </a:bodyPr>
          <a:lstStyle>
            <a:lvl1pPr marL="457200" indent="-457200" algn="l">
              <a:spcAft>
                <a:spcPts val="6000"/>
              </a:spcAft>
              <a:buClr>
                <a:schemeClr val="accent1"/>
              </a:buClr>
              <a:buFont typeface="+mj-lt"/>
              <a:buAutoNum type="arabicPeriod"/>
              <a:tabLst>
                <a:tab pos="8805672"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a:p>
            <a:pPr marL="457200" marR="0" lvl="0" indent="-457200" algn="l" defTabSz="914400" rtl="0" eaLnBrk="1" fontAlgn="auto" latinLnBrk="0" hangingPunct="1">
              <a:lnSpc>
                <a:spcPct val="100000"/>
              </a:lnSpc>
              <a:spcBef>
                <a:spcPts val="0"/>
              </a:spcBef>
              <a:spcAft>
                <a:spcPts val="6000"/>
              </a:spcAft>
              <a:buClr>
                <a:schemeClr val="accent1"/>
              </a:buClr>
              <a:buSzTx/>
              <a:buFont typeface="+mj-lt"/>
              <a:buAutoNum type="arabicPeriod"/>
              <a:tabLst>
                <a:tab pos="8805672" algn="r"/>
              </a:tabLst>
              <a:defRPr/>
            </a:pPr>
            <a:r>
              <a:rPr lang="en-US"/>
              <a:t>Chapter title example	00</a:t>
            </a:r>
          </a:p>
        </p:txBody>
      </p:sp>
      <p:sp>
        <p:nvSpPr>
          <p:cNvPr id="4" name="Slide Number Placeholder 5">
            <a:extLst>
              <a:ext uri="{FF2B5EF4-FFF2-40B4-BE49-F238E27FC236}">
                <a16:creationId xmlns:a16="http://schemas.microsoft.com/office/drawing/2014/main" id="{26BB2E32-37FB-AE7E-618C-B4D4A78DA92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14" name="Graphic 13">
            <a:extLst>
              <a:ext uri="{FF2B5EF4-FFF2-40B4-BE49-F238E27FC236}">
                <a16:creationId xmlns:a16="http://schemas.microsoft.com/office/drawing/2014/main" id="{F2588EFC-544B-492D-10E8-E969C9B1A61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1117917" y="1285493"/>
            <a:ext cx="1545853" cy="1545853"/>
          </a:xfrm>
          <a:prstGeom prst="rect">
            <a:avLst/>
          </a:prstGeom>
        </p:spPr>
      </p:pic>
    </p:spTree>
    <p:extLst>
      <p:ext uri="{BB962C8B-B14F-4D97-AF65-F5344CB8AC3E}">
        <p14:creationId xmlns:p14="http://schemas.microsoft.com/office/powerpoint/2010/main" val="4076358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sz="3600">
                <a:solidFill>
                  <a:schemeClr val="accent3"/>
                </a:solidFill>
              </a:defRPr>
            </a:lvl1pPr>
          </a:lstStyle>
          <a:p>
            <a:r>
              <a:rPr lang="en-US"/>
              <a:t>Contents</a:t>
            </a:r>
          </a:p>
        </p:txBody>
      </p:sp>
      <p:sp>
        <p:nvSpPr>
          <p:cNvPr id="3" name="Text Placeholder 6">
            <a:extLst>
              <a:ext uri="{FF2B5EF4-FFF2-40B4-BE49-F238E27FC236}">
                <a16:creationId xmlns:a16="http://schemas.microsoft.com/office/drawing/2014/main" id="{1A11519D-0BCC-29ED-F52C-BE75957A7A56}"/>
              </a:ext>
            </a:extLst>
          </p:cNvPr>
          <p:cNvSpPr>
            <a:spLocks noGrp="1"/>
          </p:cNvSpPr>
          <p:nvPr>
            <p:ph type="body" sz="quarter" idx="10" hasCustomPrompt="1"/>
          </p:nvPr>
        </p:nvSpPr>
        <p:spPr>
          <a:xfrm>
            <a:off x="428624" y="1446367"/>
            <a:ext cx="11337925" cy="4630583"/>
          </a:xfrm>
        </p:spPr>
        <p:txBody>
          <a:bodyPr wrap="none" numCol="2" spcCol="457200">
            <a:noAutofit/>
          </a:bodyPr>
          <a:lstStyle>
            <a:lvl1pPr marL="365760" indent="-365760" algn="l">
              <a:spcAft>
                <a:spcPts val="6000"/>
              </a:spcAft>
              <a:buClr>
                <a:schemeClr val="accent1"/>
              </a:buClr>
              <a:buFont typeface="+mj-lt"/>
              <a:buAutoNum type="arabicPeriod"/>
              <a:tabLst>
                <a:tab pos="5567363" algn="r"/>
              </a:tabLst>
              <a:defRPr sz="2400">
                <a:solidFill>
                  <a:schemeClr val="accent3"/>
                </a:solidFill>
                <a:latin typeface="+mj-lt"/>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Chapter title example	00</a:t>
            </a:r>
          </a:p>
          <a:p>
            <a:pPr lvl="0"/>
            <a:r>
              <a:rPr lang="en-US"/>
              <a:t>Chapter title example	00</a:t>
            </a:r>
          </a:p>
          <a:p>
            <a:pPr lvl="0"/>
            <a:r>
              <a:rPr lang="en-US"/>
              <a:t>Chapter title example	00</a:t>
            </a:r>
          </a:p>
          <a:p>
            <a:pPr lvl="0"/>
            <a:r>
              <a:rPr lang="en-US"/>
              <a:t>Chapter title example	00</a:t>
            </a:r>
          </a:p>
          <a:p>
            <a:pPr lvl="0"/>
            <a:endParaRPr lang="en-US"/>
          </a:p>
          <a:p>
            <a:pPr lvl="0"/>
            <a:r>
              <a:rPr lang="en-US"/>
              <a:t>Chapter title example	00</a:t>
            </a:r>
          </a:p>
          <a:p>
            <a:pPr lvl="0"/>
            <a:r>
              <a:rPr lang="en-US"/>
              <a:t>Chapter title example	00</a:t>
            </a:r>
          </a:p>
          <a:p>
            <a:pPr lvl="0"/>
            <a:r>
              <a:rPr lang="en-US"/>
              <a:t>Chapter title example	00</a:t>
            </a:r>
          </a:p>
          <a:p>
            <a:pPr lvl="0"/>
            <a:r>
              <a:rPr lang="en-US"/>
              <a:t>Chapter title example	00</a:t>
            </a:r>
          </a:p>
        </p:txBody>
      </p:sp>
      <p:sp>
        <p:nvSpPr>
          <p:cNvPr id="30" name="Slide Number Placeholder 5">
            <a:extLst>
              <a:ext uri="{FF2B5EF4-FFF2-40B4-BE49-F238E27FC236}">
                <a16:creationId xmlns:a16="http://schemas.microsoft.com/office/drawing/2014/main" id="{73BB667A-B847-58CB-E129-3219597AE69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8" name="Straight Connector 37">
            <a:extLst>
              <a:ext uri="{FF2B5EF4-FFF2-40B4-BE49-F238E27FC236}">
                <a16:creationId xmlns:a16="http://schemas.microsoft.com/office/drawing/2014/main" id="{0349E7EF-452F-CD72-A15B-A271646B001D}"/>
              </a:ext>
              <a:ext uri="{C183D7F6-B498-43B3-948B-1728B52AA6E4}">
                <adec:decorative xmlns:adec="http://schemas.microsoft.com/office/drawing/2017/decorative" val="1"/>
              </a:ext>
            </a:extLst>
          </p:cNvPr>
          <p:cNvCxnSpPr>
            <a:cxnSpLocks/>
          </p:cNvCxnSpPr>
          <p:nvPr userDrawn="1"/>
        </p:nvCxnSpPr>
        <p:spPr>
          <a:xfrm>
            <a:off x="6084424" y="1446367"/>
            <a:ext cx="0" cy="4630583"/>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842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910954B3-5AD1-D4D0-8177-5CCD13F90ACB}"/>
              </a:ext>
            </a:extLst>
          </p:cNvPr>
          <p:cNvSpPr>
            <a:spLocks noGrp="1"/>
          </p:cNvSpPr>
          <p:nvPr>
            <p:ph idx="1" hasCustomPrompt="1"/>
          </p:nvPr>
        </p:nvSpPr>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748739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3CABA1F-8D00-5959-2A0D-477B4EF70235}"/>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1"/>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6DD5DB93-121A-B297-E6DD-9478830F772D}"/>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5899984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72B4DF-76DC-9537-2195-0E94F371120D}"/>
              </a:ext>
              <a:ext uri="{C183D7F6-B498-43B3-948B-1728B52AA6E4}">
                <adec:decorative xmlns:adec="http://schemas.microsoft.com/office/drawing/2017/decorative" val="1"/>
              </a:ext>
            </a:extLst>
          </p:cNvPr>
          <p:cNvGrpSpPr/>
          <p:nvPr userDrawn="1"/>
        </p:nvGrpSpPr>
        <p:grpSpPr>
          <a:xfrm>
            <a:off x="9222475" y="3888475"/>
            <a:ext cx="2969526" cy="2969525"/>
            <a:chOff x="9222475" y="3888475"/>
            <a:chExt cx="2969526" cy="2969525"/>
          </a:xfrm>
          <a:solidFill>
            <a:schemeClr val="accent5"/>
          </a:solidFill>
        </p:grpSpPr>
        <p:pic>
          <p:nvPicPr>
            <p:cNvPr id="7" name="Graphic 6">
              <a:extLst>
                <a:ext uri="{FF2B5EF4-FFF2-40B4-BE49-F238E27FC236}">
                  <a16:creationId xmlns:a16="http://schemas.microsoft.com/office/drawing/2014/main" id="{3BE2DACD-A6E3-A318-9A8E-77CF05B0977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10707238" y="3888475"/>
              <a:ext cx="1484763" cy="1484763"/>
            </a:xfrm>
            <a:prstGeom prst="rect">
              <a:avLst/>
            </a:prstGeom>
          </p:spPr>
        </p:pic>
        <p:pic>
          <p:nvPicPr>
            <p:cNvPr id="9" name="Graphic 8">
              <a:extLst>
                <a:ext uri="{FF2B5EF4-FFF2-40B4-BE49-F238E27FC236}">
                  <a16:creationId xmlns:a16="http://schemas.microsoft.com/office/drawing/2014/main" id="{2BBDCAB2-6892-FE15-39FD-82F446E80D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22475" y="5373237"/>
              <a:ext cx="1484763" cy="1484763"/>
            </a:xfrm>
            <a:prstGeom prst="rect">
              <a:avLst/>
            </a:prstGeom>
          </p:spPr>
        </p:pic>
      </p:grpSp>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F942A06E-E4C7-D3E8-BDED-EF771CB11DC7}"/>
              </a:ext>
            </a:extLst>
          </p:cNvPr>
          <p:cNvSpPr>
            <a:spLocks noGrp="1"/>
          </p:cNvSpPr>
          <p:nvPr>
            <p:ph idx="1" hasCustomPrompt="1"/>
          </p:nvPr>
        </p:nvSpPr>
        <p:spPr>
          <a:xfrm>
            <a:off x="428624" y="1446212"/>
            <a:ext cx="11337926"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433225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2C2E77BA-4420-33FD-4703-B3C9B3709560}"/>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2" name="Group 11">
            <a:extLst>
              <a:ext uri="{FF2B5EF4-FFF2-40B4-BE49-F238E27FC236}">
                <a16:creationId xmlns:a16="http://schemas.microsoft.com/office/drawing/2014/main" id="{29B04704-D297-7EBA-4063-575F9A18AE97}"/>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11" name="Graphic 10">
              <a:extLst>
                <a:ext uri="{FF2B5EF4-FFF2-40B4-BE49-F238E27FC236}">
                  <a16:creationId xmlns:a16="http://schemas.microsoft.com/office/drawing/2014/main" id="{6816DF95-FC03-CC86-B8D8-20652505E24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190847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0B12C593-773C-E67F-DB83-82BD217D311F}"/>
              </a:ext>
            </a:extLst>
          </p:cNvPr>
          <p:cNvSpPr>
            <a:spLocks noGrp="1"/>
          </p:cNvSpPr>
          <p:nvPr>
            <p:ph idx="11" hasCustomPrompt="1"/>
          </p:nvPr>
        </p:nvSpPr>
        <p:spPr>
          <a:xfrm>
            <a:off x="3384645" y="1446212"/>
            <a:ext cx="8381904"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F06DE2F9-7CCD-3A2F-30CC-C7D24C868994}"/>
              </a:ext>
              <a:ext uri="{C183D7F6-B498-43B3-948B-1728B52AA6E4}">
                <adec:decorative xmlns:adec="http://schemas.microsoft.com/office/drawing/2017/decorative" val="1"/>
              </a:ext>
            </a:extLst>
          </p:cNvPr>
          <p:cNvGrpSpPr/>
          <p:nvPr userDrawn="1"/>
        </p:nvGrpSpPr>
        <p:grpSpPr>
          <a:xfrm>
            <a:off x="-1" y="1454680"/>
            <a:ext cx="3226526" cy="4616810"/>
            <a:chOff x="-1" y="1454680"/>
            <a:chExt cx="3226526" cy="4616810"/>
          </a:xfrm>
        </p:grpSpPr>
        <p:pic>
          <p:nvPicPr>
            <p:cNvPr id="10" name="Graphic 9">
              <a:extLst>
                <a:ext uri="{FF2B5EF4-FFF2-40B4-BE49-F238E27FC236}">
                  <a16:creationId xmlns:a16="http://schemas.microsoft.com/office/drawing/2014/main" id="{E2A83B14-DFD2-B90C-6387-CBF520E30DC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flipH="1">
              <a:off x="918119" y="1454679"/>
              <a:ext cx="2308406" cy="2308407"/>
            </a:xfrm>
            <a:prstGeom prst="rect">
              <a:avLst/>
            </a:prstGeom>
          </p:spPr>
        </p:pic>
        <p:pic>
          <p:nvPicPr>
            <p:cNvPr id="4" name="Graphic 3">
              <a:extLst>
                <a:ext uri="{FF2B5EF4-FFF2-40B4-BE49-F238E27FC236}">
                  <a16:creationId xmlns:a16="http://schemas.microsoft.com/office/drawing/2014/main" id="{2628BD85-5B0A-7D0D-95ED-9672F51D74F6}"/>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60227"/>
            <a:stretch/>
          </p:blipFill>
          <p:spPr>
            <a:xfrm rot="10800000">
              <a:off x="-1" y="3763084"/>
              <a:ext cx="918119" cy="2308406"/>
            </a:xfrm>
            <a:prstGeom prst="rect">
              <a:avLst/>
            </a:prstGeom>
          </p:spPr>
        </p:pic>
      </p:grpSp>
    </p:spTree>
    <p:extLst>
      <p:ext uri="{BB962C8B-B14F-4D97-AF65-F5344CB8AC3E}">
        <p14:creationId xmlns:p14="http://schemas.microsoft.com/office/powerpoint/2010/main" val="1897412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FB00E452-A8AB-FCA1-7196-432BABC0064A}"/>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3981565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BF8EBD0A-DCBF-5697-AB86-E59F43E1D95B}"/>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428624" y="1446213"/>
            <a:ext cx="1833350" cy="1833350"/>
          </a:xfrm>
          <a:prstGeom prst="rect">
            <a:avLst/>
          </a:prstGeom>
        </p:spPr>
      </p:pic>
    </p:spTree>
    <p:extLst>
      <p:ext uri="{BB962C8B-B14F-4D97-AF65-F5344CB8AC3E}">
        <p14:creationId xmlns:p14="http://schemas.microsoft.com/office/powerpoint/2010/main" val="143699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34DCFC9F-3888-3FE8-C62C-CCD59B04A97D}"/>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2004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73135E85-701C-2A07-70DF-01ECB1643946}"/>
              </a:ext>
            </a:extLst>
          </p:cNvPr>
          <p:cNvSpPr>
            <a:spLocks noGrp="1"/>
          </p:cNvSpPr>
          <p:nvPr>
            <p:ph idx="11" hasCustomPrompt="1"/>
          </p:nvPr>
        </p:nvSpPr>
        <p:spPr>
          <a:xfrm>
            <a:off x="2442950" y="1446212"/>
            <a:ext cx="93236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C708517-E931-5496-5E88-479ADB95C4C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pic>
        <p:nvPicPr>
          <p:cNvPr id="6" name="Graphic 5">
            <a:extLst>
              <a:ext uri="{FF2B5EF4-FFF2-40B4-BE49-F238E27FC236}">
                <a16:creationId xmlns:a16="http://schemas.microsoft.com/office/drawing/2014/main" id="{FA81C286-D88F-FCF8-3B7F-C2AFE17B649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4243599"/>
            <a:ext cx="1833350" cy="1833350"/>
          </a:xfrm>
          <a:prstGeom prst="rect">
            <a:avLst/>
          </a:prstGeom>
        </p:spPr>
      </p:pic>
    </p:spTree>
    <p:extLst>
      <p:ext uri="{BB962C8B-B14F-4D97-AF65-F5344CB8AC3E}">
        <p14:creationId xmlns:p14="http://schemas.microsoft.com/office/powerpoint/2010/main" val="345868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EFFFDD0C-B234-E48F-1117-E71A1BF8BD15}"/>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5427780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1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4B83068-C3D7-CF06-D0DA-182E373A26E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8729569" y="-14068"/>
            <a:ext cx="3490567" cy="3490567"/>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0CA31D4C-9EC0-0FDC-B08E-7FAC603BC4A8}"/>
              </a:ext>
            </a:extLst>
          </p:cNvPr>
          <p:cNvSpPr>
            <a:spLocks noGrp="1"/>
          </p:cNvSpPr>
          <p:nvPr>
            <p:ph idx="11" hasCustomPrompt="1"/>
          </p:nvPr>
        </p:nvSpPr>
        <p:spPr>
          <a:xfrm>
            <a:off x="428624" y="1446212"/>
            <a:ext cx="8442421"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3049182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DE53F9C9-7BFC-1D24-B33A-98C5AEE75744}"/>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6A5A712-8133-290C-17E5-6ADEAD979366}"/>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10" name="Graphic 9">
              <a:extLst>
                <a:ext uri="{FF2B5EF4-FFF2-40B4-BE49-F238E27FC236}">
                  <a16:creationId xmlns:a16="http://schemas.microsoft.com/office/drawing/2014/main" id="{22501D31-6936-420C-ACFF-982A9191305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600054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Content Placeholder 2">
            <a:extLst>
              <a:ext uri="{FF2B5EF4-FFF2-40B4-BE49-F238E27FC236}">
                <a16:creationId xmlns:a16="http://schemas.microsoft.com/office/drawing/2014/main" id="{A23D37F2-34C1-3164-2998-05614FE79C95}"/>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B93FC7F-A043-26E0-2447-B14E4009E497}"/>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9" name="Graphic 8">
              <a:extLst>
                <a:ext uri="{FF2B5EF4-FFF2-40B4-BE49-F238E27FC236}">
                  <a16:creationId xmlns:a16="http://schemas.microsoft.com/office/drawing/2014/main" id="{7CD25A46-D852-06A3-C070-0D7F9D2DFDF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35687827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AC8AC44C-BB04-C5BB-3272-F65FD685E841}"/>
              </a:ext>
            </a:extLst>
          </p:cNvPr>
          <p:cNvSpPr>
            <a:spLocks noGrp="1"/>
          </p:cNvSpPr>
          <p:nvPr>
            <p:ph idx="11" hasCustomPrompt="1"/>
          </p:nvPr>
        </p:nvSpPr>
        <p:spPr>
          <a:xfrm>
            <a:off x="2197290" y="3084394"/>
            <a:ext cx="6680491" cy="2992555"/>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BDE734DA-A69E-9628-9005-8E3F6FFEB9D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3" name="Group 2">
            <a:extLst>
              <a:ext uri="{FF2B5EF4-FFF2-40B4-BE49-F238E27FC236}">
                <a16:creationId xmlns:a16="http://schemas.microsoft.com/office/drawing/2014/main" id="{4DDA2B42-149F-7889-73F5-F477CDA98DAA}"/>
              </a:ext>
              <a:ext uri="{C183D7F6-B498-43B3-948B-1728B52AA6E4}">
                <adec:decorative xmlns:adec="http://schemas.microsoft.com/office/drawing/2017/decorative" val="1"/>
              </a:ext>
            </a:extLst>
          </p:cNvPr>
          <p:cNvGrpSpPr/>
          <p:nvPr userDrawn="1"/>
        </p:nvGrpSpPr>
        <p:grpSpPr>
          <a:xfrm>
            <a:off x="428624" y="1446213"/>
            <a:ext cx="11343915" cy="4631059"/>
            <a:chOff x="428624" y="1446213"/>
            <a:chExt cx="11343915" cy="4631059"/>
          </a:xfrm>
        </p:grpSpPr>
        <p:pic>
          <p:nvPicPr>
            <p:cNvPr id="7" name="Graphic 6">
              <a:extLst>
                <a:ext uri="{FF2B5EF4-FFF2-40B4-BE49-F238E27FC236}">
                  <a16:creationId xmlns:a16="http://schemas.microsoft.com/office/drawing/2014/main" id="{64AC1AE4-3636-2591-EBF8-5A2493285FC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28624" y="1446213"/>
              <a:ext cx="2734491" cy="2734491"/>
            </a:xfrm>
            <a:prstGeom prst="rect">
              <a:avLst/>
            </a:prstGeom>
          </p:spPr>
        </p:pic>
        <p:pic>
          <p:nvPicPr>
            <p:cNvPr id="4" name="Graphic 3">
              <a:extLst>
                <a:ext uri="{FF2B5EF4-FFF2-40B4-BE49-F238E27FC236}">
                  <a16:creationId xmlns:a16="http://schemas.microsoft.com/office/drawing/2014/main" id="{DF69ABC1-670A-EF0D-7C56-BD06F9D02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9038048" y="3342781"/>
              <a:ext cx="2734491" cy="2734491"/>
            </a:xfrm>
            <a:prstGeom prst="rect">
              <a:avLst/>
            </a:prstGeom>
          </p:spPr>
        </p:pic>
      </p:grpSp>
    </p:spTree>
    <p:extLst>
      <p:ext uri="{BB962C8B-B14F-4D97-AF65-F5344CB8AC3E}">
        <p14:creationId xmlns:p14="http://schemas.microsoft.com/office/powerpoint/2010/main" val="4279066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693297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ithout titl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371D70F-68B5-DD4A-6E9F-DB676EF7BC3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2883690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3729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48785D0-F5D7-C2BD-C6A9-98DBFBDFE1F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10822330" y="1"/>
            <a:ext cx="1369670" cy="1369670"/>
          </a:xfrm>
          <a:prstGeom prst="rect">
            <a:avLst/>
          </a:prstGeom>
        </p:spPr>
      </p:pic>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Content Placeholder 2">
            <a:extLst>
              <a:ext uri="{FF2B5EF4-FFF2-40B4-BE49-F238E27FC236}">
                <a16:creationId xmlns:a16="http://schemas.microsoft.com/office/drawing/2014/main" id="{4F4ECEB7-E07A-7A71-72F2-6E250063872D}"/>
              </a:ext>
            </a:extLst>
          </p:cNvPr>
          <p:cNvSpPr>
            <a:spLocks noGrp="1"/>
          </p:cNvSpPr>
          <p:nvPr>
            <p:ph idx="12" hasCustomPrompt="1"/>
          </p:nvPr>
        </p:nvSpPr>
        <p:spPr>
          <a:xfrm>
            <a:off x="428624"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Content Placeholder 2">
            <a:extLst>
              <a:ext uri="{FF2B5EF4-FFF2-40B4-BE49-F238E27FC236}">
                <a16:creationId xmlns:a16="http://schemas.microsoft.com/office/drawing/2014/main" id="{32FF7271-3C8C-31AB-981B-7467A0E264E1}"/>
              </a:ext>
            </a:extLst>
          </p:cNvPr>
          <p:cNvSpPr>
            <a:spLocks noGrp="1"/>
          </p:cNvSpPr>
          <p:nvPr>
            <p:ph idx="13" hasCustomPrompt="1"/>
          </p:nvPr>
        </p:nvSpPr>
        <p:spPr>
          <a:xfrm>
            <a:off x="6280150" y="1446212"/>
            <a:ext cx="5486400" cy="4630737"/>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DD5FC312-F0E9-0D35-0A90-49621D92794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3" name="Straight Connector 2">
            <a:extLst>
              <a:ext uri="{FF2B5EF4-FFF2-40B4-BE49-F238E27FC236}">
                <a16:creationId xmlns:a16="http://schemas.microsoft.com/office/drawing/2014/main" id="{1E0EAC6A-A6C2-66A3-C8C0-3F5ABACF7D2C}"/>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117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2387BA6D-A7AE-3F35-E292-AB3A29B17098}"/>
              </a:ext>
            </a:extLst>
          </p:cNvPr>
          <p:cNvSpPr>
            <a:spLocks noGrp="1"/>
          </p:cNvSpPr>
          <p:nvPr>
            <p:ph type="body" sz="quarter" idx="13" hasCustomPrompt="1"/>
          </p:nvPr>
        </p:nvSpPr>
        <p:spPr>
          <a:xfrm>
            <a:off x="428624"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9" name="Text Placeholder 11">
            <a:extLst>
              <a:ext uri="{FF2B5EF4-FFF2-40B4-BE49-F238E27FC236}">
                <a16:creationId xmlns:a16="http://schemas.microsoft.com/office/drawing/2014/main" id="{53EC500C-DC96-24C1-FB6D-38F10FFA079E}"/>
              </a:ext>
              <a:ext uri="{C183D7F6-B498-43B3-948B-1728B52AA6E4}">
                <adec:decorative xmlns:adec="http://schemas.microsoft.com/office/drawing/2017/decorative" val="0"/>
              </a:ext>
            </a:extLst>
          </p:cNvPr>
          <p:cNvSpPr>
            <a:spLocks noGrp="1"/>
          </p:cNvSpPr>
          <p:nvPr>
            <p:ph type="body" sz="quarter" idx="14" hasCustomPrompt="1"/>
          </p:nvPr>
        </p:nvSpPr>
        <p:spPr>
          <a:xfrm>
            <a:off x="4312920"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10" name="Text Placeholder 11">
            <a:extLst>
              <a:ext uri="{FF2B5EF4-FFF2-40B4-BE49-F238E27FC236}">
                <a16:creationId xmlns:a16="http://schemas.microsoft.com/office/drawing/2014/main" id="{4B8D4FE2-3660-5569-5772-F7846E85E0EF}"/>
              </a:ext>
            </a:extLst>
          </p:cNvPr>
          <p:cNvSpPr>
            <a:spLocks noGrp="1"/>
          </p:cNvSpPr>
          <p:nvPr>
            <p:ph type="body" sz="quarter" idx="15" hasCustomPrompt="1"/>
          </p:nvPr>
        </p:nvSpPr>
        <p:spPr>
          <a:xfrm>
            <a:off x="8197215" y="1446212"/>
            <a:ext cx="3566160" cy="4630737"/>
          </a:xfrm>
        </p:spPr>
        <p:txBody>
          <a:bodyPr lIns="0" tIns="0" rIns="0" bIns="0"/>
          <a:lstStyle/>
          <a:p>
            <a:pPr lvl="0"/>
            <a:r>
              <a:rPr lang="en-US"/>
              <a:t>Level 01</a:t>
            </a:r>
          </a:p>
          <a:p>
            <a:pPr lvl="1"/>
            <a:r>
              <a:rPr lang="en-US"/>
              <a:t>Level 02</a:t>
            </a:r>
          </a:p>
          <a:p>
            <a:pPr lvl="2"/>
            <a:r>
              <a:rPr lang="en-US"/>
              <a:t>Level 03</a:t>
            </a:r>
          </a:p>
          <a:p>
            <a:pPr lvl="3"/>
            <a:r>
              <a:rPr lang="en-US"/>
              <a:t>Level 04</a:t>
            </a:r>
          </a:p>
        </p:txBody>
      </p:sp>
      <p:sp>
        <p:nvSpPr>
          <p:cNvPr id="6" name="Slide Number Placeholder 5">
            <a:extLst>
              <a:ext uri="{FF2B5EF4-FFF2-40B4-BE49-F238E27FC236}">
                <a16:creationId xmlns:a16="http://schemas.microsoft.com/office/drawing/2014/main" id="{AB30C074-8F33-E5B3-9A55-D11D3E78E9B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7" name="Group 6">
            <a:extLst>
              <a:ext uri="{FF2B5EF4-FFF2-40B4-BE49-F238E27FC236}">
                <a16:creationId xmlns:a16="http://schemas.microsoft.com/office/drawing/2014/main" id="{B2B30B23-ADB1-011C-633E-A9D3A14F4F80}"/>
              </a:ext>
              <a:ext uri="{C183D7F6-B498-43B3-948B-1728B52AA6E4}">
                <adec:decorative xmlns:adec="http://schemas.microsoft.com/office/drawing/2017/decorative" val="1"/>
              </a:ext>
            </a:extLst>
          </p:cNvPr>
          <p:cNvGrpSpPr/>
          <p:nvPr userDrawn="1"/>
        </p:nvGrpSpPr>
        <p:grpSpPr>
          <a:xfrm>
            <a:off x="4153852" y="1446213"/>
            <a:ext cx="3884296" cy="4630737"/>
            <a:chOff x="4153852" y="1446213"/>
            <a:chExt cx="3884296" cy="4630737"/>
          </a:xfrm>
        </p:grpSpPr>
        <p:cxnSp>
          <p:nvCxnSpPr>
            <p:cNvPr id="3" name="Straight Connector 2">
              <a:extLst>
                <a:ext uri="{FF2B5EF4-FFF2-40B4-BE49-F238E27FC236}">
                  <a16:creationId xmlns:a16="http://schemas.microsoft.com/office/drawing/2014/main" id="{F8A737D2-6B87-DFC3-DA84-6860E12B811E}"/>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5432266-537A-E53F-5875-D324F4DFC0A5}"/>
                </a:ext>
                <a:ext uri="{C183D7F6-B498-43B3-948B-1728B52AA6E4}">
                  <adec:decorative xmlns:adec="http://schemas.microsoft.com/office/drawing/2017/decorative" val="1"/>
                </a:ext>
              </a:extLst>
            </p:cNvPr>
            <p:cNvCxnSpPr>
              <a:cxnSpLocks/>
            </p:cNvCxnSpPr>
            <p:nvPr userDrawn="1"/>
          </p:nvCxnSpPr>
          <p:spPr>
            <a:xfrm>
              <a:off x="8038148"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3376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AC80D85C-7F74-EF15-F42E-B26573598E05}"/>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6" name="Content Placeholder 2">
            <a:extLst>
              <a:ext uri="{FF2B5EF4-FFF2-40B4-BE49-F238E27FC236}">
                <a16:creationId xmlns:a16="http://schemas.microsoft.com/office/drawing/2014/main" id="{5700FE41-5068-BC51-A4B6-593B5760B3DE}"/>
              </a:ext>
            </a:extLst>
          </p:cNvPr>
          <p:cNvSpPr>
            <a:spLocks noGrp="1"/>
          </p:cNvSpPr>
          <p:nvPr>
            <p:ph idx="12" hasCustomPrompt="1"/>
          </p:nvPr>
        </p:nvSpPr>
        <p:spPr>
          <a:xfrm>
            <a:off x="428624"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Text Placeholder 3">
            <a:extLst>
              <a:ext uri="{FF2B5EF4-FFF2-40B4-BE49-F238E27FC236}">
                <a16:creationId xmlns:a16="http://schemas.microsoft.com/office/drawing/2014/main" id="{A0D33B2D-3680-CFA8-4922-DC944983F91C}"/>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7" name="Content Placeholder 2">
            <a:extLst>
              <a:ext uri="{FF2B5EF4-FFF2-40B4-BE49-F238E27FC236}">
                <a16:creationId xmlns:a16="http://schemas.microsoft.com/office/drawing/2014/main" id="{7D652B75-AA09-638D-B391-9800623F8056}"/>
              </a:ext>
            </a:extLst>
          </p:cNvPr>
          <p:cNvSpPr>
            <a:spLocks noGrp="1"/>
          </p:cNvSpPr>
          <p:nvPr>
            <p:ph idx="23" hasCustomPrompt="1"/>
          </p:nvPr>
        </p:nvSpPr>
        <p:spPr>
          <a:xfrm>
            <a:off x="6280150" y="1994854"/>
            <a:ext cx="5486400" cy="4082096"/>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1C26462A-B24E-6496-B1DF-273A6106E18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cxnSp>
        <p:nvCxnSpPr>
          <p:cNvPr id="24" name="Straight Connector 23">
            <a:extLst>
              <a:ext uri="{FF2B5EF4-FFF2-40B4-BE49-F238E27FC236}">
                <a16:creationId xmlns:a16="http://schemas.microsoft.com/office/drawing/2014/main" id="{211BA7B0-5B3E-37FB-ABC1-62CDDC761C13}"/>
              </a:ext>
              <a:ext uri="{C183D7F6-B498-43B3-948B-1728B52AA6E4}">
                <adec:decorative xmlns:adec="http://schemas.microsoft.com/office/drawing/2017/decorative" val="1"/>
              </a:ext>
            </a:extLst>
          </p:cNvPr>
          <p:cNvCxnSpPr>
            <a:cxnSpLocks/>
          </p:cNvCxnSpPr>
          <p:nvPr userDrawn="1"/>
        </p:nvCxnSpPr>
        <p:spPr>
          <a:xfrm>
            <a:off x="609758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238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1994854"/>
            <a:ext cx="35661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D9F1CD4A-4EE0-2AF7-2ECD-C8C5F0390D21}"/>
              </a:ext>
              <a:ext uri="{C183D7F6-B498-43B3-948B-1728B52AA6E4}">
                <adec:decorative xmlns:adec="http://schemas.microsoft.com/office/drawing/2017/decorative" val="1"/>
              </a:ext>
            </a:extLst>
          </p:cNvPr>
          <p:cNvGrpSpPr/>
          <p:nvPr userDrawn="1"/>
        </p:nvGrpSpPr>
        <p:grpSpPr>
          <a:xfrm>
            <a:off x="4153852" y="1446213"/>
            <a:ext cx="3892977" cy="4630737"/>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22889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lumn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36933FFB-20BC-0D38-2EC5-3BBF25322C4E}"/>
              </a:ext>
            </a:extLst>
          </p:cNvPr>
          <p:cNvSpPr>
            <a:spLocks noGrp="1"/>
          </p:cNvSpPr>
          <p:nvPr>
            <p:ph type="body" sz="quarter" idx="21" hasCustomPrompt="1"/>
          </p:nvPr>
        </p:nvSpPr>
        <p:spPr>
          <a:xfrm>
            <a:off x="428624" y="1446213"/>
            <a:ext cx="26517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D8C626AA-D212-61A1-DE59-8BBEC3A26C74}"/>
              </a:ext>
            </a:extLst>
          </p:cNvPr>
          <p:cNvSpPr>
            <a:spLocks noGrp="1"/>
          </p:cNvSpPr>
          <p:nvPr>
            <p:ph type="body" sz="quarter" idx="22" hasCustomPrompt="1"/>
          </p:nvPr>
        </p:nvSpPr>
        <p:spPr>
          <a:xfrm>
            <a:off x="3327006" y="1446213"/>
            <a:ext cx="26517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3327006"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8A1CCB88-A172-FFF7-96EB-550E3A48F216}"/>
              </a:ext>
            </a:extLst>
          </p:cNvPr>
          <p:cNvSpPr>
            <a:spLocks noGrp="1"/>
          </p:cNvSpPr>
          <p:nvPr>
            <p:ph type="body" sz="quarter" idx="23" hasCustomPrompt="1"/>
          </p:nvPr>
        </p:nvSpPr>
        <p:spPr>
          <a:xfrm>
            <a:off x="6225388" y="1446213"/>
            <a:ext cx="26517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6225388"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Text Placeholder 3">
            <a:extLst>
              <a:ext uri="{FF2B5EF4-FFF2-40B4-BE49-F238E27FC236}">
                <a16:creationId xmlns:a16="http://schemas.microsoft.com/office/drawing/2014/main" id="{5FB728DE-EE08-176A-4432-66A0B7D88664}"/>
              </a:ext>
            </a:extLst>
          </p:cNvPr>
          <p:cNvSpPr>
            <a:spLocks noGrp="1"/>
          </p:cNvSpPr>
          <p:nvPr>
            <p:ph type="body" sz="quarter" idx="24" hasCustomPrompt="1"/>
          </p:nvPr>
        </p:nvSpPr>
        <p:spPr>
          <a:xfrm>
            <a:off x="9123770" y="1446213"/>
            <a:ext cx="265176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6A06F20C-3D16-6913-4223-0510D4DCF1F2}"/>
              </a:ext>
            </a:extLst>
          </p:cNvPr>
          <p:cNvSpPr>
            <a:spLocks noGrp="1"/>
          </p:cNvSpPr>
          <p:nvPr>
            <p:ph type="body" sz="quarter" idx="19" hasCustomPrompt="1"/>
          </p:nvPr>
        </p:nvSpPr>
        <p:spPr>
          <a:xfrm>
            <a:off x="9123770" y="1994854"/>
            <a:ext cx="2651760" cy="4082096"/>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4" name="Slide Number Placeholder 5">
            <a:extLst>
              <a:ext uri="{FF2B5EF4-FFF2-40B4-BE49-F238E27FC236}">
                <a16:creationId xmlns:a16="http://schemas.microsoft.com/office/drawing/2014/main" id="{F39A5C7C-FF3B-791E-7112-DA49F4D0B1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5" name="Group 4">
            <a:extLst>
              <a:ext uri="{FF2B5EF4-FFF2-40B4-BE49-F238E27FC236}">
                <a16:creationId xmlns:a16="http://schemas.microsoft.com/office/drawing/2014/main" id="{6835ACEF-14AA-8811-AB5D-3938B97AC12C}"/>
              </a:ext>
              <a:ext uri="{C183D7F6-B498-43B3-948B-1728B52AA6E4}">
                <adec:decorative xmlns:adec="http://schemas.microsoft.com/office/drawing/2017/decorative" val="1"/>
              </a:ext>
            </a:extLst>
          </p:cNvPr>
          <p:cNvGrpSpPr/>
          <p:nvPr userDrawn="1"/>
        </p:nvGrpSpPr>
        <p:grpSpPr>
          <a:xfrm>
            <a:off x="3203695" y="1446213"/>
            <a:ext cx="5796764" cy="4630737"/>
            <a:chOff x="3203695" y="1446213"/>
            <a:chExt cx="5796764" cy="4630737"/>
          </a:xfrm>
        </p:grpSpPr>
        <p:cxnSp>
          <p:nvCxnSpPr>
            <p:cNvPr id="11" name="Straight Connector 10">
              <a:extLst>
                <a:ext uri="{FF2B5EF4-FFF2-40B4-BE49-F238E27FC236}">
                  <a16:creationId xmlns:a16="http://schemas.microsoft.com/office/drawing/2014/main" id="{BBA5152D-90F9-841D-EC13-0030AD385EBB}"/>
                </a:ext>
              </a:extLst>
            </p:cNvPr>
            <p:cNvCxnSpPr>
              <a:cxnSpLocks/>
            </p:cNvCxnSpPr>
            <p:nvPr userDrawn="1"/>
          </p:nvCxnSpPr>
          <p:spPr>
            <a:xfrm>
              <a:off x="3203695"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886867-C5AE-7140-EDF8-D3A5947BBA94}"/>
                </a:ext>
              </a:extLst>
            </p:cNvPr>
            <p:cNvCxnSpPr>
              <a:cxnSpLocks/>
            </p:cNvCxnSpPr>
            <p:nvPr userDrawn="1"/>
          </p:nvCxnSpPr>
          <p:spPr>
            <a:xfrm>
              <a:off x="6102077"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83FCCB-2C9D-3E40-0646-FB598DF53981}"/>
                </a:ext>
              </a:extLst>
            </p:cNvPr>
            <p:cNvCxnSpPr>
              <a:cxnSpLocks/>
            </p:cNvCxnSpPr>
            <p:nvPr userDrawn="1"/>
          </p:nvCxnSpPr>
          <p:spPr>
            <a:xfrm>
              <a:off x="900045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19586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3">
            <a:extLst>
              <a:ext uri="{FF2B5EF4-FFF2-40B4-BE49-F238E27FC236}">
                <a16:creationId xmlns:a16="http://schemas.microsoft.com/office/drawing/2014/main" id="{C2CA012C-3387-F6E7-BD07-7F68D4FD7B29}"/>
              </a:ext>
            </a:extLst>
          </p:cNvPr>
          <p:cNvSpPr>
            <a:spLocks noGrp="1"/>
          </p:cNvSpPr>
          <p:nvPr>
            <p:ph type="body" sz="quarter" idx="21" hasCustomPrompt="1"/>
          </p:nvPr>
        </p:nvSpPr>
        <p:spPr>
          <a:xfrm>
            <a:off x="428624" y="1446213"/>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28E350C6-C030-D9A7-8FFE-0C6BE159F13B}"/>
              </a:ext>
            </a:extLst>
          </p:cNvPr>
          <p:cNvSpPr>
            <a:spLocks noGrp="1"/>
          </p:cNvSpPr>
          <p:nvPr>
            <p:ph type="body" sz="quarter" idx="22" hasCustomPrompt="1"/>
          </p:nvPr>
        </p:nvSpPr>
        <p:spPr>
          <a:xfrm>
            <a:off x="6280150" y="1446213"/>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3" name="Slide Number Placeholder 5">
            <a:extLst>
              <a:ext uri="{FF2B5EF4-FFF2-40B4-BE49-F238E27FC236}">
                <a16:creationId xmlns:a16="http://schemas.microsoft.com/office/drawing/2014/main" id="{B5B1AEC1-40BF-926F-B166-C26EDD113684}"/>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D273CDCD-A3ED-25B5-B18D-BDF48020EDDD}"/>
              </a:ext>
              <a:ext uri="{C183D7F6-B498-43B3-948B-1728B52AA6E4}">
                <adec:decorative xmlns:adec="http://schemas.microsoft.com/office/drawing/2017/decorative" val="1"/>
              </a:ext>
            </a:extLst>
          </p:cNvPr>
          <p:cNvSpPr>
            <a:spLocks noGrp="1"/>
          </p:cNvSpPr>
          <p:nvPr>
            <p:ph type="pic" sz="quarter" idx="17"/>
          </p:nvPr>
        </p:nvSpPr>
        <p:spPr>
          <a:xfrm>
            <a:off x="428624" y="1994854"/>
            <a:ext cx="5486400" cy="4082096"/>
          </a:xfrm>
        </p:spPr>
        <p:txBody>
          <a:bodyPr anchor="ctr"/>
          <a:lstStyle>
            <a:lvl1pPr marL="0" indent="0" algn="ctr">
              <a:buNone/>
              <a:defRPr/>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64FC30F8-E61C-6616-BF60-9AFD9F7EBEC9}"/>
              </a:ext>
              <a:ext uri="{C183D7F6-B498-43B3-948B-1728B52AA6E4}">
                <adec:decorative xmlns:adec="http://schemas.microsoft.com/office/drawing/2017/decorative" val="1"/>
              </a:ext>
            </a:extLst>
          </p:cNvPr>
          <p:cNvSpPr>
            <a:spLocks noGrp="1"/>
          </p:cNvSpPr>
          <p:nvPr>
            <p:ph type="pic" sz="quarter" idx="18"/>
          </p:nvPr>
        </p:nvSpPr>
        <p:spPr>
          <a:xfrm>
            <a:off x="6280150" y="1994854"/>
            <a:ext cx="5486400" cy="4082096"/>
          </a:xfr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42506888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C2280E2-8456-6A59-68C6-B002ACDE4A5D}"/>
              </a:ext>
            </a:extLst>
          </p:cNvPr>
          <p:cNvSpPr>
            <a:spLocks noGrp="1"/>
          </p:cNvSpPr>
          <p:nvPr>
            <p:ph type="body" sz="quarter" idx="22" hasCustomPrompt="1"/>
          </p:nvPr>
        </p:nvSpPr>
        <p:spPr>
          <a:xfrm>
            <a:off x="428624" y="1446213"/>
            <a:ext cx="356616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7" name="Text Placeholder 3">
            <a:extLst>
              <a:ext uri="{FF2B5EF4-FFF2-40B4-BE49-F238E27FC236}">
                <a16:creationId xmlns:a16="http://schemas.microsoft.com/office/drawing/2014/main" id="{52CCFF94-B857-D8DC-B2CD-0FFF4A50C300}"/>
              </a:ext>
            </a:extLst>
          </p:cNvPr>
          <p:cNvSpPr>
            <a:spLocks noGrp="1"/>
          </p:cNvSpPr>
          <p:nvPr>
            <p:ph type="body" sz="quarter" idx="23" hasCustomPrompt="1"/>
          </p:nvPr>
        </p:nvSpPr>
        <p:spPr>
          <a:xfrm>
            <a:off x="4318707" y="1446213"/>
            <a:ext cx="356616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9" name="Text Placeholder 3">
            <a:extLst>
              <a:ext uri="{FF2B5EF4-FFF2-40B4-BE49-F238E27FC236}">
                <a16:creationId xmlns:a16="http://schemas.microsoft.com/office/drawing/2014/main" id="{3242A419-9A8D-61BF-51EB-69513EA5BE23}"/>
              </a:ext>
            </a:extLst>
          </p:cNvPr>
          <p:cNvSpPr>
            <a:spLocks noGrp="1"/>
          </p:cNvSpPr>
          <p:nvPr>
            <p:ph type="body" sz="quarter" idx="24" hasCustomPrompt="1"/>
          </p:nvPr>
        </p:nvSpPr>
        <p:spPr>
          <a:xfrm>
            <a:off x="8208790" y="1446213"/>
            <a:ext cx="3566160" cy="548640"/>
          </a:xfrm>
        </p:spPr>
        <p:txBody>
          <a:bodyPr anchor="ctr"/>
          <a:lstStyle>
            <a:lvl1pPr marL="0" indent="0">
              <a:spcAft>
                <a:spcPts val="0"/>
              </a:spcAft>
              <a:buNone/>
              <a:defRPr sz="1800">
                <a:solidFill>
                  <a:schemeClr val="accent5"/>
                </a:solidFill>
                <a:latin typeface="+mj-lt"/>
              </a:defRPr>
            </a:lvl1pPr>
          </a:lstStyle>
          <a:p>
            <a:pPr lvl="0"/>
            <a:r>
              <a:rPr lang="en-US"/>
              <a:t>Heading</a:t>
            </a:r>
          </a:p>
        </p:txBody>
      </p:sp>
      <p:sp>
        <p:nvSpPr>
          <p:cNvPr id="10" name="Slide Number Placeholder 5">
            <a:extLst>
              <a:ext uri="{FF2B5EF4-FFF2-40B4-BE49-F238E27FC236}">
                <a16:creationId xmlns:a16="http://schemas.microsoft.com/office/drawing/2014/main" id="{3D7EF800-D5AD-6EA2-68D5-8EACC1DBE5EA}"/>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3" name="Picture Placeholder 3">
            <a:extLst>
              <a:ext uri="{FF2B5EF4-FFF2-40B4-BE49-F238E27FC236}">
                <a16:creationId xmlns:a16="http://schemas.microsoft.com/office/drawing/2014/main" id="{3ABED1DD-3627-3441-AC4C-69C0E51BE10F}"/>
              </a:ext>
              <a:ext uri="{C183D7F6-B498-43B3-948B-1728B52AA6E4}">
                <adec:decorative xmlns:adec="http://schemas.microsoft.com/office/drawing/2017/decorative" val="1"/>
              </a:ext>
            </a:extLst>
          </p:cNvPr>
          <p:cNvSpPr>
            <a:spLocks noGrp="1"/>
          </p:cNvSpPr>
          <p:nvPr>
            <p:ph type="pic" sz="quarter" idx="19"/>
          </p:nvPr>
        </p:nvSpPr>
        <p:spPr>
          <a:xfrm>
            <a:off x="428624"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4" name="Picture Placeholder 3">
            <a:extLst>
              <a:ext uri="{FF2B5EF4-FFF2-40B4-BE49-F238E27FC236}">
                <a16:creationId xmlns:a16="http://schemas.microsoft.com/office/drawing/2014/main" id="{2918F928-6CA5-FEF8-D882-6AA9F401BE7D}"/>
              </a:ext>
              <a:ext uri="{C183D7F6-B498-43B3-948B-1728B52AA6E4}">
                <adec:decorative xmlns:adec="http://schemas.microsoft.com/office/drawing/2017/decorative" val="1"/>
              </a:ext>
            </a:extLst>
          </p:cNvPr>
          <p:cNvSpPr>
            <a:spLocks noGrp="1"/>
          </p:cNvSpPr>
          <p:nvPr>
            <p:ph type="pic" sz="quarter" idx="20"/>
          </p:nvPr>
        </p:nvSpPr>
        <p:spPr>
          <a:xfrm>
            <a:off x="4318707" y="1994854"/>
            <a:ext cx="3566160" cy="4082096"/>
          </a:xfrm>
        </p:spPr>
        <p:txBody>
          <a:bodyPr anchor="ctr"/>
          <a:lstStyle>
            <a:lvl1pPr marL="0" indent="0" algn="ctr">
              <a:buNone/>
              <a:defRPr sz="1400"/>
            </a:lvl1pPr>
          </a:lstStyle>
          <a:p>
            <a:r>
              <a:rPr lang="fr-FR"/>
              <a:t>Cliquez sur l'icône pour ajouter une image</a:t>
            </a:r>
            <a:endParaRPr lang="en-US"/>
          </a:p>
        </p:txBody>
      </p:sp>
      <p:sp>
        <p:nvSpPr>
          <p:cNvPr id="5" name="Picture Placeholder 3">
            <a:extLst>
              <a:ext uri="{FF2B5EF4-FFF2-40B4-BE49-F238E27FC236}">
                <a16:creationId xmlns:a16="http://schemas.microsoft.com/office/drawing/2014/main" id="{0ED812F7-BF5D-DF64-7216-C1D7D0E71804}"/>
              </a:ext>
              <a:ext uri="{C183D7F6-B498-43B3-948B-1728B52AA6E4}">
                <adec:decorative xmlns:adec="http://schemas.microsoft.com/office/drawing/2017/decorative" val="1"/>
              </a:ext>
            </a:extLst>
          </p:cNvPr>
          <p:cNvSpPr>
            <a:spLocks noGrp="1"/>
          </p:cNvSpPr>
          <p:nvPr>
            <p:ph type="pic" sz="quarter" idx="21"/>
          </p:nvPr>
        </p:nvSpPr>
        <p:spPr>
          <a:xfrm>
            <a:off x="8208790" y="1994854"/>
            <a:ext cx="356616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7511452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column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3">
            <a:extLst>
              <a:ext uri="{FF2B5EF4-FFF2-40B4-BE49-F238E27FC236}">
                <a16:creationId xmlns:a16="http://schemas.microsoft.com/office/drawing/2014/main" id="{3B4DF86C-4686-D09F-9CDD-05397E5EA11B}"/>
              </a:ext>
            </a:extLst>
          </p:cNvPr>
          <p:cNvSpPr>
            <a:spLocks noGrp="1"/>
          </p:cNvSpPr>
          <p:nvPr>
            <p:ph type="body" sz="quarter" idx="25" hasCustomPrompt="1"/>
          </p:nvPr>
        </p:nvSpPr>
        <p:spPr>
          <a:xfrm>
            <a:off x="428624" y="1446213"/>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4" name="Text Placeholder 3">
            <a:extLst>
              <a:ext uri="{FF2B5EF4-FFF2-40B4-BE49-F238E27FC236}">
                <a16:creationId xmlns:a16="http://schemas.microsoft.com/office/drawing/2014/main" id="{464460DE-EC5C-7D9A-E60B-C77EBEE2719C}"/>
              </a:ext>
            </a:extLst>
          </p:cNvPr>
          <p:cNvSpPr>
            <a:spLocks noGrp="1"/>
          </p:cNvSpPr>
          <p:nvPr>
            <p:ph type="body" sz="quarter" idx="26" hasCustomPrompt="1"/>
          </p:nvPr>
        </p:nvSpPr>
        <p:spPr>
          <a:xfrm>
            <a:off x="3311573" y="1446213"/>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5" name="Text Placeholder 3">
            <a:extLst>
              <a:ext uri="{FF2B5EF4-FFF2-40B4-BE49-F238E27FC236}">
                <a16:creationId xmlns:a16="http://schemas.microsoft.com/office/drawing/2014/main" id="{572B8F90-4F7E-E6C3-8446-7D3736C9E4B6}"/>
              </a:ext>
            </a:extLst>
          </p:cNvPr>
          <p:cNvSpPr>
            <a:spLocks noGrp="1"/>
          </p:cNvSpPr>
          <p:nvPr>
            <p:ph type="body" sz="quarter" idx="27" hasCustomPrompt="1"/>
          </p:nvPr>
        </p:nvSpPr>
        <p:spPr>
          <a:xfrm>
            <a:off x="6194522" y="1446213"/>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6" name="Text Placeholder 3">
            <a:extLst>
              <a:ext uri="{FF2B5EF4-FFF2-40B4-BE49-F238E27FC236}">
                <a16:creationId xmlns:a16="http://schemas.microsoft.com/office/drawing/2014/main" id="{DE7EB277-5C78-54AF-0C0C-DA543BC54271}"/>
              </a:ext>
            </a:extLst>
          </p:cNvPr>
          <p:cNvSpPr>
            <a:spLocks noGrp="1"/>
          </p:cNvSpPr>
          <p:nvPr>
            <p:ph type="body" sz="quarter" idx="28" hasCustomPrompt="1"/>
          </p:nvPr>
        </p:nvSpPr>
        <p:spPr>
          <a:xfrm>
            <a:off x="9077470" y="1446213"/>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7" name="Slide Number Placeholder 5">
            <a:extLst>
              <a:ext uri="{FF2B5EF4-FFF2-40B4-BE49-F238E27FC236}">
                <a16:creationId xmlns:a16="http://schemas.microsoft.com/office/drawing/2014/main" id="{F695E5FE-6AE6-5F54-59EB-08105E1B827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994854"/>
            <a:ext cx="2697480" cy="4082096"/>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994854"/>
            <a:ext cx="2697480" cy="4082096"/>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35939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5" name="Text Placeholder 3">
            <a:extLst>
              <a:ext uri="{FF2B5EF4-FFF2-40B4-BE49-F238E27FC236}">
                <a16:creationId xmlns:a16="http://schemas.microsoft.com/office/drawing/2014/main" id="{14016A94-A7DE-DAE3-0EE2-A8FF8619D3F5}"/>
              </a:ext>
            </a:extLst>
          </p:cNvPr>
          <p:cNvSpPr>
            <a:spLocks noGrp="1"/>
          </p:cNvSpPr>
          <p:nvPr>
            <p:ph type="body" sz="quarter" idx="22" hasCustomPrompt="1"/>
          </p:nvPr>
        </p:nvSpPr>
        <p:spPr>
          <a:xfrm>
            <a:off x="428624" y="2968820"/>
            <a:ext cx="5486400" cy="548640"/>
          </a:xfrm>
        </p:spPr>
        <p:txBody>
          <a:bodyPr anchor="ctr"/>
          <a:lstStyle>
            <a:lvl1pPr marL="0" indent="0">
              <a:spcAft>
                <a:spcPts val="0"/>
              </a:spcAft>
              <a:buNone/>
              <a:defRPr sz="1800">
                <a:solidFill>
                  <a:schemeClr val="accent1"/>
                </a:solidFill>
                <a:latin typeface="+mj-lt"/>
              </a:defRPr>
            </a:lvl1pPr>
          </a:lstStyle>
          <a:p>
            <a:pPr lvl="0"/>
            <a:r>
              <a:rPr lang="en-US"/>
              <a:t>Heading</a:t>
            </a:r>
          </a:p>
        </p:txBody>
      </p:sp>
      <p:sp>
        <p:nvSpPr>
          <p:cNvPr id="9" name="Content Placeholder 2">
            <a:extLst>
              <a:ext uri="{FF2B5EF4-FFF2-40B4-BE49-F238E27FC236}">
                <a16:creationId xmlns:a16="http://schemas.microsoft.com/office/drawing/2014/main" id="{8145BD5C-F8FB-36C9-4EE1-AB37715D6736}"/>
              </a:ext>
            </a:extLst>
          </p:cNvPr>
          <p:cNvSpPr>
            <a:spLocks noGrp="1"/>
          </p:cNvSpPr>
          <p:nvPr>
            <p:ph idx="12" hasCustomPrompt="1"/>
          </p:nvPr>
        </p:nvSpPr>
        <p:spPr>
          <a:xfrm>
            <a:off x="428624"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6" name="Text Placeholder 3">
            <a:extLst>
              <a:ext uri="{FF2B5EF4-FFF2-40B4-BE49-F238E27FC236}">
                <a16:creationId xmlns:a16="http://schemas.microsoft.com/office/drawing/2014/main" id="{0005BD77-4BBE-2F03-AFA8-87F126BB6A24}"/>
              </a:ext>
            </a:extLst>
          </p:cNvPr>
          <p:cNvSpPr>
            <a:spLocks noGrp="1"/>
          </p:cNvSpPr>
          <p:nvPr>
            <p:ph type="body" sz="quarter" idx="26" hasCustomPrompt="1"/>
          </p:nvPr>
        </p:nvSpPr>
        <p:spPr>
          <a:xfrm>
            <a:off x="6276978" y="2968820"/>
            <a:ext cx="5486400" cy="548640"/>
          </a:xfrm>
        </p:spPr>
        <p:txBody>
          <a:bodyPr anchor="ctr"/>
          <a:lstStyle>
            <a:lvl1pPr marL="0" indent="0">
              <a:spcAft>
                <a:spcPts val="0"/>
              </a:spcAft>
              <a:buNone/>
              <a:defRPr sz="1800">
                <a:solidFill>
                  <a:schemeClr val="accent3"/>
                </a:solidFill>
                <a:latin typeface="+mj-lt"/>
              </a:defRPr>
            </a:lvl1pPr>
          </a:lstStyle>
          <a:p>
            <a:pPr lvl="0"/>
            <a:r>
              <a:rPr lang="en-US"/>
              <a:t>Heading</a:t>
            </a:r>
          </a:p>
        </p:txBody>
      </p:sp>
      <p:sp>
        <p:nvSpPr>
          <p:cNvPr id="10" name="Content Placeholder 2">
            <a:extLst>
              <a:ext uri="{FF2B5EF4-FFF2-40B4-BE49-F238E27FC236}">
                <a16:creationId xmlns:a16="http://schemas.microsoft.com/office/drawing/2014/main" id="{4DA3DC55-D289-438E-D71E-EB8529434583}"/>
              </a:ext>
            </a:extLst>
          </p:cNvPr>
          <p:cNvSpPr>
            <a:spLocks noGrp="1"/>
          </p:cNvSpPr>
          <p:nvPr>
            <p:ph idx="27" hasCustomPrompt="1"/>
          </p:nvPr>
        </p:nvSpPr>
        <p:spPr>
          <a:xfrm>
            <a:off x="6276978" y="3517460"/>
            <a:ext cx="5486400" cy="2559490"/>
          </a:xfrm>
        </p:spPr>
        <p:txBody>
          <a:bodyPr/>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7" name="Slide Number Placeholder 5">
            <a:extLst>
              <a:ext uri="{FF2B5EF4-FFF2-40B4-BE49-F238E27FC236}">
                <a16:creationId xmlns:a16="http://schemas.microsoft.com/office/drawing/2014/main" id="{DF72C938-C047-38AD-D83C-189C1AC036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548640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6276978" y="1446213"/>
            <a:ext cx="548640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17461230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2C979499-D739-73B9-FE75-660BB28AD740}"/>
              </a:ext>
            </a:extLst>
          </p:cNvPr>
          <p:cNvSpPr>
            <a:spLocks noGrp="1"/>
          </p:cNvSpPr>
          <p:nvPr>
            <p:ph type="body" sz="quarter" idx="22" hasCustomPrompt="1"/>
          </p:nvPr>
        </p:nvSpPr>
        <p:spPr>
          <a:xfrm>
            <a:off x="428624" y="2968820"/>
            <a:ext cx="356616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30756F07-9227-C871-FCFC-7AA0F5D4A4FB}"/>
              </a:ext>
            </a:extLst>
          </p:cNvPr>
          <p:cNvSpPr>
            <a:spLocks noGrp="1"/>
          </p:cNvSpPr>
          <p:nvPr>
            <p:ph type="body" sz="quarter" idx="27" hasCustomPrompt="1"/>
          </p:nvPr>
        </p:nvSpPr>
        <p:spPr>
          <a:xfrm>
            <a:off x="4312920" y="2968820"/>
            <a:ext cx="356616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4312920"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9" name="Text Placeholder 3">
            <a:extLst>
              <a:ext uri="{FF2B5EF4-FFF2-40B4-BE49-F238E27FC236}">
                <a16:creationId xmlns:a16="http://schemas.microsoft.com/office/drawing/2014/main" id="{2B6D4682-833F-2E78-0271-A3BC65DC1283}"/>
              </a:ext>
            </a:extLst>
          </p:cNvPr>
          <p:cNvSpPr>
            <a:spLocks noGrp="1"/>
          </p:cNvSpPr>
          <p:nvPr>
            <p:ph type="body" sz="quarter" idx="28" hasCustomPrompt="1"/>
          </p:nvPr>
        </p:nvSpPr>
        <p:spPr>
          <a:xfrm>
            <a:off x="8197215" y="2968820"/>
            <a:ext cx="356616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8197215" y="3517460"/>
            <a:ext cx="356616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08CA3288-0FCF-ED06-AD6E-E7CB3C8DC965}"/>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4312920" y="1446213"/>
            <a:ext cx="356616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8197215" y="1446213"/>
            <a:ext cx="356616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41922170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lumn pictur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Text Placeholder 3">
            <a:extLst>
              <a:ext uri="{FF2B5EF4-FFF2-40B4-BE49-F238E27FC236}">
                <a16:creationId xmlns:a16="http://schemas.microsoft.com/office/drawing/2014/main" id="{58EA87E5-B00B-294C-9BEB-D8AB1DA7D633}"/>
              </a:ext>
            </a:extLst>
          </p:cNvPr>
          <p:cNvSpPr>
            <a:spLocks noGrp="1"/>
          </p:cNvSpPr>
          <p:nvPr>
            <p:ph type="body" sz="quarter" idx="28" hasCustomPrompt="1"/>
          </p:nvPr>
        </p:nvSpPr>
        <p:spPr>
          <a:xfrm>
            <a:off x="428624" y="2968820"/>
            <a:ext cx="2697480" cy="548640"/>
          </a:xfrm>
        </p:spPr>
        <p:txBody>
          <a:bodyPr anchor="ctr"/>
          <a:lstStyle>
            <a:lvl1pPr marL="0" indent="0">
              <a:spcAft>
                <a:spcPts val="0"/>
              </a:spcAft>
              <a:buNone/>
              <a:defRPr sz="1600">
                <a:solidFill>
                  <a:schemeClr val="accent1"/>
                </a:solidFill>
                <a:latin typeface="+mj-lt"/>
              </a:defRPr>
            </a:lvl1pPr>
          </a:lstStyle>
          <a:p>
            <a:pPr lvl="0"/>
            <a:r>
              <a:rPr lang="en-US"/>
              <a:t>Heading</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428624"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7" name="Text Placeholder 3">
            <a:extLst>
              <a:ext uri="{FF2B5EF4-FFF2-40B4-BE49-F238E27FC236}">
                <a16:creationId xmlns:a16="http://schemas.microsoft.com/office/drawing/2014/main" id="{2CC21B11-4BB9-E7F7-2D10-7A711FE51A2C}"/>
              </a:ext>
            </a:extLst>
          </p:cNvPr>
          <p:cNvSpPr>
            <a:spLocks noGrp="1"/>
          </p:cNvSpPr>
          <p:nvPr>
            <p:ph type="body" sz="quarter" idx="29" hasCustomPrompt="1"/>
          </p:nvPr>
        </p:nvSpPr>
        <p:spPr>
          <a:xfrm>
            <a:off x="3311573" y="2968820"/>
            <a:ext cx="2697480" cy="548640"/>
          </a:xfrm>
        </p:spPr>
        <p:txBody>
          <a:bodyPr anchor="ctr"/>
          <a:lstStyle>
            <a:lvl1pPr marL="0" indent="0">
              <a:spcAft>
                <a:spcPts val="0"/>
              </a:spcAft>
              <a:buNone/>
              <a:defRPr sz="1600">
                <a:solidFill>
                  <a:schemeClr val="accent3"/>
                </a:solidFill>
                <a:latin typeface="+mj-lt"/>
              </a:defRPr>
            </a:lvl1pPr>
          </a:lstStyle>
          <a:p>
            <a:pPr lvl="0"/>
            <a:r>
              <a:rPr lang="en-US"/>
              <a:t>Heading</a:t>
            </a:r>
          </a:p>
        </p:txBody>
      </p:sp>
      <p:sp>
        <p:nvSpPr>
          <p:cNvPr id="4" name="Text Placeholder 11">
            <a:extLst>
              <a:ext uri="{FF2B5EF4-FFF2-40B4-BE49-F238E27FC236}">
                <a16:creationId xmlns:a16="http://schemas.microsoft.com/office/drawing/2014/main" id="{C5932779-A5A3-2204-2100-9B029C79E90C}"/>
              </a:ext>
            </a:extLst>
          </p:cNvPr>
          <p:cNvSpPr>
            <a:spLocks noGrp="1"/>
          </p:cNvSpPr>
          <p:nvPr>
            <p:ph type="body" sz="quarter" idx="25" hasCustomPrompt="1"/>
          </p:nvPr>
        </p:nvSpPr>
        <p:spPr>
          <a:xfrm>
            <a:off x="3311573"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1" name="Text Placeholder 3">
            <a:extLst>
              <a:ext uri="{FF2B5EF4-FFF2-40B4-BE49-F238E27FC236}">
                <a16:creationId xmlns:a16="http://schemas.microsoft.com/office/drawing/2014/main" id="{60624600-098D-4116-2BA4-B77914ACDD08}"/>
              </a:ext>
            </a:extLst>
          </p:cNvPr>
          <p:cNvSpPr>
            <a:spLocks noGrp="1"/>
          </p:cNvSpPr>
          <p:nvPr>
            <p:ph type="body" sz="quarter" idx="30" hasCustomPrompt="1"/>
          </p:nvPr>
        </p:nvSpPr>
        <p:spPr>
          <a:xfrm>
            <a:off x="6194522" y="2968820"/>
            <a:ext cx="2697480" cy="548640"/>
          </a:xfrm>
        </p:spPr>
        <p:txBody>
          <a:bodyPr anchor="ctr"/>
          <a:lstStyle>
            <a:lvl1pPr marL="0" indent="0">
              <a:spcAft>
                <a:spcPts val="0"/>
              </a:spcAft>
              <a:buNone/>
              <a:defRPr sz="1600">
                <a:solidFill>
                  <a:schemeClr val="accent5"/>
                </a:solidFill>
                <a:latin typeface="+mj-lt"/>
              </a:defRPr>
            </a:lvl1pPr>
          </a:lstStyle>
          <a:p>
            <a:pPr lvl="0"/>
            <a:r>
              <a:rPr lang="en-US"/>
              <a:t>Heading</a:t>
            </a:r>
          </a:p>
        </p:txBody>
      </p:sp>
      <p:sp>
        <p:nvSpPr>
          <p:cNvPr id="5" name="Text Placeholder 11">
            <a:extLst>
              <a:ext uri="{FF2B5EF4-FFF2-40B4-BE49-F238E27FC236}">
                <a16:creationId xmlns:a16="http://schemas.microsoft.com/office/drawing/2014/main" id="{11F392C6-99EB-D1AC-BECC-4494D2B1CBFF}"/>
              </a:ext>
            </a:extLst>
          </p:cNvPr>
          <p:cNvSpPr>
            <a:spLocks noGrp="1"/>
          </p:cNvSpPr>
          <p:nvPr>
            <p:ph type="body" sz="quarter" idx="26" hasCustomPrompt="1"/>
          </p:nvPr>
        </p:nvSpPr>
        <p:spPr>
          <a:xfrm>
            <a:off x="6194522"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3" name="Text Placeholder 3">
            <a:extLst>
              <a:ext uri="{FF2B5EF4-FFF2-40B4-BE49-F238E27FC236}">
                <a16:creationId xmlns:a16="http://schemas.microsoft.com/office/drawing/2014/main" id="{FBA7EB72-6B8C-7C86-47F1-FB927F697C15}"/>
              </a:ext>
            </a:extLst>
          </p:cNvPr>
          <p:cNvSpPr>
            <a:spLocks noGrp="1"/>
          </p:cNvSpPr>
          <p:nvPr>
            <p:ph type="body" sz="quarter" idx="31" hasCustomPrompt="1"/>
          </p:nvPr>
        </p:nvSpPr>
        <p:spPr>
          <a:xfrm>
            <a:off x="9077470" y="2968820"/>
            <a:ext cx="2697480" cy="548640"/>
          </a:xfrm>
        </p:spPr>
        <p:txBody>
          <a:bodyPr anchor="ctr"/>
          <a:lstStyle>
            <a:lvl1pPr marL="0" indent="0">
              <a:spcAft>
                <a:spcPts val="0"/>
              </a:spcAft>
              <a:buNone/>
              <a:defRPr sz="1600">
                <a:solidFill>
                  <a:schemeClr val="accent6"/>
                </a:solidFill>
                <a:latin typeface="+mj-lt"/>
              </a:defRPr>
            </a:lvl1pPr>
          </a:lstStyle>
          <a:p>
            <a:pPr lvl="0"/>
            <a:r>
              <a:rPr lang="en-US"/>
              <a:t>Heading</a:t>
            </a:r>
          </a:p>
        </p:txBody>
      </p:sp>
      <p:sp>
        <p:nvSpPr>
          <p:cNvPr id="9" name="Text Placeholder 11">
            <a:extLst>
              <a:ext uri="{FF2B5EF4-FFF2-40B4-BE49-F238E27FC236}">
                <a16:creationId xmlns:a16="http://schemas.microsoft.com/office/drawing/2014/main" id="{0FB8ABDB-A570-09B0-47F8-17E0EAF3EA3E}"/>
              </a:ext>
            </a:extLst>
          </p:cNvPr>
          <p:cNvSpPr>
            <a:spLocks noGrp="1"/>
          </p:cNvSpPr>
          <p:nvPr>
            <p:ph type="body" sz="quarter" idx="27" hasCustomPrompt="1"/>
          </p:nvPr>
        </p:nvSpPr>
        <p:spPr>
          <a:xfrm>
            <a:off x="9077470" y="3517460"/>
            <a:ext cx="2697480" cy="2559490"/>
          </a:xfrm>
        </p:spPr>
        <p:txBody>
          <a:bodyPr lIns="0" tIns="73152" rIns="91440" bIns="45720"/>
          <a:lstStyle>
            <a:lvl1pPr>
              <a:defRPr sz="1400"/>
            </a:lvl1pPr>
            <a:lvl2pPr>
              <a:defRPr sz="1400"/>
            </a:lvl2pPr>
            <a:lvl3pPr>
              <a:defRPr sz="1400"/>
            </a:lvl3pPr>
            <a:lvl4pPr>
              <a:defRPr sz="1400"/>
            </a:lvl4pPr>
          </a:lstStyle>
          <a:p>
            <a:pPr lvl="0"/>
            <a:r>
              <a:rPr lang="en-US"/>
              <a:t>Level 01</a:t>
            </a:r>
          </a:p>
          <a:p>
            <a:pPr lvl="1"/>
            <a:r>
              <a:rPr lang="en-US"/>
              <a:t>Level 02</a:t>
            </a:r>
          </a:p>
          <a:p>
            <a:pPr lvl="2"/>
            <a:r>
              <a:rPr lang="en-US"/>
              <a:t>Level 03</a:t>
            </a:r>
          </a:p>
          <a:p>
            <a:pPr lvl="3"/>
            <a:r>
              <a:rPr lang="en-US"/>
              <a:t>Level 04</a:t>
            </a:r>
          </a:p>
        </p:txBody>
      </p:sp>
      <p:sp>
        <p:nvSpPr>
          <p:cNvPr id="10" name="Slide Number Placeholder 5">
            <a:extLst>
              <a:ext uri="{FF2B5EF4-FFF2-40B4-BE49-F238E27FC236}">
                <a16:creationId xmlns:a16="http://schemas.microsoft.com/office/drawing/2014/main" id="{D8D0839C-757C-586E-BFC4-95B70BCF5722}"/>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25" name="Picture Placeholder 3">
            <a:extLst>
              <a:ext uri="{FF2B5EF4-FFF2-40B4-BE49-F238E27FC236}">
                <a16:creationId xmlns:a16="http://schemas.microsoft.com/office/drawing/2014/main" id="{7F7ACD8F-903F-4AA5-CF40-F541838B617A}"/>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8" name="Picture Placeholder 3">
            <a:extLst>
              <a:ext uri="{FF2B5EF4-FFF2-40B4-BE49-F238E27FC236}">
                <a16:creationId xmlns:a16="http://schemas.microsoft.com/office/drawing/2014/main" id="{96B97E46-018E-5555-A397-28255F5CD3CF}"/>
              </a:ext>
              <a:ext uri="{C183D7F6-B498-43B3-948B-1728B52AA6E4}">
                <adec:decorative xmlns:adec="http://schemas.microsoft.com/office/drawing/2017/decorative" val="1"/>
              </a:ext>
            </a:extLst>
          </p:cNvPr>
          <p:cNvSpPr>
            <a:spLocks noGrp="1"/>
          </p:cNvSpPr>
          <p:nvPr>
            <p:ph type="pic" sz="quarter" idx="24"/>
          </p:nvPr>
        </p:nvSpPr>
        <p:spPr>
          <a:xfrm>
            <a:off x="3311573"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7" name="Picture Placeholder 3">
            <a:extLst>
              <a:ext uri="{FF2B5EF4-FFF2-40B4-BE49-F238E27FC236}">
                <a16:creationId xmlns:a16="http://schemas.microsoft.com/office/drawing/2014/main" id="{FC83B583-51BF-F117-8EAB-16719367BBB6}"/>
              </a:ext>
              <a:ext uri="{C183D7F6-B498-43B3-948B-1728B52AA6E4}">
                <adec:decorative xmlns:adec="http://schemas.microsoft.com/office/drawing/2017/decorative" val="1"/>
              </a:ext>
            </a:extLst>
          </p:cNvPr>
          <p:cNvSpPr>
            <a:spLocks noGrp="1"/>
          </p:cNvSpPr>
          <p:nvPr>
            <p:ph type="pic" sz="quarter" idx="23"/>
          </p:nvPr>
        </p:nvSpPr>
        <p:spPr>
          <a:xfrm>
            <a:off x="6194522" y="1446213"/>
            <a:ext cx="2697480" cy="1522607"/>
          </a:xfrm>
        </p:spPr>
        <p:txBody>
          <a:bodyPr anchor="ctr"/>
          <a:lstStyle>
            <a:lvl1pPr marL="0" indent="0" algn="ctr">
              <a:buNone/>
              <a:defRPr sz="1400"/>
            </a:lvl1pPr>
          </a:lstStyle>
          <a:p>
            <a:r>
              <a:rPr lang="fr-FR"/>
              <a:t>Cliquez sur l'icône pour ajouter une image</a:t>
            </a:r>
            <a:endParaRPr lang="en-US"/>
          </a:p>
        </p:txBody>
      </p:sp>
      <p:sp>
        <p:nvSpPr>
          <p:cNvPr id="26" name="Picture Placeholder 3">
            <a:extLst>
              <a:ext uri="{FF2B5EF4-FFF2-40B4-BE49-F238E27FC236}">
                <a16:creationId xmlns:a16="http://schemas.microsoft.com/office/drawing/2014/main" id="{A45CB8E2-394E-796C-52EE-17D17DF169E6}"/>
              </a:ext>
              <a:ext uri="{C183D7F6-B498-43B3-948B-1728B52AA6E4}">
                <adec:decorative xmlns:adec="http://schemas.microsoft.com/office/drawing/2017/decorative" val="1"/>
              </a:ext>
            </a:extLst>
          </p:cNvPr>
          <p:cNvSpPr>
            <a:spLocks noGrp="1"/>
          </p:cNvSpPr>
          <p:nvPr>
            <p:ph type="pic" sz="quarter" idx="22"/>
          </p:nvPr>
        </p:nvSpPr>
        <p:spPr>
          <a:xfrm>
            <a:off x="9077470" y="1446213"/>
            <a:ext cx="2697480" cy="1522607"/>
          </a:xfrm>
        </p:spPr>
        <p:txBody>
          <a:bodyPr anchor="ctr"/>
          <a:lstStyle>
            <a:lvl1pPr marL="0" indent="0" algn="ctr">
              <a:buNone/>
              <a:defRPr sz="1400"/>
            </a:lvl1pPr>
          </a:lstStyle>
          <a:p>
            <a:r>
              <a:rPr lang="fr-FR"/>
              <a:t>Cliquez sur l'icône pour ajouter une image</a:t>
            </a:r>
            <a:endParaRPr lang="en-US"/>
          </a:p>
        </p:txBody>
      </p:sp>
    </p:spTree>
    <p:extLst>
      <p:ext uri="{BB962C8B-B14F-4D97-AF65-F5344CB8AC3E}">
        <p14:creationId xmlns:p14="http://schemas.microsoft.com/office/powerpoint/2010/main" val="39188710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ue bo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Text Placeholder 11">
            <a:extLst>
              <a:ext uri="{FF2B5EF4-FFF2-40B4-BE49-F238E27FC236}">
                <a16:creationId xmlns:a16="http://schemas.microsoft.com/office/drawing/2014/main" id="{E75B62F6-55F7-EC3C-2ED6-BBCF8B1F3040}"/>
              </a:ext>
            </a:extLst>
          </p:cNvPr>
          <p:cNvSpPr>
            <a:spLocks noGrp="1"/>
          </p:cNvSpPr>
          <p:nvPr>
            <p:ph type="body" sz="quarter" idx="14" hasCustomPrompt="1"/>
          </p:nvPr>
        </p:nvSpPr>
        <p:spPr>
          <a:xfrm>
            <a:off x="428624" y="1446213"/>
            <a:ext cx="2697480" cy="4630737"/>
          </a:xfrm>
          <a:solidFill>
            <a:schemeClr val="accent1"/>
          </a:solidFill>
        </p:spPr>
        <p:txBody>
          <a:bodyPr lIns="91440" tIns="91440" rIns="91440" bIns="45720" anchor="t">
            <a:noAutofit/>
          </a:bodyPr>
          <a:lstStyle>
            <a:lvl1pPr marL="0" indent="0" algn="l">
              <a:buNone/>
              <a:defRPr sz="2000">
                <a:solidFill>
                  <a:schemeClr val="bg1"/>
                </a:solidFill>
                <a:latin typeface="+mj-lt"/>
              </a:defRPr>
            </a:lvl1pPr>
          </a:lstStyle>
          <a:p>
            <a:pPr lvl="0"/>
            <a:r>
              <a:rPr lang="en-US"/>
              <a:t>Heading</a:t>
            </a:r>
          </a:p>
        </p:txBody>
      </p:sp>
      <p:sp>
        <p:nvSpPr>
          <p:cNvPr id="5" name="Content Placeholder 2">
            <a:extLst>
              <a:ext uri="{FF2B5EF4-FFF2-40B4-BE49-F238E27FC236}">
                <a16:creationId xmlns:a16="http://schemas.microsoft.com/office/drawing/2014/main" id="{10E88463-50FF-3CD8-E203-3C696879E54D}"/>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4" name="Slide Number Placeholder 5">
            <a:extLst>
              <a:ext uri="{FF2B5EF4-FFF2-40B4-BE49-F238E27FC236}">
                <a16:creationId xmlns:a16="http://schemas.microsoft.com/office/drawing/2014/main" id="{A1B59311-C109-90D5-373E-703450BE437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1832050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6" name="Content Placeholder 2">
            <a:extLst>
              <a:ext uri="{FF2B5EF4-FFF2-40B4-BE49-F238E27FC236}">
                <a16:creationId xmlns:a16="http://schemas.microsoft.com/office/drawing/2014/main" id="{2BCEDC2E-0B96-BB68-C6CE-4DEBC490BB97}"/>
              </a:ext>
            </a:extLst>
          </p:cNvPr>
          <p:cNvSpPr>
            <a:spLocks noGrp="1"/>
          </p:cNvSpPr>
          <p:nvPr>
            <p:ph idx="12" hasCustomPrompt="1"/>
          </p:nvPr>
        </p:nvSpPr>
        <p:spPr>
          <a:xfrm>
            <a:off x="3126104" y="1446213"/>
            <a:ext cx="8640446" cy="4630737"/>
          </a:xfrm>
        </p:spPr>
        <p:txBody>
          <a:bodyPr lIns="137160" tIns="91440" rIns="91440" bIns="4572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5" name="Slide Number Placeholder 5">
            <a:extLst>
              <a:ext uri="{FF2B5EF4-FFF2-40B4-BE49-F238E27FC236}">
                <a16:creationId xmlns:a16="http://schemas.microsoft.com/office/drawing/2014/main" id="{2816F5F7-DC15-93E3-03C3-BC68295C29D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4" name="Picture Placeholder 3">
            <a:extLst>
              <a:ext uri="{FF2B5EF4-FFF2-40B4-BE49-F238E27FC236}">
                <a16:creationId xmlns:a16="http://schemas.microsoft.com/office/drawing/2014/main" id="{78F88F08-9355-72DC-FA2D-5379EE038153}"/>
              </a:ext>
              <a:ext uri="{C183D7F6-B498-43B3-948B-1728B52AA6E4}">
                <adec:decorative xmlns:adec="http://schemas.microsoft.com/office/drawing/2017/decorative" val="1"/>
              </a:ext>
            </a:extLst>
          </p:cNvPr>
          <p:cNvSpPr>
            <a:spLocks noGrp="1"/>
          </p:cNvSpPr>
          <p:nvPr>
            <p:ph type="pic" sz="quarter" idx="21"/>
          </p:nvPr>
        </p:nvSpPr>
        <p:spPr>
          <a:xfrm>
            <a:off x="428624" y="1446213"/>
            <a:ext cx="2697480" cy="4630737"/>
          </a:xfrm>
        </p:spPr>
        <p:txBody>
          <a:bodyPr anchor="ctr"/>
          <a:lstStyle>
            <a:lvl1pPr marL="0" indent="0" algn="ctr">
              <a:buNone/>
              <a:defRPr sz="1600"/>
            </a:lvl1pPr>
          </a:lstStyle>
          <a:p>
            <a:r>
              <a:rPr lang="fr-FR"/>
              <a:t>Cliquez sur l'icône pour ajouter une image</a:t>
            </a:r>
            <a:endParaRPr lang="en-US"/>
          </a:p>
        </p:txBody>
      </p:sp>
    </p:spTree>
    <p:extLst>
      <p:ext uri="{BB962C8B-B14F-4D97-AF65-F5344CB8AC3E}">
        <p14:creationId xmlns:p14="http://schemas.microsoft.com/office/powerpoint/2010/main" val="30829841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801504" y="1469073"/>
            <a:ext cx="9965046" cy="141732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5" name="Text Placeholder 11">
            <a:extLst>
              <a:ext uri="{FF2B5EF4-FFF2-40B4-BE49-F238E27FC236}">
                <a16:creationId xmlns:a16="http://schemas.microsoft.com/office/drawing/2014/main" id="{A1AB26F9-0173-EB8B-A0B2-71203D4C68A5}"/>
              </a:ext>
            </a:extLst>
          </p:cNvPr>
          <p:cNvSpPr>
            <a:spLocks noGrp="1"/>
          </p:cNvSpPr>
          <p:nvPr>
            <p:ph type="body" sz="quarter" idx="23" hasCustomPrompt="1"/>
          </p:nvPr>
        </p:nvSpPr>
        <p:spPr>
          <a:xfrm>
            <a:off x="1801504" y="3064352"/>
            <a:ext cx="9965046" cy="141732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6" name="Text Placeholder 11">
            <a:extLst>
              <a:ext uri="{FF2B5EF4-FFF2-40B4-BE49-F238E27FC236}">
                <a16:creationId xmlns:a16="http://schemas.microsoft.com/office/drawing/2014/main" id="{C5BC671B-E3BA-C641-C295-075806A97A8B}"/>
              </a:ext>
            </a:extLst>
          </p:cNvPr>
          <p:cNvSpPr>
            <a:spLocks noGrp="1"/>
          </p:cNvSpPr>
          <p:nvPr>
            <p:ph type="body" sz="quarter" idx="24" hasCustomPrompt="1"/>
          </p:nvPr>
        </p:nvSpPr>
        <p:spPr>
          <a:xfrm>
            <a:off x="1801504" y="4659630"/>
            <a:ext cx="9965046" cy="1417320"/>
          </a:xfrm>
        </p:spPr>
        <p:txBody>
          <a:bodyPr lIns="0" tIns="45720" rIns="0" bIns="45720" anchor="ctr"/>
          <a:lstStyle>
            <a:lvl1pPr marL="0" indent="0">
              <a:spcAft>
                <a:spcPts val="200"/>
              </a:spcAft>
              <a:buNone/>
              <a:defRPr sz="1600">
                <a:solidFill>
                  <a:schemeClr val="accent5"/>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9" name="Slide Number Placeholder 5">
            <a:extLst>
              <a:ext uri="{FF2B5EF4-FFF2-40B4-BE49-F238E27FC236}">
                <a16:creationId xmlns:a16="http://schemas.microsoft.com/office/drawing/2014/main" id="{B8D7EE73-BD0F-1407-31F4-45DE38083EA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1" name="Group 10">
            <a:extLst>
              <a:ext uri="{FF2B5EF4-FFF2-40B4-BE49-F238E27FC236}">
                <a16:creationId xmlns:a16="http://schemas.microsoft.com/office/drawing/2014/main" id="{055B8971-4A56-8869-5B97-CA90764D9B26}"/>
              </a:ext>
              <a:ext uri="{C183D7F6-B498-43B3-948B-1728B52AA6E4}">
                <adec:decorative xmlns:adec="http://schemas.microsoft.com/office/drawing/2017/decorative" val="1"/>
              </a:ext>
            </a:extLst>
          </p:cNvPr>
          <p:cNvGrpSpPr/>
          <p:nvPr userDrawn="1"/>
        </p:nvGrpSpPr>
        <p:grpSpPr>
          <a:xfrm>
            <a:off x="1799590" y="2975372"/>
            <a:ext cx="9966960" cy="1595279"/>
            <a:chOff x="1799590" y="2975372"/>
            <a:chExt cx="9966960" cy="1595279"/>
          </a:xfrm>
        </p:grpSpPr>
        <p:cxnSp>
          <p:nvCxnSpPr>
            <p:cNvPr id="4" name="Straight Connector 3">
              <a:extLst>
                <a:ext uri="{FF2B5EF4-FFF2-40B4-BE49-F238E27FC236}">
                  <a16:creationId xmlns:a16="http://schemas.microsoft.com/office/drawing/2014/main" id="{B7476357-305F-5973-5369-7AC81D8D5961}"/>
                </a:ext>
              </a:extLst>
            </p:cNvPr>
            <p:cNvCxnSpPr>
              <a:cxnSpLocks/>
            </p:cNvCxnSpPr>
            <p:nvPr userDrawn="1"/>
          </p:nvCxnSpPr>
          <p:spPr>
            <a:xfrm>
              <a:off x="1799590" y="2975372"/>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D72055C-7159-2B40-7017-C8F627D20E68}"/>
                </a:ext>
              </a:extLst>
            </p:cNvPr>
            <p:cNvCxnSpPr>
              <a:cxnSpLocks/>
            </p:cNvCxnSpPr>
            <p:nvPr userDrawn="1"/>
          </p:nvCxnSpPr>
          <p:spPr>
            <a:xfrm>
              <a:off x="1799590" y="4570651"/>
              <a:ext cx="996696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0" name="Picture Placeholder 9">
            <a:extLst>
              <a:ext uri="{FF2B5EF4-FFF2-40B4-BE49-F238E27FC236}">
                <a16:creationId xmlns:a16="http://schemas.microsoft.com/office/drawing/2014/main" id="{7B65EF11-27C6-3489-DD6F-30BE392A095F}"/>
              </a:ext>
              <a:ext uri="{C183D7F6-B498-43B3-948B-1728B52AA6E4}">
                <adec:decorative xmlns:adec="http://schemas.microsoft.com/office/drawing/2017/decorative" val="1"/>
              </a:ext>
            </a:extLst>
          </p:cNvPr>
          <p:cNvSpPr>
            <a:spLocks noGrp="1" noChangeAspect="1"/>
          </p:cNvSpPr>
          <p:nvPr>
            <p:ph type="pic" sz="quarter" idx="20" hasCustomPrompt="1"/>
          </p:nvPr>
        </p:nvSpPr>
        <p:spPr>
          <a:xfrm>
            <a:off x="425450" y="1583373"/>
            <a:ext cx="1188720" cy="1188720"/>
          </a:xfrm>
          <a:prstGeom prst="rect">
            <a:avLst/>
          </a:prstGeom>
        </p:spPr>
        <p:txBody>
          <a:bodyPr anchor="ctr"/>
          <a:lstStyle>
            <a:lvl1pPr marL="0" indent="0" algn="ctr">
              <a:buNone/>
              <a:defRPr sz="1200"/>
            </a:lvl1pPr>
          </a:lstStyle>
          <a:p>
            <a:r>
              <a:rPr lang="en-US"/>
              <a:t>Click here to add icon</a:t>
            </a:r>
          </a:p>
        </p:txBody>
      </p:sp>
      <p:sp>
        <p:nvSpPr>
          <p:cNvPr id="14" name="Picture Placeholder 9">
            <a:extLst>
              <a:ext uri="{FF2B5EF4-FFF2-40B4-BE49-F238E27FC236}">
                <a16:creationId xmlns:a16="http://schemas.microsoft.com/office/drawing/2014/main" id="{34FDC33C-83ED-0DED-F0E9-23BB9B01EA18}"/>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425450" y="3178652"/>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
        <p:nvSpPr>
          <p:cNvPr id="15" name="Picture Placeholder 9">
            <a:extLst>
              <a:ext uri="{FF2B5EF4-FFF2-40B4-BE49-F238E27FC236}">
                <a16:creationId xmlns:a16="http://schemas.microsoft.com/office/drawing/2014/main" id="{C01BBE2D-9FF8-C873-8A2E-50CE50A2A903}"/>
              </a:ext>
              <a:ext uri="{C183D7F6-B498-43B3-948B-1728B52AA6E4}">
                <adec:decorative xmlns:adec="http://schemas.microsoft.com/office/drawing/2017/decorative" val="1"/>
              </a:ext>
            </a:extLst>
          </p:cNvPr>
          <p:cNvSpPr>
            <a:spLocks noGrp="1" noChangeAspect="1"/>
          </p:cNvSpPr>
          <p:nvPr>
            <p:ph type="pic" sz="quarter" idx="22" hasCustomPrompt="1"/>
          </p:nvPr>
        </p:nvSpPr>
        <p:spPr>
          <a:xfrm>
            <a:off x="425450" y="4773930"/>
            <a:ext cx="1188720" cy="1188720"/>
          </a:xfrm>
          <a:prstGeom prst="rect">
            <a:avLst/>
          </a:prstGeom>
        </p:spPr>
        <p:txBody>
          <a:bodyPr anchor="ctr"/>
          <a:lstStyle>
            <a:lvl1pPr marL="0" indent="0" algn="ctr">
              <a:buNone/>
              <a:defRPr sz="1200"/>
            </a:lvl1pPr>
          </a:lstStyle>
          <a:p>
            <a:pPr marL="0" marR="0" lvl="0" indent="0" algn="ctr"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None/>
              <a:tabLst/>
              <a:defRPr/>
            </a:pPr>
            <a:r>
              <a:rPr lang="en-US"/>
              <a:t>Click here to add icon</a:t>
            </a:r>
          </a:p>
        </p:txBody>
      </p:sp>
    </p:spTree>
    <p:extLst>
      <p:ext uri="{BB962C8B-B14F-4D97-AF65-F5344CB8AC3E}">
        <p14:creationId xmlns:p14="http://schemas.microsoft.com/office/powerpoint/2010/main" val="31733361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ight icon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D89EBC5-7786-3168-7F27-AA8125DACF78}"/>
              </a:ext>
            </a:extLst>
          </p:cNvPr>
          <p:cNvSpPr>
            <a:spLocks noGrp="1"/>
          </p:cNvSpPr>
          <p:nvPr>
            <p:ph type="body" sz="quarter" idx="36" hasCustomPrompt="1"/>
          </p:nvPr>
        </p:nvSpPr>
        <p:spPr>
          <a:xfrm>
            <a:off x="1512137"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12771577-6DF7-C28B-98C1-13903E641423}"/>
              </a:ext>
            </a:extLst>
          </p:cNvPr>
          <p:cNvSpPr>
            <a:spLocks noGrp="1"/>
          </p:cNvSpPr>
          <p:nvPr>
            <p:ph type="body" sz="quarter" idx="39" hasCustomPrompt="1"/>
          </p:nvPr>
        </p:nvSpPr>
        <p:spPr>
          <a:xfrm>
            <a:off x="1512137"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70C21BF9-98CF-2439-2FC3-3163C556C2CB}"/>
              </a:ext>
            </a:extLst>
          </p:cNvPr>
          <p:cNvSpPr>
            <a:spLocks noGrp="1"/>
          </p:cNvSpPr>
          <p:nvPr>
            <p:ph type="body" sz="quarter" idx="38" hasCustomPrompt="1"/>
          </p:nvPr>
        </p:nvSpPr>
        <p:spPr>
          <a:xfrm>
            <a:off x="1512137"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8ACBFC19-88E9-647B-456B-987298401E2E}"/>
              </a:ext>
            </a:extLst>
          </p:cNvPr>
          <p:cNvSpPr>
            <a:spLocks noGrp="1"/>
          </p:cNvSpPr>
          <p:nvPr>
            <p:ph type="body" sz="quarter" idx="37" hasCustomPrompt="1"/>
          </p:nvPr>
        </p:nvSpPr>
        <p:spPr>
          <a:xfrm>
            <a:off x="1512137"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8" name="Text Placeholder 11">
            <a:extLst>
              <a:ext uri="{FF2B5EF4-FFF2-40B4-BE49-F238E27FC236}">
                <a16:creationId xmlns:a16="http://schemas.microsoft.com/office/drawing/2014/main" id="{E7C72D8B-534B-6DE5-0B48-3CB97967D311}"/>
              </a:ext>
            </a:extLst>
          </p:cNvPr>
          <p:cNvSpPr>
            <a:spLocks noGrp="1"/>
          </p:cNvSpPr>
          <p:nvPr>
            <p:ph type="body" sz="quarter" idx="40" hasCustomPrompt="1"/>
          </p:nvPr>
        </p:nvSpPr>
        <p:spPr>
          <a:xfrm>
            <a:off x="7385531" y="1307023"/>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9" name="Text Placeholder 11">
            <a:extLst>
              <a:ext uri="{FF2B5EF4-FFF2-40B4-BE49-F238E27FC236}">
                <a16:creationId xmlns:a16="http://schemas.microsoft.com/office/drawing/2014/main" id="{E56446B9-85DF-3D97-4D7B-6A4467036639}"/>
              </a:ext>
            </a:extLst>
          </p:cNvPr>
          <p:cNvSpPr>
            <a:spLocks noGrp="1"/>
          </p:cNvSpPr>
          <p:nvPr>
            <p:ph type="body" sz="quarter" idx="41" hasCustomPrompt="1"/>
          </p:nvPr>
        </p:nvSpPr>
        <p:spPr>
          <a:xfrm>
            <a:off x="7385531" y="2562105"/>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2" name="Text Placeholder 11">
            <a:extLst>
              <a:ext uri="{FF2B5EF4-FFF2-40B4-BE49-F238E27FC236}">
                <a16:creationId xmlns:a16="http://schemas.microsoft.com/office/drawing/2014/main" id="{CE2966E9-E5B2-905D-1BF4-C087E4D1BD05}"/>
              </a:ext>
            </a:extLst>
          </p:cNvPr>
          <p:cNvSpPr>
            <a:spLocks noGrp="1"/>
          </p:cNvSpPr>
          <p:nvPr>
            <p:ph type="body" sz="quarter" idx="42" hasCustomPrompt="1"/>
          </p:nvPr>
        </p:nvSpPr>
        <p:spPr>
          <a:xfrm>
            <a:off x="7385531" y="3817187"/>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3" name="Text Placeholder 11">
            <a:extLst>
              <a:ext uri="{FF2B5EF4-FFF2-40B4-BE49-F238E27FC236}">
                <a16:creationId xmlns:a16="http://schemas.microsoft.com/office/drawing/2014/main" id="{2291F0A7-9B4B-3796-A3FB-37ECE65A9A89}"/>
              </a:ext>
            </a:extLst>
          </p:cNvPr>
          <p:cNvSpPr>
            <a:spLocks noGrp="1"/>
          </p:cNvSpPr>
          <p:nvPr>
            <p:ph type="body" sz="quarter" idx="43" hasCustomPrompt="1"/>
          </p:nvPr>
        </p:nvSpPr>
        <p:spPr>
          <a:xfrm>
            <a:off x="7385531" y="5072270"/>
            <a:ext cx="4389120"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88F45AF8-A8C0-A223-DBED-02A7C9E91BFE}"/>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D4998533-267D-FA29-C957-06907F5AB9F7}"/>
              </a:ext>
              <a:ext uri="{C183D7F6-B498-43B3-948B-1728B52AA6E4}">
                <adec:decorative xmlns:adec="http://schemas.microsoft.com/office/drawing/2017/decorative" val="1"/>
              </a:ext>
            </a:extLst>
          </p:cNvPr>
          <p:cNvGrpSpPr/>
          <p:nvPr userDrawn="1"/>
        </p:nvGrpSpPr>
        <p:grpSpPr>
          <a:xfrm>
            <a:off x="1512137" y="2437484"/>
            <a:ext cx="10262514" cy="2510164"/>
            <a:chOff x="1512137" y="2437484"/>
            <a:chExt cx="10262514" cy="2510164"/>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12137"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12137"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378A91-CE46-5522-9C0B-EA8A8EEE264C}"/>
                </a:ext>
              </a:extLst>
            </p:cNvPr>
            <p:cNvCxnSpPr>
              <a:cxnSpLocks/>
            </p:cNvCxnSpPr>
            <p:nvPr userDrawn="1"/>
          </p:nvCxnSpPr>
          <p:spPr>
            <a:xfrm>
              <a:off x="1512137"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55D23A-01AB-588F-517A-144079958FC2}"/>
                </a:ext>
              </a:extLst>
            </p:cNvPr>
            <p:cNvCxnSpPr>
              <a:cxnSpLocks/>
            </p:cNvCxnSpPr>
            <p:nvPr userDrawn="1"/>
          </p:nvCxnSpPr>
          <p:spPr>
            <a:xfrm>
              <a:off x="7385531" y="2437484"/>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326F57-826B-3ACC-E1E9-43A337E58CE7}"/>
                </a:ext>
              </a:extLst>
            </p:cNvPr>
            <p:cNvCxnSpPr>
              <a:cxnSpLocks/>
            </p:cNvCxnSpPr>
            <p:nvPr userDrawn="1"/>
          </p:nvCxnSpPr>
          <p:spPr>
            <a:xfrm>
              <a:off x="7385531" y="3692566"/>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9BA8E10-C301-B50F-BA49-15050943AAD9}"/>
                </a:ext>
              </a:extLst>
            </p:cNvPr>
            <p:cNvCxnSpPr>
              <a:cxnSpLocks/>
            </p:cNvCxnSpPr>
            <p:nvPr userDrawn="1"/>
          </p:nvCxnSpPr>
          <p:spPr>
            <a:xfrm>
              <a:off x="7385531" y="4947648"/>
              <a:ext cx="438912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24" name="Picture Placeholder 9">
            <a:extLst>
              <a:ext uri="{FF2B5EF4-FFF2-40B4-BE49-F238E27FC236}">
                <a16:creationId xmlns:a16="http://schemas.microsoft.com/office/drawing/2014/main" id="{B43F4B7B-2CB6-3C5D-41D4-F0733252324A}"/>
              </a:ext>
              <a:ext uri="{C183D7F6-B498-43B3-948B-1728B52AA6E4}">
                <adec:decorative xmlns:adec="http://schemas.microsoft.com/office/drawing/2017/decorative" val="1"/>
              </a:ext>
            </a:extLst>
          </p:cNvPr>
          <p:cNvSpPr>
            <a:spLocks noGrp="1" noChangeAspect="1"/>
          </p:cNvSpPr>
          <p:nvPr>
            <p:ph type="pic" sz="quarter" idx="28" hasCustomPrompt="1"/>
          </p:nvPr>
        </p:nvSpPr>
        <p:spPr>
          <a:xfrm>
            <a:off x="425450" y="1352743"/>
            <a:ext cx="914400" cy="914400"/>
          </a:xfrm>
          <a:prstGeom prst="rect">
            <a:avLst/>
          </a:prstGeom>
        </p:spPr>
        <p:txBody>
          <a:bodyPr anchor="ctr"/>
          <a:lstStyle>
            <a:lvl1pPr marL="0" indent="0" algn="ctr">
              <a:buNone/>
              <a:defRPr sz="1200"/>
            </a:lvl1pPr>
          </a:lstStyle>
          <a:p>
            <a:r>
              <a:rPr lang="en-US"/>
              <a:t>Click here to add icon</a:t>
            </a:r>
          </a:p>
        </p:txBody>
      </p:sp>
      <p:sp>
        <p:nvSpPr>
          <p:cNvPr id="26" name="Picture Placeholder 9">
            <a:extLst>
              <a:ext uri="{FF2B5EF4-FFF2-40B4-BE49-F238E27FC236}">
                <a16:creationId xmlns:a16="http://schemas.microsoft.com/office/drawing/2014/main" id="{EB7D8D35-559F-0ECB-0A77-87FEE0425347}"/>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25450" y="2607825"/>
            <a:ext cx="914400" cy="914400"/>
          </a:xfrm>
          <a:prstGeom prst="rect">
            <a:avLst/>
          </a:prstGeom>
        </p:spPr>
        <p:txBody>
          <a:bodyPr anchor="ctr"/>
          <a:lstStyle>
            <a:lvl1pPr marL="0" indent="0" algn="ctr">
              <a:buNone/>
              <a:defRPr sz="1200"/>
            </a:lvl1pPr>
          </a:lstStyle>
          <a:p>
            <a:r>
              <a:rPr lang="en-US"/>
              <a:t>Click here to add icon</a:t>
            </a:r>
          </a:p>
        </p:txBody>
      </p:sp>
      <p:sp>
        <p:nvSpPr>
          <p:cNvPr id="28" name="Picture Placeholder 9">
            <a:extLst>
              <a:ext uri="{FF2B5EF4-FFF2-40B4-BE49-F238E27FC236}">
                <a16:creationId xmlns:a16="http://schemas.microsoft.com/office/drawing/2014/main" id="{0815622D-F593-5765-4DE3-9C3B3DA20081}"/>
              </a:ext>
              <a:ext uri="{C183D7F6-B498-43B3-948B-1728B52AA6E4}">
                <adec:decorative xmlns:adec="http://schemas.microsoft.com/office/drawing/2017/decorative" val="1"/>
              </a:ext>
            </a:extLst>
          </p:cNvPr>
          <p:cNvSpPr>
            <a:spLocks noGrp="1" noChangeAspect="1"/>
          </p:cNvSpPr>
          <p:nvPr>
            <p:ph type="pic" sz="quarter" idx="32" hasCustomPrompt="1"/>
          </p:nvPr>
        </p:nvSpPr>
        <p:spPr>
          <a:xfrm>
            <a:off x="425450" y="3862907"/>
            <a:ext cx="914400" cy="914400"/>
          </a:xfrm>
          <a:prstGeom prst="rect">
            <a:avLst/>
          </a:prstGeom>
        </p:spPr>
        <p:txBody>
          <a:bodyPr anchor="ctr"/>
          <a:lstStyle>
            <a:lvl1pPr marL="0" indent="0" algn="ctr">
              <a:buNone/>
              <a:defRPr sz="1200"/>
            </a:lvl1pPr>
          </a:lstStyle>
          <a:p>
            <a:r>
              <a:rPr lang="en-US"/>
              <a:t>Click here to add icon</a:t>
            </a:r>
          </a:p>
        </p:txBody>
      </p:sp>
      <p:sp>
        <p:nvSpPr>
          <p:cNvPr id="30" name="Picture Placeholder 9">
            <a:extLst>
              <a:ext uri="{FF2B5EF4-FFF2-40B4-BE49-F238E27FC236}">
                <a16:creationId xmlns:a16="http://schemas.microsoft.com/office/drawing/2014/main" id="{B1B97117-9F24-6123-995B-5C808A68E78F}"/>
              </a:ext>
              <a:ext uri="{C183D7F6-B498-43B3-948B-1728B52AA6E4}">
                <adec:decorative xmlns:adec="http://schemas.microsoft.com/office/drawing/2017/decorative" val="1"/>
              </a:ext>
            </a:extLst>
          </p:cNvPr>
          <p:cNvSpPr>
            <a:spLocks noGrp="1" noChangeAspect="1"/>
          </p:cNvSpPr>
          <p:nvPr>
            <p:ph type="pic" sz="quarter" idx="34" hasCustomPrompt="1"/>
          </p:nvPr>
        </p:nvSpPr>
        <p:spPr>
          <a:xfrm>
            <a:off x="425450" y="5117990"/>
            <a:ext cx="914400" cy="914400"/>
          </a:xfrm>
          <a:prstGeom prst="rect">
            <a:avLst/>
          </a:prstGeom>
        </p:spPr>
        <p:txBody>
          <a:bodyPr anchor="ctr"/>
          <a:lstStyle>
            <a:lvl1pPr marL="0" indent="0" algn="ctr">
              <a:buNone/>
              <a:defRPr sz="1200"/>
            </a:lvl1pPr>
          </a:lstStyle>
          <a:p>
            <a:r>
              <a:rPr lang="en-US"/>
              <a:t>Click here to add icon</a:t>
            </a:r>
          </a:p>
        </p:txBody>
      </p:sp>
      <p:sp>
        <p:nvSpPr>
          <p:cNvPr id="25" name="Picture Placeholder 9">
            <a:extLst>
              <a:ext uri="{FF2B5EF4-FFF2-40B4-BE49-F238E27FC236}">
                <a16:creationId xmlns:a16="http://schemas.microsoft.com/office/drawing/2014/main" id="{0D74B06B-61ED-CEFB-E3B3-9FC646969EA4}"/>
              </a:ext>
              <a:ext uri="{C183D7F6-B498-43B3-948B-1728B52AA6E4}">
                <adec:decorative xmlns:adec="http://schemas.microsoft.com/office/drawing/2017/decorative" val="1"/>
              </a:ext>
            </a:extLst>
          </p:cNvPr>
          <p:cNvSpPr>
            <a:spLocks noGrp="1" noChangeAspect="1"/>
          </p:cNvSpPr>
          <p:nvPr>
            <p:ph type="pic" sz="quarter" idx="29" hasCustomPrompt="1"/>
          </p:nvPr>
        </p:nvSpPr>
        <p:spPr>
          <a:xfrm>
            <a:off x="6305389" y="1352743"/>
            <a:ext cx="914400" cy="914400"/>
          </a:xfrm>
          <a:prstGeom prst="rect">
            <a:avLst/>
          </a:prstGeom>
        </p:spPr>
        <p:txBody>
          <a:bodyPr anchor="ctr"/>
          <a:lstStyle>
            <a:lvl1pPr marL="0" indent="0" algn="ctr">
              <a:buNone/>
              <a:defRPr sz="1200"/>
            </a:lvl1pPr>
          </a:lstStyle>
          <a:p>
            <a:r>
              <a:rPr lang="en-US"/>
              <a:t>Click here to add icon</a:t>
            </a:r>
          </a:p>
        </p:txBody>
      </p:sp>
      <p:sp>
        <p:nvSpPr>
          <p:cNvPr id="27" name="Picture Placeholder 9">
            <a:extLst>
              <a:ext uri="{FF2B5EF4-FFF2-40B4-BE49-F238E27FC236}">
                <a16:creationId xmlns:a16="http://schemas.microsoft.com/office/drawing/2014/main" id="{C8F1CBD6-68D2-0E56-C57A-4BB197422862}"/>
              </a:ext>
              <a:ext uri="{C183D7F6-B498-43B3-948B-1728B52AA6E4}">
                <adec:decorative xmlns:adec="http://schemas.microsoft.com/office/drawing/2017/decorative" val="1"/>
              </a:ext>
            </a:extLst>
          </p:cNvPr>
          <p:cNvSpPr>
            <a:spLocks noGrp="1" noChangeAspect="1"/>
          </p:cNvSpPr>
          <p:nvPr>
            <p:ph type="pic" sz="quarter" idx="31" hasCustomPrompt="1"/>
          </p:nvPr>
        </p:nvSpPr>
        <p:spPr>
          <a:xfrm>
            <a:off x="6305389" y="2607825"/>
            <a:ext cx="914400" cy="914400"/>
          </a:xfrm>
          <a:prstGeom prst="rect">
            <a:avLst/>
          </a:prstGeom>
        </p:spPr>
        <p:txBody>
          <a:bodyPr anchor="ctr"/>
          <a:lstStyle>
            <a:lvl1pPr marL="0" indent="0" algn="ctr">
              <a:buNone/>
              <a:defRPr sz="1200"/>
            </a:lvl1pPr>
          </a:lstStyle>
          <a:p>
            <a:r>
              <a:rPr lang="en-US"/>
              <a:t>Click here to add icon</a:t>
            </a:r>
          </a:p>
        </p:txBody>
      </p:sp>
      <p:sp>
        <p:nvSpPr>
          <p:cNvPr id="29" name="Picture Placeholder 9">
            <a:extLst>
              <a:ext uri="{FF2B5EF4-FFF2-40B4-BE49-F238E27FC236}">
                <a16:creationId xmlns:a16="http://schemas.microsoft.com/office/drawing/2014/main" id="{8A4B5D9B-DD42-E12C-B8B1-D148773ADFC2}"/>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305389" y="3862907"/>
            <a:ext cx="914400" cy="914400"/>
          </a:xfrm>
          <a:prstGeom prst="rect">
            <a:avLst/>
          </a:prstGeom>
        </p:spPr>
        <p:txBody>
          <a:bodyPr anchor="ctr"/>
          <a:lstStyle>
            <a:lvl1pPr marL="0" indent="0" algn="ctr">
              <a:buNone/>
              <a:defRPr sz="1200"/>
            </a:lvl1pPr>
          </a:lstStyle>
          <a:p>
            <a:r>
              <a:rPr lang="en-US"/>
              <a:t>Click here to add icon</a:t>
            </a:r>
          </a:p>
        </p:txBody>
      </p:sp>
      <p:sp>
        <p:nvSpPr>
          <p:cNvPr id="31" name="Picture Placeholder 9">
            <a:extLst>
              <a:ext uri="{FF2B5EF4-FFF2-40B4-BE49-F238E27FC236}">
                <a16:creationId xmlns:a16="http://schemas.microsoft.com/office/drawing/2014/main" id="{4FE3643B-04DC-9C04-EC21-6FC260035471}"/>
              </a:ext>
              <a:ext uri="{C183D7F6-B498-43B3-948B-1728B52AA6E4}">
                <adec:decorative xmlns:adec="http://schemas.microsoft.com/office/drawing/2017/decorative" val="1"/>
              </a:ext>
            </a:extLst>
          </p:cNvPr>
          <p:cNvSpPr>
            <a:spLocks noGrp="1" noChangeAspect="1"/>
          </p:cNvSpPr>
          <p:nvPr>
            <p:ph type="pic" sz="quarter" idx="35" hasCustomPrompt="1"/>
          </p:nvPr>
        </p:nvSpPr>
        <p:spPr>
          <a:xfrm>
            <a:off x="6305389" y="5117990"/>
            <a:ext cx="914400" cy="914400"/>
          </a:xfrm>
          <a:prstGeom prst="rect">
            <a:avLst/>
          </a:prstGeom>
        </p:spPr>
        <p:txBody>
          <a:bodyPr anchor="ctr"/>
          <a:lstStyle>
            <a:lvl1pPr marL="0" indent="0" algn="ctr">
              <a:buNone/>
              <a:defRPr sz="1200"/>
            </a:lvl1pPr>
          </a:lstStyle>
          <a:p>
            <a:r>
              <a:rPr lang="en-US"/>
              <a:t>Click here to add icon</a:t>
            </a:r>
          </a:p>
        </p:txBody>
      </p:sp>
    </p:spTree>
    <p:extLst>
      <p:ext uri="{BB962C8B-B14F-4D97-AF65-F5344CB8AC3E}">
        <p14:creationId xmlns:p14="http://schemas.microsoft.com/office/powerpoint/2010/main" val="16649071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circle tex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F190266A-6EA5-DA1F-2689-9203581580EC}"/>
              </a:ext>
            </a:extLst>
          </p:cNvPr>
          <p:cNvSpPr>
            <a:spLocks noGrp="1"/>
          </p:cNvSpPr>
          <p:nvPr>
            <p:ph type="body" sz="quarter" idx="36" hasCustomPrompt="1"/>
          </p:nvPr>
        </p:nvSpPr>
        <p:spPr>
          <a:xfrm>
            <a:off x="1643606" y="1469073"/>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2" name="Text Placeholder 11">
            <a:extLst>
              <a:ext uri="{FF2B5EF4-FFF2-40B4-BE49-F238E27FC236}">
                <a16:creationId xmlns:a16="http://schemas.microsoft.com/office/drawing/2014/main" id="{51F13AE0-9183-D602-5CE3-A9A8CFB65524}"/>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5" name="Text Placeholder 11">
            <a:extLst>
              <a:ext uri="{FF2B5EF4-FFF2-40B4-BE49-F238E27FC236}">
                <a16:creationId xmlns:a16="http://schemas.microsoft.com/office/drawing/2014/main" id="{5401359C-8F5C-6329-FB4C-ACDB3E530D46}"/>
              </a:ext>
            </a:extLst>
          </p:cNvPr>
          <p:cNvSpPr>
            <a:spLocks noGrp="1"/>
          </p:cNvSpPr>
          <p:nvPr>
            <p:ph type="body" sz="quarter" idx="37" hasCustomPrompt="1"/>
          </p:nvPr>
        </p:nvSpPr>
        <p:spPr>
          <a:xfrm>
            <a:off x="1643606" y="2661324"/>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3" name="Text Placeholder 11">
            <a:extLst>
              <a:ext uri="{FF2B5EF4-FFF2-40B4-BE49-F238E27FC236}">
                <a16:creationId xmlns:a16="http://schemas.microsoft.com/office/drawing/2014/main" id="{9AAE432B-E20C-7DDA-7B74-202DD9899130}"/>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6" name="Text Placeholder 11">
            <a:extLst>
              <a:ext uri="{FF2B5EF4-FFF2-40B4-BE49-F238E27FC236}">
                <a16:creationId xmlns:a16="http://schemas.microsoft.com/office/drawing/2014/main" id="{46420016-65BB-65D1-7A9B-BC72F9D6828A}"/>
              </a:ext>
            </a:extLst>
          </p:cNvPr>
          <p:cNvSpPr>
            <a:spLocks noGrp="1"/>
          </p:cNvSpPr>
          <p:nvPr>
            <p:ph type="body" sz="quarter" idx="38" hasCustomPrompt="1"/>
          </p:nvPr>
        </p:nvSpPr>
        <p:spPr>
          <a:xfrm>
            <a:off x="1643606" y="3855191"/>
            <a:ext cx="10122944" cy="1005840"/>
          </a:xfrm>
        </p:spPr>
        <p:txBody>
          <a:bodyPr lIns="0" tIns="45720" rIns="0" bIns="45720" anchor="ctr"/>
          <a:lstStyle>
            <a:lvl1pPr marL="0" indent="0">
              <a:spcAft>
                <a:spcPts val="200"/>
              </a:spcAft>
              <a:buNone/>
              <a:defRPr sz="1600">
                <a:solidFill>
                  <a:schemeClr val="accent1"/>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15" name="Text Placeholder 11">
            <a:extLst>
              <a:ext uri="{FF2B5EF4-FFF2-40B4-BE49-F238E27FC236}">
                <a16:creationId xmlns:a16="http://schemas.microsoft.com/office/drawing/2014/main" id="{6AA48CE4-D48F-1815-952F-AE9234ABC8B0}"/>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7" name="Text Placeholder 11">
            <a:extLst>
              <a:ext uri="{FF2B5EF4-FFF2-40B4-BE49-F238E27FC236}">
                <a16:creationId xmlns:a16="http://schemas.microsoft.com/office/drawing/2014/main" id="{2E30510B-0B2F-B2B8-13C1-8A4B008236D0}"/>
              </a:ext>
            </a:extLst>
          </p:cNvPr>
          <p:cNvSpPr>
            <a:spLocks noGrp="1"/>
          </p:cNvSpPr>
          <p:nvPr>
            <p:ph type="body" sz="quarter" idx="39" hasCustomPrompt="1"/>
          </p:nvPr>
        </p:nvSpPr>
        <p:spPr>
          <a:xfrm>
            <a:off x="1643606" y="5048250"/>
            <a:ext cx="10122944" cy="1005840"/>
          </a:xfrm>
        </p:spPr>
        <p:txBody>
          <a:bodyPr lIns="0" tIns="45720" rIns="0" bIns="45720" anchor="ctr"/>
          <a:lstStyle>
            <a:lvl1pPr marL="0" indent="0">
              <a:spcAft>
                <a:spcPts val="200"/>
              </a:spcAft>
              <a:buNone/>
              <a:defRPr sz="1600">
                <a:solidFill>
                  <a:schemeClr val="accent3"/>
                </a:solidFill>
                <a:latin typeface="+mj-lt"/>
              </a:defRPr>
            </a:lvl1pPr>
            <a:lvl2pPr marL="182880" indent="-182880">
              <a:spcAft>
                <a:spcPts val="200"/>
              </a:spcAft>
              <a:defRPr sz="1400"/>
            </a:lvl2pPr>
            <a:lvl3pPr>
              <a:defRPr sz="1400"/>
            </a:lvl3pPr>
            <a:lvl4pPr>
              <a:defRPr sz="1400"/>
            </a:lvl4pPr>
          </a:lstStyle>
          <a:p>
            <a:pPr lvl="0"/>
            <a:r>
              <a:rPr lang="en-US"/>
              <a:t>Heading</a:t>
            </a:r>
          </a:p>
          <a:p>
            <a:pPr lvl="1"/>
            <a:r>
              <a:rPr lang="en-US"/>
              <a:t>Body text</a:t>
            </a:r>
          </a:p>
        </p:txBody>
      </p:sp>
      <p:sp>
        <p:nvSpPr>
          <p:cNvPr id="3" name="Slide Number Placeholder 5">
            <a:extLst>
              <a:ext uri="{FF2B5EF4-FFF2-40B4-BE49-F238E27FC236}">
                <a16:creationId xmlns:a16="http://schemas.microsoft.com/office/drawing/2014/main" id="{B7F83E17-8512-7962-C5E1-591C2FB9ADD6}"/>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9" name="Group 8">
            <a:extLst>
              <a:ext uri="{FF2B5EF4-FFF2-40B4-BE49-F238E27FC236}">
                <a16:creationId xmlns:a16="http://schemas.microsoft.com/office/drawing/2014/main" id="{EE0F0882-44F5-44B1-C186-702F2480C0F2}"/>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56285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ircle tex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Text Placeholder 11">
            <a:extLst>
              <a:ext uri="{FF2B5EF4-FFF2-40B4-BE49-F238E27FC236}">
                <a16:creationId xmlns:a16="http://schemas.microsoft.com/office/drawing/2014/main" id="{D73F7F6A-A03C-29C6-C5D4-5A7B3542360A}"/>
              </a:ext>
            </a:extLst>
          </p:cNvPr>
          <p:cNvSpPr>
            <a:spLocks noGrp="1" noChangeAspect="1"/>
          </p:cNvSpPr>
          <p:nvPr>
            <p:ph type="body" sz="quarter" idx="14" hasCustomPrompt="1"/>
          </p:nvPr>
        </p:nvSpPr>
        <p:spPr>
          <a:xfrm>
            <a:off x="425450" y="1446213"/>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643606" y="1469073"/>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5" name="Text Placeholder 11">
            <a:extLst>
              <a:ext uri="{FF2B5EF4-FFF2-40B4-BE49-F238E27FC236}">
                <a16:creationId xmlns:a16="http://schemas.microsoft.com/office/drawing/2014/main" id="{B7BFB2D0-1EAF-DCB0-6345-DF88DCCF0E69}"/>
              </a:ext>
            </a:extLst>
          </p:cNvPr>
          <p:cNvSpPr>
            <a:spLocks noGrp="1" noChangeAspect="1"/>
          </p:cNvSpPr>
          <p:nvPr>
            <p:ph type="body" sz="quarter" idx="15" hasCustomPrompt="1"/>
          </p:nvPr>
        </p:nvSpPr>
        <p:spPr>
          <a:xfrm>
            <a:off x="425450" y="2638464"/>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643606" y="2661324"/>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6" name="Text Placeholder 11">
            <a:extLst>
              <a:ext uri="{FF2B5EF4-FFF2-40B4-BE49-F238E27FC236}">
                <a16:creationId xmlns:a16="http://schemas.microsoft.com/office/drawing/2014/main" id="{42951087-268C-82C9-8EE2-ACDB75F9C8F8}"/>
              </a:ext>
            </a:extLst>
          </p:cNvPr>
          <p:cNvSpPr>
            <a:spLocks noGrp="1" noChangeAspect="1"/>
          </p:cNvSpPr>
          <p:nvPr>
            <p:ph type="body" sz="quarter" idx="16" hasCustomPrompt="1"/>
          </p:nvPr>
        </p:nvSpPr>
        <p:spPr>
          <a:xfrm>
            <a:off x="425450" y="3832331"/>
            <a:ext cx="1051560" cy="105156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643606" y="3855191"/>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7" name="Text Placeholder 11">
            <a:extLst>
              <a:ext uri="{FF2B5EF4-FFF2-40B4-BE49-F238E27FC236}">
                <a16:creationId xmlns:a16="http://schemas.microsoft.com/office/drawing/2014/main" id="{D6FBDD42-ED0C-5362-9314-8816E840A6CF}"/>
              </a:ext>
            </a:extLst>
          </p:cNvPr>
          <p:cNvSpPr>
            <a:spLocks noGrp="1" noChangeAspect="1"/>
          </p:cNvSpPr>
          <p:nvPr>
            <p:ph type="body" sz="quarter" idx="17" hasCustomPrompt="1"/>
          </p:nvPr>
        </p:nvSpPr>
        <p:spPr>
          <a:xfrm>
            <a:off x="425450" y="5025390"/>
            <a:ext cx="1051560" cy="1051560"/>
          </a:xfrm>
          <a:prstGeom prst="ellipse">
            <a:avLst/>
          </a:prstGeom>
          <a:solidFill>
            <a:schemeClr val="accent3"/>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8" name="Text Placeholder 11">
            <a:extLst>
              <a:ext uri="{FF2B5EF4-FFF2-40B4-BE49-F238E27FC236}">
                <a16:creationId xmlns:a16="http://schemas.microsoft.com/office/drawing/2014/main" id="{25BAE7B8-AA80-9379-0D79-99D8A5FB8883}"/>
              </a:ext>
            </a:extLst>
          </p:cNvPr>
          <p:cNvSpPr>
            <a:spLocks noGrp="1"/>
          </p:cNvSpPr>
          <p:nvPr>
            <p:ph type="body" sz="quarter" idx="20" hasCustomPrompt="1"/>
          </p:nvPr>
        </p:nvSpPr>
        <p:spPr>
          <a:xfrm>
            <a:off x="1643606" y="5048250"/>
            <a:ext cx="10122944"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Slide Number Placeholder 5">
            <a:extLst>
              <a:ext uri="{FF2B5EF4-FFF2-40B4-BE49-F238E27FC236}">
                <a16:creationId xmlns:a16="http://schemas.microsoft.com/office/drawing/2014/main" id="{25805B27-E793-67C5-14F5-AF1764066589}"/>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B7BA0B3A-C5FE-73FE-0313-2D261BC14E1D}"/>
              </a:ext>
              <a:ext uri="{C183D7F6-B498-43B3-948B-1728B52AA6E4}">
                <adec:decorative xmlns:adec="http://schemas.microsoft.com/office/drawing/2017/decorative" val="1"/>
              </a:ext>
            </a:extLst>
          </p:cNvPr>
          <p:cNvGrpSpPr/>
          <p:nvPr userDrawn="1"/>
        </p:nvGrpSpPr>
        <p:grpSpPr>
          <a:xfrm>
            <a:off x="1643606" y="2568119"/>
            <a:ext cx="10122943" cy="2386522"/>
            <a:chOff x="1643606" y="2568119"/>
            <a:chExt cx="10122943" cy="2386522"/>
          </a:xfrm>
        </p:grpSpPr>
        <p:cxnSp>
          <p:nvCxnSpPr>
            <p:cNvPr id="20" name="Straight Connector 19">
              <a:extLst>
                <a:ext uri="{FF2B5EF4-FFF2-40B4-BE49-F238E27FC236}">
                  <a16:creationId xmlns:a16="http://schemas.microsoft.com/office/drawing/2014/main" id="{B9FCB7CB-F0E3-E9F1-33DB-E06C950D986F}"/>
                </a:ext>
              </a:extLst>
            </p:cNvPr>
            <p:cNvCxnSpPr/>
            <p:nvPr userDrawn="1"/>
          </p:nvCxnSpPr>
          <p:spPr>
            <a:xfrm>
              <a:off x="1643606" y="2568119"/>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6C658A-1C1E-8319-759A-C14D8B1EDFF1}"/>
                </a:ext>
              </a:extLst>
            </p:cNvPr>
            <p:cNvCxnSpPr/>
            <p:nvPr userDrawn="1"/>
          </p:nvCxnSpPr>
          <p:spPr>
            <a:xfrm>
              <a:off x="1643606" y="3761178"/>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CFDCD5-F742-BE4C-C5AC-89AD0A324771}"/>
                </a:ext>
              </a:extLst>
            </p:cNvPr>
            <p:cNvCxnSpPr/>
            <p:nvPr userDrawn="1"/>
          </p:nvCxnSpPr>
          <p:spPr>
            <a:xfrm>
              <a:off x="1643606" y="4954641"/>
              <a:ext cx="10122943"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20170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ight circl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1" name="Text Placeholder 11">
            <a:extLst>
              <a:ext uri="{FF2B5EF4-FFF2-40B4-BE49-F238E27FC236}">
                <a16:creationId xmlns:a16="http://schemas.microsoft.com/office/drawing/2014/main" id="{A89770E9-16F2-7FFA-DCB8-9440D4376679}"/>
              </a:ext>
            </a:extLst>
          </p:cNvPr>
          <p:cNvSpPr>
            <a:spLocks noGrp="1" noChangeAspect="1"/>
          </p:cNvSpPr>
          <p:nvPr>
            <p:ph type="body" sz="quarter" idx="14" hasCustomPrompt="1"/>
          </p:nvPr>
        </p:nvSpPr>
        <p:spPr>
          <a:xfrm>
            <a:off x="425450"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 name="Text Placeholder 11">
            <a:extLst>
              <a:ext uri="{FF2B5EF4-FFF2-40B4-BE49-F238E27FC236}">
                <a16:creationId xmlns:a16="http://schemas.microsoft.com/office/drawing/2014/main" id="{925B4298-4DFC-5A17-A61C-10AF6A947FE7}"/>
              </a:ext>
            </a:extLst>
          </p:cNvPr>
          <p:cNvSpPr>
            <a:spLocks noGrp="1"/>
          </p:cNvSpPr>
          <p:nvPr>
            <p:ph type="body" sz="quarter" idx="13" hasCustomPrompt="1"/>
          </p:nvPr>
        </p:nvSpPr>
        <p:spPr>
          <a:xfrm>
            <a:off x="1585732"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9" name="Text Placeholder 11">
            <a:extLst>
              <a:ext uri="{FF2B5EF4-FFF2-40B4-BE49-F238E27FC236}">
                <a16:creationId xmlns:a16="http://schemas.microsoft.com/office/drawing/2014/main" id="{F21F880F-FB7C-4634-306F-F1211CD4DE2E}"/>
              </a:ext>
            </a:extLst>
          </p:cNvPr>
          <p:cNvSpPr>
            <a:spLocks noGrp="1" noChangeAspect="1"/>
          </p:cNvSpPr>
          <p:nvPr>
            <p:ph type="body" sz="quarter" idx="27" hasCustomPrompt="1"/>
          </p:nvPr>
        </p:nvSpPr>
        <p:spPr>
          <a:xfrm>
            <a:off x="425450"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6" name="Text Placeholder 11">
            <a:extLst>
              <a:ext uri="{FF2B5EF4-FFF2-40B4-BE49-F238E27FC236}">
                <a16:creationId xmlns:a16="http://schemas.microsoft.com/office/drawing/2014/main" id="{4735C080-32FA-626B-8BAA-894D7FBECC72}"/>
              </a:ext>
            </a:extLst>
          </p:cNvPr>
          <p:cNvSpPr>
            <a:spLocks noGrp="1"/>
          </p:cNvSpPr>
          <p:nvPr>
            <p:ph type="body" sz="quarter" idx="18" hasCustomPrompt="1"/>
          </p:nvPr>
        </p:nvSpPr>
        <p:spPr>
          <a:xfrm>
            <a:off x="1585732"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0" name="Text Placeholder 11">
            <a:extLst>
              <a:ext uri="{FF2B5EF4-FFF2-40B4-BE49-F238E27FC236}">
                <a16:creationId xmlns:a16="http://schemas.microsoft.com/office/drawing/2014/main" id="{279C447D-3CA9-F6B7-7D94-8FE95A45534D}"/>
              </a:ext>
            </a:extLst>
          </p:cNvPr>
          <p:cNvSpPr>
            <a:spLocks noGrp="1" noChangeAspect="1"/>
          </p:cNvSpPr>
          <p:nvPr>
            <p:ph type="body" sz="quarter" idx="28" hasCustomPrompt="1"/>
          </p:nvPr>
        </p:nvSpPr>
        <p:spPr>
          <a:xfrm>
            <a:off x="425450"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17" name="Text Placeholder 11">
            <a:extLst>
              <a:ext uri="{FF2B5EF4-FFF2-40B4-BE49-F238E27FC236}">
                <a16:creationId xmlns:a16="http://schemas.microsoft.com/office/drawing/2014/main" id="{B27BDBB0-751D-2EB5-F060-4BB0656BBE51}"/>
              </a:ext>
            </a:extLst>
          </p:cNvPr>
          <p:cNvSpPr>
            <a:spLocks noGrp="1"/>
          </p:cNvSpPr>
          <p:nvPr>
            <p:ph type="body" sz="quarter" idx="19" hasCustomPrompt="1"/>
          </p:nvPr>
        </p:nvSpPr>
        <p:spPr>
          <a:xfrm>
            <a:off x="1585732"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4" name="Text Placeholder 11">
            <a:extLst>
              <a:ext uri="{FF2B5EF4-FFF2-40B4-BE49-F238E27FC236}">
                <a16:creationId xmlns:a16="http://schemas.microsoft.com/office/drawing/2014/main" id="{E8B13DF0-07C0-23DB-928E-C1C480CADC08}"/>
              </a:ext>
            </a:extLst>
          </p:cNvPr>
          <p:cNvSpPr>
            <a:spLocks noGrp="1" noChangeAspect="1"/>
          </p:cNvSpPr>
          <p:nvPr>
            <p:ph type="body" sz="quarter" idx="29" hasCustomPrompt="1"/>
          </p:nvPr>
        </p:nvSpPr>
        <p:spPr>
          <a:xfrm>
            <a:off x="425450"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4" name="Text Placeholder 11">
            <a:extLst>
              <a:ext uri="{FF2B5EF4-FFF2-40B4-BE49-F238E27FC236}">
                <a16:creationId xmlns:a16="http://schemas.microsoft.com/office/drawing/2014/main" id="{A275FC47-DC0A-178E-6514-4A3C25D30369}"/>
              </a:ext>
            </a:extLst>
          </p:cNvPr>
          <p:cNvSpPr>
            <a:spLocks noGrp="1"/>
          </p:cNvSpPr>
          <p:nvPr>
            <p:ph type="body" sz="quarter" idx="26" hasCustomPrompt="1"/>
          </p:nvPr>
        </p:nvSpPr>
        <p:spPr>
          <a:xfrm>
            <a:off x="1585732"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26" name="Text Placeholder 11">
            <a:extLst>
              <a:ext uri="{FF2B5EF4-FFF2-40B4-BE49-F238E27FC236}">
                <a16:creationId xmlns:a16="http://schemas.microsoft.com/office/drawing/2014/main" id="{38FFF44D-3DD9-2074-EE5A-CD230E0EF2E3}"/>
              </a:ext>
            </a:extLst>
          </p:cNvPr>
          <p:cNvSpPr>
            <a:spLocks noGrp="1" noChangeAspect="1"/>
          </p:cNvSpPr>
          <p:nvPr>
            <p:ph type="body" sz="quarter" idx="31" hasCustomPrompt="1"/>
          </p:nvPr>
        </p:nvSpPr>
        <p:spPr>
          <a:xfrm>
            <a:off x="6277612" y="1469073"/>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5" name="Text Placeholder 11">
            <a:extLst>
              <a:ext uri="{FF2B5EF4-FFF2-40B4-BE49-F238E27FC236}">
                <a16:creationId xmlns:a16="http://schemas.microsoft.com/office/drawing/2014/main" id="{2FD121F6-8F18-F351-DBC7-3754FAF17745}"/>
              </a:ext>
            </a:extLst>
          </p:cNvPr>
          <p:cNvSpPr>
            <a:spLocks noGrp="1"/>
          </p:cNvSpPr>
          <p:nvPr>
            <p:ph type="body" sz="quarter" idx="30" hasCustomPrompt="1"/>
          </p:nvPr>
        </p:nvSpPr>
        <p:spPr>
          <a:xfrm>
            <a:off x="7437894" y="1469073"/>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3" name="Text Placeholder 11">
            <a:extLst>
              <a:ext uri="{FF2B5EF4-FFF2-40B4-BE49-F238E27FC236}">
                <a16:creationId xmlns:a16="http://schemas.microsoft.com/office/drawing/2014/main" id="{E8B77CFA-033A-8C42-DC31-5E9EB70B6CB6}"/>
              </a:ext>
            </a:extLst>
          </p:cNvPr>
          <p:cNvSpPr>
            <a:spLocks noGrp="1" noChangeAspect="1"/>
          </p:cNvSpPr>
          <p:nvPr>
            <p:ph type="body" sz="quarter" idx="35" hasCustomPrompt="1"/>
          </p:nvPr>
        </p:nvSpPr>
        <p:spPr>
          <a:xfrm>
            <a:off x="6277612" y="2669752"/>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7" name="Text Placeholder 11">
            <a:extLst>
              <a:ext uri="{FF2B5EF4-FFF2-40B4-BE49-F238E27FC236}">
                <a16:creationId xmlns:a16="http://schemas.microsoft.com/office/drawing/2014/main" id="{767642CB-C789-58FD-115F-E4DFAD0EB09C}"/>
              </a:ext>
            </a:extLst>
          </p:cNvPr>
          <p:cNvSpPr>
            <a:spLocks noGrp="1"/>
          </p:cNvSpPr>
          <p:nvPr>
            <p:ph type="body" sz="quarter" idx="32" hasCustomPrompt="1"/>
          </p:nvPr>
        </p:nvSpPr>
        <p:spPr>
          <a:xfrm>
            <a:off x="7437894" y="2669751"/>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4" name="Text Placeholder 11">
            <a:extLst>
              <a:ext uri="{FF2B5EF4-FFF2-40B4-BE49-F238E27FC236}">
                <a16:creationId xmlns:a16="http://schemas.microsoft.com/office/drawing/2014/main" id="{763A6193-E0FB-D95B-DE6F-0B20335C56ED}"/>
              </a:ext>
            </a:extLst>
          </p:cNvPr>
          <p:cNvSpPr>
            <a:spLocks noGrp="1" noChangeAspect="1"/>
          </p:cNvSpPr>
          <p:nvPr>
            <p:ph type="body" sz="quarter" idx="36" hasCustomPrompt="1"/>
          </p:nvPr>
        </p:nvSpPr>
        <p:spPr>
          <a:xfrm>
            <a:off x="6277612" y="3870431"/>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28" name="Text Placeholder 11">
            <a:extLst>
              <a:ext uri="{FF2B5EF4-FFF2-40B4-BE49-F238E27FC236}">
                <a16:creationId xmlns:a16="http://schemas.microsoft.com/office/drawing/2014/main" id="{303C1E23-393C-1C89-1D7F-C9C3B6C502F6}"/>
              </a:ext>
            </a:extLst>
          </p:cNvPr>
          <p:cNvSpPr>
            <a:spLocks noGrp="1"/>
          </p:cNvSpPr>
          <p:nvPr>
            <p:ph type="body" sz="quarter" idx="33" hasCustomPrompt="1"/>
          </p:nvPr>
        </p:nvSpPr>
        <p:spPr>
          <a:xfrm>
            <a:off x="7437894" y="3870429"/>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35" name="Text Placeholder 11">
            <a:extLst>
              <a:ext uri="{FF2B5EF4-FFF2-40B4-BE49-F238E27FC236}">
                <a16:creationId xmlns:a16="http://schemas.microsoft.com/office/drawing/2014/main" id="{91EE428F-3890-D952-4727-56BDAAAEACA7}"/>
              </a:ext>
            </a:extLst>
          </p:cNvPr>
          <p:cNvSpPr>
            <a:spLocks noGrp="1" noChangeAspect="1"/>
          </p:cNvSpPr>
          <p:nvPr>
            <p:ph type="body" sz="quarter" idx="37" hasCustomPrompt="1"/>
          </p:nvPr>
        </p:nvSpPr>
        <p:spPr>
          <a:xfrm>
            <a:off x="6277612" y="5071110"/>
            <a:ext cx="1005840" cy="1005840"/>
          </a:xfrm>
          <a:prstGeom prst="ellipse">
            <a:avLst/>
          </a:prstGeom>
          <a:solidFill>
            <a:schemeClr val="accent1"/>
          </a:solidFill>
        </p:spPr>
        <p:txBody>
          <a:bodyPr lIns="0" tIns="0" rIns="0" bIns="0" anchor="ctr"/>
          <a:lstStyle>
            <a:lvl1pPr marL="0" indent="0" algn="ctr">
              <a:spcAft>
                <a:spcPts val="0"/>
              </a:spcAft>
              <a:buNone/>
              <a:defRPr sz="1200">
                <a:solidFill>
                  <a:schemeClr val="bg1"/>
                </a:solidFill>
                <a:latin typeface="+mj-lt"/>
              </a:defRPr>
            </a:lvl1pPr>
            <a:lvl2pPr>
              <a:defRPr sz="1600"/>
            </a:lvl2pPr>
            <a:lvl3pPr>
              <a:defRPr sz="1600"/>
            </a:lvl3pPr>
            <a:lvl4pPr>
              <a:defRPr sz="1600"/>
            </a:lvl4pPr>
          </a:lstStyle>
          <a:p>
            <a:pPr lvl="0"/>
            <a:r>
              <a:rPr lang="en-IN"/>
              <a:t>Text only</a:t>
            </a:r>
            <a:endParaRPr lang="en-US"/>
          </a:p>
        </p:txBody>
      </p:sp>
      <p:sp>
        <p:nvSpPr>
          <p:cNvPr id="31" name="Text Placeholder 11">
            <a:extLst>
              <a:ext uri="{FF2B5EF4-FFF2-40B4-BE49-F238E27FC236}">
                <a16:creationId xmlns:a16="http://schemas.microsoft.com/office/drawing/2014/main" id="{3E87BD83-BA4C-45EB-3B54-F2529CA84476}"/>
              </a:ext>
            </a:extLst>
          </p:cNvPr>
          <p:cNvSpPr>
            <a:spLocks noGrp="1"/>
          </p:cNvSpPr>
          <p:nvPr>
            <p:ph type="body" sz="quarter" idx="34" hasCustomPrompt="1"/>
          </p:nvPr>
        </p:nvSpPr>
        <p:spPr>
          <a:xfrm>
            <a:off x="7437894" y="5071110"/>
            <a:ext cx="4328658" cy="1005840"/>
          </a:xfrm>
        </p:spPr>
        <p:txBody>
          <a:bodyPr lIns="0" tIns="45720" rIns="0" bIns="45720" anchor="ctr"/>
          <a:lstStyle>
            <a:lvl1pPr marL="182880" indent="-182880">
              <a:defRPr sz="1400"/>
            </a:lvl1pPr>
            <a:lvl2pPr>
              <a:defRPr sz="1400"/>
            </a:lvl2pPr>
            <a:lvl3pPr>
              <a:defRPr sz="1400"/>
            </a:lvl3pPr>
            <a:lvl4pPr>
              <a:defRPr sz="1400"/>
            </a:lvl4pPr>
          </a:lstStyle>
          <a:p>
            <a:pPr lvl="0"/>
            <a:r>
              <a:rPr lang="en-US"/>
              <a:t>Body text</a:t>
            </a:r>
          </a:p>
        </p:txBody>
      </p:sp>
      <p:sp>
        <p:nvSpPr>
          <p:cNvPr id="12" name="Slide Number Placeholder 5">
            <a:extLst>
              <a:ext uri="{FF2B5EF4-FFF2-40B4-BE49-F238E27FC236}">
                <a16:creationId xmlns:a16="http://schemas.microsoft.com/office/drawing/2014/main" id="{59A5C8E2-2ADE-518A-D8DD-1D93CC3C251F}"/>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3" name="Group 12">
            <a:extLst>
              <a:ext uri="{FF2B5EF4-FFF2-40B4-BE49-F238E27FC236}">
                <a16:creationId xmlns:a16="http://schemas.microsoft.com/office/drawing/2014/main" id="{A11A5917-6CBF-E43C-C0D8-255CE71EA4ED}"/>
              </a:ext>
              <a:ext uri="{C183D7F6-B498-43B3-948B-1728B52AA6E4}">
                <adec:decorative xmlns:adec="http://schemas.microsoft.com/office/drawing/2017/decorative" val="1"/>
              </a:ext>
            </a:extLst>
          </p:cNvPr>
          <p:cNvGrpSpPr/>
          <p:nvPr userDrawn="1"/>
        </p:nvGrpSpPr>
        <p:grpSpPr>
          <a:xfrm>
            <a:off x="1585732" y="2572332"/>
            <a:ext cx="10177274" cy="2401356"/>
            <a:chOff x="1585732" y="2572332"/>
            <a:chExt cx="10177274" cy="2401356"/>
          </a:xfrm>
        </p:grpSpPr>
        <p:cxnSp>
          <p:nvCxnSpPr>
            <p:cNvPr id="6" name="Straight Connector 5">
              <a:extLst>
                <a:ext uri="{FF2B5EF4-FFF2-40B4-BE49-F238E27FC236}">
                  <a16:creationId xmlns:a16="http://schemas.microsoft.com/office/drawing/2014/main" id="{3C5E0B42-4FAD-B122-9855-574B2EA9EF99}"/>
                </a:ext>
              </a:extLst>
            </p:cNvPr>
            <p:cNvCxnSpPr>
              <a:cxnSpLocks/>
            </p:cNvCxnSpPr>
            <p:nvPr userDrawn="1"/>
          </p:nvCxnSpPr>
          <p:spPr>
            <a:xfrm>
              <a:off x="1585732"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11C842-3283-E596-DE19-3297AED53101}"/>
                </a:ext>
              </a:extLst>
            </p:cNvPr>
            <p:cNvCxnSpPr>
              <a:cxnSpLocks/>
            </p:cNvCxnSpPr>
            <p:nvPr userDrawn="1"/>
          </p:nvCxnSpPr>
          <p:spPr>
            <a:xfrm>
              <a:off x="1585732"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CDB6E7F-7626-2933-1F97-7A46A34A7E06}"/>
                </a:ext>
              </a:extLst>
            </p:cNvPr>
            <p:cNvCxnSpPr>
              <a:cxnSpLocks/>
            </p:cNvCxnSpPr>
            <p:nvPr userDrawn="1"/>
          </p:nvCxnSpPr>
          <p:spPr>
            <a:xfrm>
              <a:off x="1585732"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415C93-4DCF-B7CB-80ED-110311DD037A}"/>
                </a:ext>
              </a:extLst>
            </p:cNvPr>
            <p:cNvCxnSpPr>
              <a:cxnSpLocks/>
            </p:cNvCxnSpPr>
            <p:nvPr userDrawn="1"/>
          </p:nvCxnSpPr>
          <p:spPr>
            <a:xfrm>
              <a:off x="7437894" y="2572332"/>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2FDD71-D37A-FD5D-32D8-73CE6AAACBFF}"/>
                </a:ext>
              </a:extLst>
            </p:cNvPr>
            <p:cNvCxnSpPr>
              <a:cxnSpLocks/>
            </p:cNvCxnSpPr>
            <p:nvPr userDrawn="1"/>
          </p:nvCxnSpPr>
          <p:spPr>
            <a:xfrm>
              <a:off x="7437894" y="3773010"/>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F9CE9F6-6355-A268-FC3F-D648B8F23A64}"/>
                </a:ext>
              </a:extLst>
            </p:cNvPr>
            <p:cNvCxnSpPr>
              <a:cxnSpLocks/>
            </p:cNvCxnSpPr>
            <p:nvPr userDrawn="1"/>
          </p:nvCxnSpPr>
          <p:spPr>
            <a:xfrm>
              <a:off x="7437894" y="4973688"/>
              <a:ext cx="4325112"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23254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ircle curv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8298687"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4" y="709990"/>
            <a:ext cx="82986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A3280943-14D9-E1AA-7579-C65E38FD82CA}"/>
              </a:ext>
            </a:extLst>
          </p:cNvPr>
          <p:cNvSpPr>
            <a:spLocks noGrp="1"/>
          </p:cNvSpPr>
          <p:nvPr>
            <p:ph idx="13" hasCustomPrompt="1"/>
          </p:nvPr>
        </p:nvSpPr>
        <p:spPr>
          <a:xfrm>
            <a:off x="428624" y="1446212"/>
            <a:ext cx="5394960"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29F78020-D828-4016-3BC7-400A2B1744A8}"/>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a:off x="5961999"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7130379"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03643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curv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3514164" y="291451"/>
            <a:ext cx="8252386"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3514164" y="709990"/>
            <a:ext cx="8252386"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4" name="Content Placeholder 2">
            <a:extLst>
              <a:ext uri="{FF2B5EF4-FFF2-40B4-BE49-F238E27FC236}">
                <a16:creationId xmlns:a16="http://schemas.microsoft.com/office/drawing/2014/main" id="{1754A373-88C4-A82B-E350-FCFB019D452F}"/>
              </a:ext>
            </a:extLst>
          </p:cNvPr>
          <p:cNvSpPr>
            <a:spLocks noGrp="1"/>
          </p:cNvSpPr>
          <p:nvPr>
            <p:ph idx="13" hasCustomPrompt="1"/>
          </p:nvPr>
        </p:nvSpPr>
        <p:spPr>
          <a:xfrm>
            <a:off x="6450568" y="1446212"/>
            <a:ext cx="5315982"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3" name="Slide Number Placeholder 5">
            <a:extLst>
              <a:ext uri="{FF2B5EF4-FFF2-40B4-BE49-F238E27FC236}">
                <a16:creationId xmlns:a16="http://schemas.microsoft.com/office/drawing/2014/main" id="{516BDD6C-589C-E59D-505F-90F87C6A5387}"/>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0" name="Group 9">
            <a:extLst>
              <a:ext uri="{FF2B5EF4-FFF2-40B4-BE49-F238E27FC236}">
                <a16:creationId xmlns:a16="http://schemas.microsoft.com/office/drawing/2014/main" id="{5A042A46-97C5-F787-43FC-5F9827AA18E8}"/>
              </a:ext>
              <a:ext uri="{C183D7F6-B498-43B3-948B-1728B52AA6E4}">
                <adec:decorative xmlns:adec="http://schemas.microsoft.com/office/drawing/2017/decorative" val="1"/>
              </a:ext>
            </a:extLst>
          </p:cNvPr>
          <p:cNvGrpSpPr/>
          <p:nvPr userDrawn="1"/>
        </p:nvGrpSpPr>
        <p:grpSpPr>
          <a:xfrm flipH="1">
            <a:off x="428623" y="274592"/>
            <a:ext cx="5812951" cy="5812951"/>
            <a:chOff x="6364404" y="688572"/>
            <a:chExt cx="5398971" cy="5398971"/>
          </a:xfrm>
        </p:grpSpPr>
        <p:pic>
          <p:nvPicPr>
            <p:cNvPr id="6" name="Graphic 5">
              <a:extLst>
                <a:ext uri="{FF2B5EF4-FFF2-40B4-BE49-F238E27FC236}">
                  <a16:creationId xmlns:a16="http://schemas.microsoft.com/office/drawing/2014/main" id="{19388112-1510-8BE1-AA73-ACED720525D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7" name="Graphic 6">
              <a:extLst>
                <a:ext uri="{FF2B5EF4-FFF2-40B4-BE49-F238E27FC236}">
                  <a16:creationId xmlns:a16="http://schemas.microsoft.com/office/drawing/2014/main" id="{BD334C72-E7A6-7287-6BE0-BD3FDACC0AC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9" name="Picture Placeholder 6">
            <a:extLst>
              <a:ext uri="{FF2B5EF4-FFF2-40B4-BE49-F238E27FC236}">
                <a16:creationId xmlns:a16="http://schemas.microsoft.com/office/drawing/2014/main" id="{3C6A4090-631D-D30D-81B3-FF74F215083D}"/>
              </a:ext>
              <a:ext uri="{C183D7F6-B498-43B3-948B-1728B52AA6E4}">
                <adec:decorative xmlns:adec="http://schemas.microsoft.com/office/drawing/2017/decorative" val="1"/>
              </a:ext>
            </a:extLst>
          </p:cNvPr>
          <p:cNvSpPr>
            <a:spLocks noGrp="1" noChangeAspect="1"/>
          </p:cNvSpPr>
          <p:nvPr>
            <p:ph type="pic" sz="quarter" idx="11"/>
          </p:nvPr>
        </p:nvSpPr>
        <p:spPr>
          <a:xfrm>
            <a:off x="1597003" y="1441448"/>
            <a:ext cx="3474722" cy="3474720"/>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5022127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ircle curv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defRPr/>
            </a:lvl1pPr>
          </a:lstStyle>
          <a:p>
            <a:r>
              <a:rPr lang="en-US"/>
              <a:t>Title</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10" name="Content Placeholder 2">
            <a:extLst>
              <a:ext uri="{FF2B5EF4-FFF2-40B4-BE49-F238E27FC236}">
                <a16:creationId xmlns:a16="http://schemas.microsoft.com/office/drawing/2014/main" id="{15D281C0-60B3-6172-E427-F7E32C30796B}"/>
              </a:ext>
            </a:extLst>
          </p:cNvPr>
          <p:cNvSpPr>
            <a:spLocks noGrp="1"/>
          </p:cNvSpPr>
          <p:nvPr>
            <p:ph idx="13" hasCustomPrompt="1"/>
          </p:nvPr>
        </p:nvSpPr>
        <p:spPr>
          <a:xfrm>
            <a:off x="5254906" y="1446212"/>
            <a:ext cx="6511644" cy="4630737"/>
          </a:xfrm>
        </p:spPr>
        <p:txBody>
          <a:bodyPr lIns="0" tIns="0" rIns="0" bIns="0"/>
          <a:lstStyle>
            <a:lvl4pPr>
              <a:defRPr/>
            </a:lvl4pPr>
            <a:lvl5pPr marL="1143000" indent="-228600">
              <a:buFont typeface="Arial" panose="020B0604020202020204" pitchFamily="34" charset="0"/>
              <a:buChar char="•"/>
              <a:defRPr/>
            </a:lvl5pPr>
            <a:lvl6pPr marL="1371600" indent="-228600">
              <a:lnSpc>
                <a:spcPct val="100000"/>
              </a:lnSpc>
              <a:spcBef>
                <a:spcPts val="0"/>
              </a:spcBef>
              <a:spcAft>
                <a:spcPts val="600"/>
              </a:spcAft>
              <a:buFont typeface="Arial" panose="020B0604020202020204" pitchFamily="34" charset="0"/>
              <a:buChar char="•"/>
              <a:defRPr/>
            </a:lvl6pPr>
          </a:lstStyle>
          <a:p>
            <a:pPr lvl="0"/>
            <a:r>
              <a:rPr lang="en-US"/>
              <a:t>Level 01</a:t>
            </a:r>
          </a:p>
          <a:p>
            <a:pPr lvl="1"/>
            <a:r>
              <a:rPr lang="en-US"/>
              <a:t>Level 02</a:t>
            </a:r>
          </a:p>
          <a:p>
            <a:pPr lvl="2"/>
            <a:r>
              <a:rPr lang="en-US"/>
              <a:t>Level 03</a:t>
            </a:r>
          </a:p>
          <a:p>
            <a:pPr lvl="3"/>
            <a:r>
              <a:rPr lang="en-US"/>
              <a:t>Level 04</a:t>
            </a:r>
          </a:p>
          <a:p>
            <a:pPr lvl="4"/>
            <a:r>
              <a:rPr lang="en-US"/>
              <a:t>Level 05</a:t>
            </a:r>
          </a:p>
          <a:p>
            <a:pPr lvl="5"/>
            <a:r>
              <a:rPr lang="en-US"/>
              <a:t>Level 06</a:t>
            </a:r>
          </a:p>
        </p:txBody>
      </p:sp>
      <p:sp>
        <p:nvSpPr>
          <p:cNvPr id="9" name="Slide Number Placeholder 5">
            <a:extLst>
              <a:ext uri="{FF2B5EF4-FFF2-40B4-BE49-F238E27FC236}">
                <a16:creationId xmlns:a16="http://schemas.microsoft.com/office/drawing/2014/main" id="{7708C7AB-438A-DC8C-37D8-D7D68BAB13CD}"/>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4" name="Group 3">
            <a:extLst>
              <a:ext uri="{FF2B5EF4-FFF2-40B4-BE49-F238E27FC236}">
                <a16:creationId xmlns:a16="http://schemas.microsoft.com/office/drawing/2014/main" id="{37533B7B-CFCE-C743-5F19-2A8A364B144A}"/>
              </a:ext>
              <a:ext uri="{C183D7F6-B498-43B3-948B-1728B52AA6E4}">
                <adec:decorative xmlns:adec="http://schemas.microsoft.com/office/drawing/2017/decorative" val="1"/>
              </a:ext>
            </a:extLst>
          </p:cNvPr>
          <p:cNvGrpSpPr/>
          <p:nvPr userDrawn="1"/>
        </p:nvGrpSpPr>
        <p:grpSpPr>
          <a:xfrm flipH="1">
            <a:off x="428625" y="1456405"/>
            <a:ext cx="4631138" cy="4631138"/>
            <a:chOff x="6364404" y="688572"/>
            <a:chExt cx="5398971" cy="5398971"/>
          </a:xfrm>
        </p:grpSpPr>
        <p:pic>
          <p:nvPicPr>
            <p:cNvPr id="5" name="Graphic 4">
              <a:extLst>
                <a:ext uri="{FF2B5EF4-FFF2-40B4-BE49-F238E27FC236}">
                  <a16:creationId xmlns:a16="http://schemas.microsoft.com/office/drawing/2014/main" id="{F0EA9041-DFBD-0DC8-66E1-193CA3018F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6" name="Graphic 5">
              <a:extLst>
                <a:ext uri="{FF2B5EF4-FFF2-40B4-BE49-F238E27FC236}">
                  <a16:creationId xmlns:a16="http://schemas.microsoft.com/office/drawing/2014/main" id="{14ADEFBA-0047-A23F-7A01-9D71C4274E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7" name="Picture Placeholder 6">
            <a:extLst>
              <a:ext uri="{FF2B5EF4-FFF2-40B4-BE49-F238E27FC236}">
                <a16:creationId xmlns:a16="http://schemas.microsoft.com/office/drawing/2014/main" id="{4A8ACBE3-F84F-9311-A090-BF6945A40482}"/>
              </a:ext>
              <a:ext uri="{C183D7F6-B498-43B3-948B-1728B52AA6E4}">
                <adec:decorative xmlns:adec="http://schemas.microsoft.com/office/drawing/2017/decorative" val="1"/>
              </a:ext>
            </a:extLst>
          </p:cNvPr>
          <p:cNvSpPr>
            <a:spLocks noGrp="1" noChangeAspect="1"/>
          </p:cNvSpPr>
          <p:nvPr>
            <p:ph type="pic" sz="quarter" idx="11"/>
          </p:nvPr>
        </p:nvSpPr>
        <p:spPr>
          <a:xfrm>
            <a:off x="1358739" y="2390067"/>
            <a:ext cx="2765586" cy="2765584"/>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73263558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ircle curve quot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08C7D-CAC2-E061-16C4-46C8B746882D}"/>
              </a:ext>
            </a:extLst>
          </p:cNvPr>
          <p:cNvSpPr>
            <a:spLocks noGrp="1"/>
          </p:cNvSpPr>
          <p:nvPr>
            <p:ph type="title" hasCustomPrompt="1"/>
          </p:nvPr>
        </p:nvSpPr>
        <p:spPr>
          <a:xfrm>
            <a:off x="428624" y="-972518"/>
            <a:ext cx="11337925" cy="796568"/>
          </a:xfrm>
        </p:spPr>
        <p:txBody>
          <a:bodyPr anchor="b"/>
          <a:lstStyle>
            <a:lvl1pPr>
              <a:defRPr/>
            </a:lvl1pPr>
          </a:lstStyle>
          <a:p>
            <a:r>
              <a:rPr lang="en-US"/>
              <a:t>Title</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512E530A-B778-4B96-FF9C-7B751B733D7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grpSp>
        <p:nvGrpSpPr>
          <p:cNvPr id="6" name="Group 5">
            <a:extLst>
              <a:ext uri="{FF2B5EF4-FFF2-40B4-BE49-F238E27FC236}">
                <a16:creationId xmlns:a16="http://schemas.microsoft.com/office/drawing/2014/main" id="{19778ECC-DF3B-21C8-2028-9C37F39EDD7F}"/>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Picture Placeholder 6">
            <a:extLst>
              <a:ext uri="{FF2B5EF4-FFF2-40B4-BE49-F238E27FC236}">
                <a16:creationId xmlns:a16="http://schemas.microsoft.com/office/drawing/2014/main" id="{7BB21A47-0ACD-51C0-D2C7-23A1141D8604}"/>
              </a:ext>
              <a:ext uri="{C183D7F6-B498-43B3-948B-1728B52AA6E4}">
                <adec:decorative xmlns:adec="http://schemas.microsoft.com/office/drawing/2017/decorative" val="1"/>
              </a:ext>
            </a:extLst>
          </p:cNvPr>
          <p:cNvSpPr>
            <a:spLocks noGrp="1" noChangeAspect="1"/>
          </p:cNvSpPr>
          <p:nvPr>
            <p:ph type="pic" sz="quarter" idx="11"/>
          </p:nvPr>
        </p:nvSpPr>
        <p:spPr>
          <a:xfrm>
            <a:off x="1516747" y="1776294"/>
            <a:ext cx="3218690" cy="3218688"/>
          </a:xfrm>
          <a:prstGeom prst="ellipse">
            <a:avLst/>
          </a:prstGeom>
        </p:spPr>
        <p:txBody>
          <a:bodyPr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25723667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ircle curve quot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a:solidFill>
                  <a:schemeClr val="accent3"/>
                </a:solidFill>
              </a:defRPr>
            </a:lvl1pPr>
          </a:lstStyle>
          <a:p>
            <a:r>
              <a:rPr lang="en-US"/>
              <a:t>Title example </a:t>
            </a:r>
            <a:br>
              <a:rPr lang="en-US"/>
            </a:br>
            <a:r>
              <a:rPr lang="en-US"/>
              <a:t>over two lines</a:t>
            </a:r>
          </a:p>
        </p:txBody>
      </p:sp>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bg1"/>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5" name="Graphique 10" descr="Atos logo">
            <a:extLst>
              <a:ext uri="{FF2B5EF4-FFF2-40B4-BE49-F238E27FC236}">
                <a16:creationId xmlns:a16="http://schemas.microsoft.com/office/drawing/2014/main" id="{025140E0-C2C6-A3A5-0B7E-678902A455D4}"/>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8678148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curve quote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01E3036-17F2-B2D8-A1D0-CDDB9D0DD68D}"/>
              </a:ext>
              <a:ext uri="{C183D7F6-B498-43B3-948B-1728B52AA6E4}">
                <adec:decorative xmlns:adec="http://schemas.microsoft.com/office/drawing/2017/decorative" val="1"/>
              </a:ext>
            </a:extLst>
          </p:cNvPr>
          <p:cNvGrpSpPr/>
          <p:nvPr userDrawn="1"/>
        </p:nvGrpSpPr>
        <p:grpSpPr>
          <a:xfrm>
            <a:off x="0" y="0"/>
            <a:ext cx="6096000" cy="6858000"/>
            <a:chOff x="0" y="0"/>
            <a:chExt cx="6096000" cy="6858000"/>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5FD19C8-A9BF-5C73-C5BC-BA598A545343}"/>
                </a:ext>
                <a:ext uri="{C183D7F6-B498-43B3-948B-1728B52AA6E4}">
                  <adec:decorative xmlns:adec="http://schemas.microsoft.com/office/drawing/2017/decorative" val="1"/>
                </a:ext>
              </a:extLst>
            </p:cNvPr>
            <p:cNvGrpSpPr/>
            <p:nvPr userDrawn="1"/>
          </p:nvGrpSpPr>
          <p:grpSpPr>
            <a:xfrm>
              <a:off x="428625" y="688572"/>
              <a:ext cx="5398971" cy="5398971"/>
              <a:chOff x="428625" y="688572"/>
              <a:chExt cx="5398971" cy="5398971"/>
            </a:xfrm>
          </p:grpSpPr>
          <p:pic>
            <p:nvPicPr>
              <p:cNvPr id="12" name="Graphic 11">
                <a:extLst>
                  <a:ext uri="{FF2B5EF4-FFF2-40B4-BE49-F238E27FC236}">
                    <a16:creationId xmlns:a16="http://schemas.microsoft.com/office/drawing/2014/main" id="{DDD74B7C-D695-9400-9632-BD81C62538E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428625" y="3388057"/>
                <a:ext cx="2699486" cy="2699486"/>
              </a:xfrm>
              <a:prstGeom prst="rect">
                <a:avLst/>
              </a:prstGeom>
            </p:spPr>
          </p:pic>
          <p:pic>
            <p:nvPicPr>
              <p:cNvPr id="13" name="Graphic 12">
                <a:extLst>
                  <a:ext uri="{FF2B5EF4-FFF2-40B4-BE49-F238E27FC236}">
                    <a16:creationId xmlns:a16="http://schemas.microsoft.com/office/drawing/2014/main" id="{867E329A-F569-FD2D-40BC-C949E9EC7C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3128110" y="688572"/>
                <a:ext cx="2699486" cy="2699486"/>
              </a:xfrm>
              <a:prstGeom prst="rect">
                <a:avLst/>
              </a:prstGeom>
            </p:spPr>
          </p:pic>
        </p:grpSp>
      </p:grpSp>
      <p:sp>
        <p:nvSpPr>
          <p:cNvPr id="7" name="Title 6">
            <a:extLst>
              <a:ext uri="{FF2B5EF4-FFF2-40B4-BE49-F238E27FC236}">
                <a16:creationId xmlns:a16="http://schemas.microsoft.com/office/drawing/2014/main" id="{571E8B8B-07EF-1513-B4C6-C31171443239}"/>
              </a:ext>
            </a:extLst>
          </p:cNvPr>
          <p:cNvSpPr>
            <a:spLocks noGrp="1"/>
          </p:cNvSpPr>
          <p:nvPr>
            <p:ph type="title" hasCustomPrompt="1"/>
          </p:nvPr>
        </p:nvSpPr>
        <p:spPr>
          <a:xfrm>
            <a:off x="1518765" y="1778713"/>
            <a:ext cx="3218690" cy="3218688"/>
          </a:xfrm>
        </p:spPr>
        <p:txBody>
          <a:bodyPr anchor="ctr"/>
          <a:lstStyle>
            <a:lvl1pPr algn="ctr">
              <a:defRPr sz="3200">
                <a:solidFill>
                  <a:schemeClr val="bg1"/>
                </a:solidFill>
              </a:defRPr>
            </a:lvl1pPr>
          </a:lstStyle>
          <a:p>
            <a:r>
              <a:rPr lang="en-US"/>
              <a:t>Presentation</a:t>
            </a:r>
            <a:br>
              <a:rPr lang="en-US"/>
            </a:br>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6458857" y="477673"/>
            <a:ext cx="5304517" cy="5599278"/>
          </a:xfrm>
        </p:spPr>
        <p:txBody>
          <a:bodyPr wrap="square">
            <a:noAutofit/>
          </a:bodyPr>
          <a:lstStyle>
            <a:lvl1pPr marL="0" indent="0">
              <a:spcAft>
                <a:spcPts val="600"/>
              </a:spcAft>
              <a:buNone/>
              <a:defRPr sz="2000">
                <a:solidFill>
                  <a:schemeClr val="accent3"/>
                </a:solidFill>
                <a:latin typeface="+mn-lt"/>
              </a:defRPr>
            </a:lvl1pPr>
            <a:lvl2pPr marL="228600" indent="0">
              <a:buNone/>
              <a:defRPr/>
            </a:lvl2pPr>
            <a:lvl3pPr marL="457200" indent="0">
              <a:buNone/>
              <a:defRPr/>
            </a:lvl3pPr>
            <a:lvl4pPr marL="685800" indent="0">
              <a:buNone/>
              <a:defRPr/>
            </a:lvl4pPr>
            <a:lvl5pPr marL="914400" indent="0">
              <a:buNone/>
              <a:defRPr/>
            </a:lvl5pPr>
          </a:lstStyle>
          <a:p>
            <a:r>
              <a:rPr lang="en-US"/>
              <a:t>Quote/Body text</a:t>
            </a:r>
          </a:p>
        </p:txBody>
      </p:sp>
    </p:spTree>
    <p:extLst>
      <p:ext uri="{BB962C8B-B14F-4D97-AF65-F5344CB8AC3E}">
        <p14:creationId xmlns:p14="http://schemas.microsoft.com/office/powerpoint/2010/main" val="40144856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3249094-6A68-D834-0DBC-9A7F16E75AD2}"/>
              </a:ext>
            </a:extLst>
          </p:cNvPr>
          <p:cNvSpPr>
            <a:spLocks noGrp="1"/>
          </p:cNvSpPr>
          <p:nvPr>
            <p:ph type="title" hasCustomPrompt="1"/>
          </p:nvPr>
        </p:nvSpPr>
        <p:spPr>
          <a:xfrm>
            <a:off x="428623" y="4548851"/>
            <a:ext cx="3622941" cy="1528100"/>
          </a:xfrm>
        </p:spPr>
        <p:txBody>
          <a:bodyPr/>
          <a:lstStyle>
            <a:lvl1pPr>
              <a:defRPr/>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899336"/>
            <a:ext cx="3622941" cy="3177613"/>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9" name="Picture Placeholder 8">
            <a:extLst>
              <a:ext uri="{FF2B5EF4-FFF2-40B4-BE49-F238E27FC236}">
                <a16:creationId xmlns:a16="http://schemas.microsoft.com/office/drawing/2014/main" id="{74402166-D4C7-46DF-2D53-A61654BC1272}"/>
              </a:ext>
              <a:ext uri="{C183D7F6-B498-43B3-948B-1728B52AA6E4}">
                <adec:decorative xmlns:adec="http://schemas.microsoft.com/office/drawing/2017/decorative" val="1"/>
              </a:ext>
            </a:extLst>
          </p:cNvPr>
          <p:cNvSpPr>
            <a:spLocks noGrp="1"/>
          </p:cNvSpPr>
          <p:nvPr>
            <p:ph type="pic" sz="quarter" idx="10" hasCustomPrompt="1"/>
          </p:nvPr>
        </p:nvSpPr>
        <p:spPr>
          <a:xfrm>
            <a:off x="0" y="-2"/>
            <a:ext cx="12192000" cy="2743200"/>
          </a:xfrm>
        </p:spPr>
        <p:txBody>
          <a:bodyPr tIns="1280160" anchor="ctr"/>
          <a:lstStyle>
            <a:lvl1pPr marL="0" indent="0" algn="ctr">
              <a:spcAft>
                <a:spcPts val="0"/>
              </a:spcAft>
              <a:buNone/>
              <a:defRPr/>
            </a:lvl1pPr>
          </a:lstStyle>
          <a:p>
            <a:r>
              <a:rPr lang="en-US"/>
              <a:t>Click icon to add picture</a:t>
            </a:r>
            <a:br>
              <a:rPr lang="en-US"/>
            </a:br>
            <a:r>
              <a:rPr lang="en-US"/>
              <a:t>[Reading order of this slide is failing currently as you need to either label your image decorative]</a:t>
            </a:r>
          </a:p>
        </p:txBody>
      </p:sp>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899337"/>
            <a:ext cx="1536654" cy="1536654"/>
          </a:xfrm>
          <a:prstGeom prst="rect">
            <a:avLst/>
          </a:prstGeom>
        </p:spPr>
      </p:pic>
    </p:spTree>
    <p:extLst>
      <p:ext uri="{BB962C8B-B14F-4D97-AF65-F5344CB8AC3E}">
        <p14:creationId xmlns:p14="http://schemas.microsoft.com/office/powerpoint/2010/main" val="23706211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orizontal custom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7251B7-BDA4-7CFC-7E11-BE1B143D5B8A}"/>
              </a:ext>
            </a:extLst>
          </p:cNvPr>
          <p:cNvSpPr>
            <a:spLocks noGrp="1"/>
          </p:cNvSpPr>
          <p:nvPr>
            <p:ph type="title" hasCustomPrompt="1"/>
          </p:nvPr>
        </p:nvSpPr>
        <p:spPr>
          <a:xfrm>
            <a:off x="428623" y="3948242"/>
            <a:ext cx="3622941" cy="2128709"/>
          </a:xfrm>
        </p:spPr>
        <p:txBody>
          <a:bodyPr/>
          <a:lstStyle>
            <a:lvl1pPr>
              <a:defRPr sz="2800"/>
            </a:lvl1pPr>
          </a:lstStyle>
          <a:p>
            <a:pPr lvl="0"/>
            <a:r>
              <a:rPr lang="en-US"/>
              <a:t>Presentation title</a:t>
            </a:r>
          </a:p>
        </p:txBody>
      </p:sp>
      <p:sp>
        <p:nvSpPr>
          <p:cNvPr id="15" name="Text Placeholder 13">
            <a:extLst>
              <a:ext uri="{FF2B5EF4-FFF2-40B4-BE49-F238E27FC236}">
                <a16:creationId xmlns:a16="http://schemas.microsoft.com/office/drawing/2014/main" id="{0857F230-011F-060B-4FB1-562515D958C8}"/>
              </a:ext>
            </a:extLst>
          </p:cNvPr>
          <p:cNvSpPr>
            <a:spLocks noGrp="1"/>
          </p:cNvSpPr>
          <p:nvPr>
            <p:ph type="body" sz="quarter" idx="12" hasCustomPrompt="1"/>
          </p:nvPr>
        </p:nvSpPr>
        <p:spPr>
          <a:xfrm>
            <a:off x="4284529"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17" name="Text Placeholder 13">
            <a:extLst>
              <a:ext uri="{FF2B5EF4-FFF2-40B4-BE49-F238E27FC236}">
                <a16:creationId xmlns:a16="http://schemas.microsoft.com/office/drawing/2014/main" id="{1A32E384-2A06-73AA-FF5C-EEF843B9C278}"/>
              </a:ext>
            </a:extLst>
          </p:cNvPr>
          <p:cNvSpPr>
            <a:spLocks noGrp="1"/>
          </p:cNvSpPr>
          <p:nvPr>
            <p:ph type="body" sz="quarter" idx="13" hasCustomPrompt="1"/>
          </p:nvPr>
        </p:nvSpPr>
        <p:spPr>
          <a:xfrm>
            <a:off x="8140436" y="2280214"/>
            <a:ext cx="3622941" cy="3796736"/>
          </a:xfrm>
        </p:spPr>
        <p:txBody>
          <a:bodyPr/>
          <a:lstStyle>
            <a:lvl1pPr marL="0" indent="0">
              <a:spcAft>
                <a:spcPts val="300"/>
              </a:spcAft>
              <a:buNone/>
              <a:defRPr sz="1600">
                <a:solidFill>
                  <a:schemeClr val="accent3"/>
                </a:solidFill>
                <a:latin typeface="+mj-lt"/>
              </a:defRPr>
            </a:lvl1pPr>
            <a:lvl2pPr marL="182880" indent="-182880">
              <a:spcAft>
                <a:spcPts val="300"/>
              </a:spcAft>
              <a:buFont typeface="Arial" panose="020B0604020202020204" pitchFamily="34" charset="0"/>
              <a:buChar char="•"/>
              <a:defRPr sz="1400"/>
            </a:lvl2pPr>
          </a:lstStyle>
          <a:p>
            <a:pPr lvl="0"/>
            <a:r>
              <a:rPr lang="en-US"/>
              <a:t>Text to come</a:t>
            </a:r>
          </a:p>
          <a:p>
            <a:pPr lvl="1"/>
            <a:r>
              <a:rPr lang="en-US"/>
              <a:t>Text to come</a:t>
            </a:r>
          </a:p>
        </p:txBody>
      </p:sp>
      <p:sp>
        <p:nvSpPr>
          <p:cNvPr id="2" name="Slide Number Placeholder 5">
            <a:extLst>
              <a:ext uri="{FF2B5EF4-FFF2-40B4-BE49-F238E27FC236}">
                <a16:creationId xmlns:a16="http://schemas.microsoft.com/office/drawing/2014/main" id="{9D9D97E0-3D8D-7FAB-987B-9840782C00B0}"/>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16" name="Picture Placeholder 15">
            <a:extLst>
              <a:ext uri="{FF2B5EF4-FFF2-40B4-BE49-F238E27FC236}">
                <a16:creationId xmlns:a16="http://schemas.microsoft.com/office/drawing/2014/main" id="{06A16EC3-E042-9D3B-ABB3-350B46674C08}"/>
              </a:ext>
              <a:ext uri="{C183D7F6-B498-43B3-948B-1728B52AA6E4}">
                <adec:decorative xmlns:adec="http://schemas.microsoft.com/office/drawing/2017/decorative" val="1"/>
              </a:ext>
            </a:extLst>
          </p:cNvPr>
          <p:cNvSpPr>
            <a:spLocks noGrp="1"/>
          </p:cNvSpPr>
          <p:nvPr>
            <p:ph type="pic" sz="quarter" idx="10" hasCustomPrompt="1"/>
          </p:nvPr>
        </p:nvSpPr>
        <p:spPr>
          <a:xfrm>
            <a:off x="1" y="0"/>
            <a:ext cx="7936707" cy="2148840"/>
          </a:xfrm>
          <a:custGeom>
            <a:avLst/>
            <a:gdLst>
              <a:gd name="connsiteX0" fmla="*/ 0 w 7936707"/>
              <a:gd name="connsiteY0" fmla="*/ 0 h 2148840"/>
              <a:gd name="connsiteX1" fmla="*/ 7936707 w 7936707"/>
              <a:gd name="connsiteY1" fmla="*/ 0 h 2148840"/>
              <a:gd name="connsiteX2" fmla="*/ 7916112 w 7936707"/>
              <a:gd name="connsiteY2" fmla="*/ 152642 h 2148840"/>
              <a:gd name="connsiteX3" fmla="*/ 7772397 w 7936707"/>
              <a:gd name="connsiteY3" fmla="*/ 428627 h 2148840"/>
              <a:gd name="connsiteX4" fmla="*/ 7291388 w 7936707"/>
              <a:gd name="connsiteY4" fmla="*/ 645318 h 2148840"/>
              <a:gd name="connsiteX5" fmla="*/ 7292983 w 7936707"/>
              <a:gd name="connsiteY5" fmla="*/ 1076537 h 2148840"/>
              <a:gd name="connsiteX6" fmla="*/ 7179447 w 7936707"/>
              <a:gd name="connsiteY6" fmla="*/ 1084178 h 2148840"/>
              <a:gd name="connsiteX7" fmla="*/ 6527006 w 7936707"/>
              <a:gd name="connsiteY7" fmla="*/ 1400174 h 2148840"/>
              <a:gd name="connsiteX8" fmla="*/ 6241917 w 7936707"/>
              <a:gd name="connsiteY8" fmla="*/ 1943760 h 2148840"/>
              <a:gd name="connsiteX9" fmla="*/ 6220226 w 7936707"/>
              <a:gd name="connsiteY9" fmla="*/ 2148840 h 2148840"/>
              <a:gd name="connsiteX10" fmla="*/ 0 w 7936707"/>
              <a:gd name="connsiteY10" fmla="*/ 2148840 h 214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36707" h="2148840">
                <a:moveTo>
                  <a:pt x="0" y="0"/>
                </a:moveTo>
                <a:lnTo>
                  <a:pt x="7936707" y="0"/>
                </a:lnTo>
                <a:lnTo>
                  <a:pt x="7916112" y="152642"/>
                </a:lnTo>
                <a:cubicBezTo>
                  <a:pt x="7880150" y="293192"/>
                  <a:pt x="7806627" y="394397"/>
                  <a:pt x="7772397" y="428627"/>
                </a:cubicBezTo>
                <a:cubicBezTo>
                  <a:pt x="7726757" y="474267"/>
                  <a:pt x="7599362" y="630237"/>
                  <a:pt x="7291388" y="645318"/>
                </a:cubicBezTo>
                <a:lnTo>
                  <a:pt x="7292983" y="1076537"/>
                </a:lnTo>
                <a:lnTo>
                  <a:pt x="7179447" y="1084178"/>
                </a:lnTo>
                <a:cubicBezTo>
                  <a:pt x="6913730" y="1115401"/>
                  <a:pt x="6694389" y="1234878"/>
                  <a:pt x="6527006" y="1400174"/>
                </a:cubicBezTo>
                <a:cubicBezTo>
                  <a:pt x="6383536" y="1541857"/>
                  <a:pt x="6283809" y="1737115"/>
                  <a:pt x="6241917" y="1943760"/>
                </a:cubicBezTo>
                <a:lnTo>
                  <a:pt x="6220226" y="2148840"/>
                </a:lnTo>
                <a:lnTo>
                  <a:pt x="0" y="2148840"/>
                </a:lnTo>
                <a:close/>
              </a:path>
            </a:pathLst>
          </a:custGeom>
        </p:spPr>
        <p:txBody>
          <a:bodyPr wrap="square" tIns="1371600" anchor="ctr">
            <a:noAutofit/>
          </a:bodyPr>
          <a:lstStyle>
            <a:lvl1pPr marL="0" indent="0" algn="ctr">
              <a:spcAft>
                <a:spcPts val="0"/>
              </a:spcAft>
              <a:buNone/>
              <a:defRPr sz="1400"/>
            </a:lvl1pPr>
          </a:lstStyle>
          <a:p>
            <a:r>
              <a:rPr lang="en-US"/>
              <a:t>Click icon to add picture</a:t>
            </a:r>
            <a:br>
              <a:rPr lang="en-US"/>
            </a:br>
            <a:r>
              <a:rPr lang="en-US"/>
              <a:t>[Reading order of this slide is failing currently as</a:t>
            </a:r>
            <a:br>
              <a:rPr lang="en-US"/>
            </a:br>
            <a:r>
              <a:rPr lang="en-US"/>
              <a:t>you need to either label your image decorative]</a:t>
            </a:r>
          </a:p>
        </p:txBody>
      </p:sp>
      <p:grpSp>
        <p:nvGrpSpPr>
          <p:cNvPr id="6" name="Group 5">
            <a:extLst>
              <a:ext uri="{FF2B5EF4-FFF2-40B4-BE49-F238E27FC236}">
                <a16:creationId xmlns:a16="http://schemas.microsoft.com/office/drawing/2014/main" id="{98028403-CA56-3044-0754-28BCEA1221EF}"/>
              </a:ext>
              <a:ext uri="{C183D7F6-B498-43B3-948B-1728B52AA6E4}">
                <adec:decorative xmlns:adec="http://schemas.microsoft.com/office/drawing/2017/decorative" val="1"/>
              </a:ext>
            </a:extLst>
          </p:cNvPr>
          <p:cNvGrpSpPr/>
          <p:nvPr userDrawn="1"/>
        </p:nvGrpSpPr>
        <p:grpSpPr>
          <a:xfrm>
            <a:off x="428623" y="0"/>
            <a:ext cx="7937782" cy="3816868"/>
            <a:chOff x="428623" y="0"/>
            <a:chExt cx="7937782" cy="3816868"/>
          </a:xfrm>
        </p:grpSpPr>
        <p:pic>
          <p:nvPicPr>
            <p:cNvPr id="10" name="Graphic 9">
              <a:extLst>
                <a:ext uri="{FF2B5EF4-FFF2-40B4-BE49-F238E27FC236}">
                  <a16:creationId xmlns:a16="http://schemas.microsoft.com/office/drawing/2014/main" id="{4BC43108-4F2C-DF07-1B76-A5BC5199721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428623" y="2280214"/>
              <a:ext cx="1536654" cy="1536654"/>
            </a:xfrm>
            <a:prstGeom prst="rect">
              <a:avLst/>
            </a:prstGeom>
          </p:spPr>
        </p:pic>
        <p:pic>
          <p:nvPicPr>
            <p:cNvPr id="3" name="Graphic 2">
              <a:extLst>
                <a:ext uri="{FF2B5EF4-FFF2-40B4-BE49-F238E27FC236}">
                  <a16:creationId xmlns:a16="http://schemas.microsoft.com/office/drawing/2014/main" id="{9FB87B71-100B-41E3-AFCA-8DDCC0E4D60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7291985" y="0"/>
              <a:ext cx="1074420" cy="1074420"/>
            </a:xfrm>
            <a:prstGeom prst="rect">
              <a:avLst/>
            </a:prstGeom>
          </p:spPr>
        </p:pic>
        <p:pic>
          <p:nvPicPr>
            <p:cNvPr id="4" name="Graphic 3">
              <a:extLst>
                <a:ext uri="{FF2B5EF4-FFF2-40B4-BE49-F238E27FC236}">
                  <a16:creationId xmlns:a16="http://schemas.microsoft.com/office/drawing/2014/main" id="{3C478359-C705-F6C2-2562-F7E6ECCBC5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V="1">
              <a:off x="6217565" y="1074420"/>
              <a:ext cx="1074420" cy="1074420"/>
            </a:xfrm>
            <a:prstGeom prst="rect">
              <a:avLst/>
            </a:prstGeom>
          </p:spPr>
        </p:pic>
      </p:grpSp>
    </p:spTree>
    <p:extLst>
      <p:ext uri="{BB962C8B-B14F-4D97-AF65-F5344CB8AC3E}">
        <p14:creationId xmlns:p14="http://schemas.microsoft.com/office/powerpoint/2010/main" val="237131809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er use ca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5" y="291451"/>
            <a:ext cx="10217944" cy="912315"/>
          </a:xfrm>
        </p:spPr>
        <p:txBody>
          <a:bodyPr/>
          <a:lstStyle>
            <a:lvl1pPr>
              <a:defRPr/>
            </a:lvl1pPr>
          </a:lstStyle>
          <a:p>
            <a:r>
              <a:rPr lang="en-US" noProof="0"/>
              <a:t>Customer Name or “Leading Company in Industry” 3</a:t>
            </a:r>
          </a:p>
        </p:txBody>
      </p:sp>
      <p:sp>
        <p:nvSpPr>
          <p:cNvPr id="8" name="Text Placeholder 7">
            <a:extLst>
              <a:ext uri="{FF2B5EF4-FFF2-40B4-BE49-F238E27FC236}">
                <a16:creationId xmlns:a16="http://schemas.microsoft.com/office/drawing/2014/main" id="{871AB7F8-D38E-A19C-99A8-93E4EC3A4F05}"/>
              </a:ext>
            </a:extLst>
          </p:cNvPr>
          <p:cNvSpPr>
            <a:spLocks noGrp="1"/>
          </p:cNvSpPr>
          <p:nvPr>
            <p:ph type="body" sz="quarter" idx="10" hasCustomPrompt="1"/>
          </p:nvPr>
        </p:nvSpPr>
        <p:spPr>
          <a:xfrm>
            <a:off x="428626" y="709990"/>
            <a:ext cx="10217944"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914400" rtl="0" eaLnBrk="1" fontAlgn="auto" latinLnBrk="0" hangingPunct="1">
              <a:lnSpc>
                <a:spcPct val="100000"/>
              </a:lnSpc>
              <a:spcBef>
                <a:spcPts val="0"/>
              </a:spcBef>
              <a:spcAft>
                <a:spcPts val="400"/>
              </a:spcAft>
              <a:buClr>
                <a:srgbClr val="FFFFFF"/>
              </a:buClr>
              <a:buSzPct val="100000"/>
              <a:buFont typeface="Arial" panose="020B0604020202020204" pitchFamily="34" charset="0"/>
              <a:buNone/>
              <a:tabLst/>
              <a:defRPr/>
            </a:pPr>
            <a:r>
              <a:rPr lang="en-US" noProof="0"/>
              <a:t>Project Name / Short Project Description</a:t>
            </a:r>
          </a:p>
        </p:txBody>
      </p:sp>
      <p:sp>
        <p:nvSpPr>
          <p:cNvPr id="20" name="Text Placeholder 19">
            <a:extLst>
              <a:ext uri="{FF2B5EF4-FFF2-40B4-BE49-F238E27FC236}">
                <a16:creationId xmlns:a16="http://schemas.microsoft.com/office/drawing/2014/main" id="{16E3656E-2604-07A1-7264-51DBED1E9925}"/>
              </a:ext>
            </a:extLst>
          </p:cNvPr>
          <p:cNvSpPr>
            <a:spLocks noGrp="1"/>
          </p:cNvSpPr>
          <p:nvPr>
            <p:ph type="body" sz="quarter" idx="43" hasCustomPrompt="1"/>
          </p:nvPr>
        </p:nvSpPr>
        <p:spPr>
          <a:xfrm>
            <a:off x="428624" y="1448539"/>
            <a:ext cx="11346324" cy="685800"/>
          </a:xfrm>
        </p:spPr>
        <p:txBody>
          <a:bodyPr/>
          <a:lstStyle>
            <a:lvl1pPr marL="0" indent="0">
              <a:buFontTx/>
              <a:buNone/>
              <a:defRPr sz="1400">
                <a:latin typeface="+mn-lt"/>
              </a:defRPr>
            </a:lvl1pPr>
            <a:lvl2pPr marL="228600" indent="0">
              <a:buFontTx/>
              <a:buNone/>
              <a:defRPr sz="1400">
                <a:latin typeface="+mn-lt"/>
              </a:defRPr>
            </a:lvl2pPr>
            <a:lvl3pPr marL="457200" indent="0">
              <a:buFontTx/>
              <a:buNone/>
              <a:defRPr sz="1400">
                <a:latin typeface="+mn-lt"/>
              </a:defRPr>
            </a:lvl3pPr>
            <a:lvl4pPr marL="685800" indent="0">
              <a:buFontTx/>
              <a:buNone/>
              <a:defRPr sz="1400">
                <a:latin typeface="+mn-lt"/>
              </a:defRPr>
            </a:lvl4pPr>
            <a:lvl5pPr>
              <a:buFontTx/>
              <a:buNone/>
              <a:defRPr sz="1400">
                <a:latin typeface="+mn-lt"/>
              </a:defRPr>
            </a:lvl5pPr>
          </a:lstStyle>
          <a:p>
            <a:pPr lvl="0"/>
            <a:r>
              <a:rPr lang="en-US"/>
              <a:t>Client description</a:t>
            </a:r>
          </a:p>
        </p:txBody>
      </p:sp>
      <p:sp>
        <p:nvSpPr>
          <p:cNvPr id="6" name="Text Placeholder 3">
            <a:extLst>
              <a:ext uri="{FF2B5EF4-FFF2-40B4-BE49-F238E27FC236}">
                <a16:creationId xmlns:a16="http://schemas.microsoft.com/office/drawing/2014/main" id="{F7CC7CBF-5CAC-89DF-85B0-F8F79253431F}"/>
              </a:ext>
            </a:extLst>
          </p:cNvPr>
          <p:cNvSpPr>
            <a:spLocks noGrp="1"/>
          </p:cNvSpPr>
          <p:nvPr>
            <p:ph type="body" sz="quarter" idx="21" hasCustomPrompt="1"/>
          </p:nvPr>
        </p:nvSpPr>
        <p:spPr>
          <a:xfrm>
            <a:off x="1059542" y="2273528"/>
            <a:ext cx="2935241" cy="548640"/>
          </a:xfrm>
        </p:spPr>
        <p:txBody>
          <a:bodyPr anchor="ctr"/>
          <a:lstStyle>
            <a:lvl1pPr marL="0" indent="0">
              <a:spcAft>
                <a:spcPts val="0"/>
              </a:spcAft>
              <a:buNone/>
              <a:defRPr sz="1800">
                <a:solidFill>
                  <a:schemeClr val="accent1"/>
                </a:solidFill>
                <a:latin typeface="+mj-lt"/>
              </a:defRPr>
            </a:lvl1pPr>
          </a:lstStyle>
          <a:p>
            <a:r>
              <a:rPr lang="en-IN"/>
              <a:t>Challenge</a:t>
            </a:r>
          </a:p>
        </p:txBody>
      </p:sp>
      <p:sp>
        <p:nvSpPr>
          <p:cNvPr id="12" name="Text Placeholder 11">
            <a:extLst>
              <a:ext uri="{FF2B5EF4-FFF2-40B4-BE49-F238E27FC236}">
                <a16:creationId xmlns:a16="http://schemas.microsoft.com/office/drawing/2014/main" id="{59890119-6112-A65C-5D5F-826D3A8F06E7}"/>
              </a:ext>
            </a:extLst>
          </p:cNvPr>
          <p:cNvSpPr>
            <a:spLocks noGrp="1"/>
          </p:cNvSpPr>
          <p:nvPr>
            <p:ph type="body" sz="quarter" idx="13" hasCustomPrompt="1"/>
          </p:nvPr>
        </p:nvSpPr>
        <p:spPr>
          <a:xfrm>
            <a:off x="428624"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4" name="Text Placeholder 3">
            <a:extLst>
              <a:ext uri="{FF2B5EF4-FFF2-40B4-BE49-F238E27FC236}">
                <a16:creationId xmlns:a16="http://schemas.microsoft.com/office/drawing/2014/main" id="{B299E64B-3AEF-5121-CC02-A5BF0E2C2E35}"/>
              </a:ext>
            </a:extLst>
          </p:cNvPr>
          <p:cNvSpPr>
            <a:spLocks noGrp="1"/>
          </p:cNvSpPr>
          <p:nvPr>
            <p:ph type="body" sz="quarter" idx="19" hasCustomPrompt="1"/>
          </p:nvPr>
        </p:nvSpPr>
        <p:spPr>
          <a:xfrm>
            <a:off x="4949625" y="2273528"/>
            <a:ext cx="2935241" cy="548640"/>
          </a:xfrm>
        </p:spPr>
        <p:txBody>
          <a:bodyPr anchor="ctr"/>
          <a:lstStyle>
            <a:lvl1pPr marL="0" indent="0">
              <a:spcAft>
                <a:spcPts val="0"/>
              </a:spcAft>
              <a:buNone/>
              <a:defRPr sz="1800">
                <a:solidFill>
                  <a:schemeClr val="accent1"/>
                </a:solidFill>
                <a:latin typeface="+mj-lt"/>
              </a:defRPr>
            </a:lvl1pPr>
          </a:lstStyle>
          <a:p>
            <a:r>
              <a:rPr lang="en-IN"/>
              <a:t>Solution</a:t>
            </a:r>
          </a:p>
        </p:txBody>
      </p:sp>
      <p:sp>
        <p:nvSpPr>
          <p:cNvPr id="16" name="Text Placeholder 11">
            <a:extLst>
              <a:ext uri="{FF2B5EF4-FFF2-40B4-BE49-F238E27FC236}">
                <a16:creationId xmlns:a16="http://schemas.microsoft.com/office/drawing/2014/main" id="{12B314BB-47D3-B217-085B-FF4087FD57ED}"/>
              </a:ext>
            </a:extLst>
          </p:cNvPr>
          <p:cNvSpPr>
            <a:spLocks noGrp="1"/>
          </p:cNvSpPr>
          <p:nvPr>
            <p:ph type="body" sz="quarter" idx="15" hasCustomPrompt="1"/>
          </p:nvPr>
        </p:nvSpPr>
        <p:spPr>
          <a:xfrm>
            <a:off x="4318707"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5" name="Text Placeholder 3">
            <a:extLst>
              <a:ext uri="{FF2B5EF4-FFF2-40B4-BE49-F238E27FC236}">
                <a16:creationId xmlns:a16="http://schemas.microsoft.com/office/drawing/2014/main" id="{7F70AEA1-0FFB-C5AB-EE1A-EBC0EB80289D}"/>
              </a:ext>
            </a:extLst>
          </p:cNvPr>
          <p:cNvSpPr>
            <a:spLocks noGrp="1"/>
          </p:cNvSpPr>
          <p:nvPr>
            <p:ph type="body" sz="quarter" idx="20" hasCustomPrompt="1"/>
          </p:nvPr>
        </p:nvSpPr>
        <p:spPr>
          <a:xfrm>
            <a:off x="8839708" y="2273528"/>
            <a:ext cx="2935241" cy="548640"/>
          </a:xfrm>
        </p:spPr>
        <p:txBody>
          <a:bodyPr anchor="ctr"/>
          <a:lstStyle>
            <a:lvl1pPr marL="0" indent="0">
              <a:spcAft>
                <a:spcPts val="0"/>
              </a:spcAft>
              <a:buNone/>
              <a:defRPr sz="1800">
                <a:solidFill>
                  <a:schemeClr val="accent1"/>
                </a:solidFill>
                <a:latin typeface="+mj-lt"/>
              </a:defRPr>
            </a:lvl1pPr>
          </a:lstStyle>
          <a:p>
            <a:r>
              <a:rPr lang="en-IN"/>
              <a:t>Business benefits</a:t>
            </a:r>
          </a:p>
        </p:txBody>
      </p:sp>
      <p:sp>
        <p:nvSpPr>
          <p:cNvPr id="18" name="Text Placeholder 11">
            <a:extLst>
              <a:ext uri="{FF2B5EF4-FFF2-40B4-BE49-F238E27FC236}">
                <a16:creationId xmlns:a16="http://schemas.microsoft.com/office/drawing/2014/main" id="{56A08DAB-4054-6D4C-0D9A-23E95A1C1CD2}"/>
              </a:ext>
            </a:extLst>
          </p:cNvPr>
          <p:cNvSpPr>
            <a:spLocks noGrp="1"/>
          </p:cNvSpPr>
          <p:nvPr>
            <p:ph type="body" sz="quarter" idx="17" hasCustomPrompt="1"/>
          </p:nvPr>
        </p:nvSpPr>
        <p:spPr>
          <a:xfrm>
            <a:off x="8208790" y="2904370"/>
            <a:ext cx="3566160" cy="3172580"/>
          </a:xfrm>
        </p:spPr>
        <p:txBody>
          <a:bodyPr lIns="0" tIns="73152" rIns="91440" bIns="45720"/>
          <a:lstStyle>
            <a:lvl1pPr>
              <a:defRPr sz="1400"/>
            </a:lvl1pPr>
            <a:lvl2pPr>
              <a:defRPr sz="1400"/>
            </a:lvl2pPr>
            <a:lvl3pPr>
              <a:defRPr sz="1400"/>
            </a:lvl3pPr>
            <a:lvl4pPr>
              <a:defRPr sz="1400"/>
            </a:lvl4pPr>
          </a:lstStyle>
          <a:p>
            <a:pPr lvl="0"/>
            <a:r>
              <a:rPr lang="en-US" noProof="0"/>
              <a:t>Level 01</a:t>
            </a:r>
          </a:p>
          <a:p>
            <a:pPr lvl="1"/>
            <a:r>
              <a:rPr lang="en-US" noProof="0"/>
              <a:t>Level 02</a:t>
            </a:r>
          </a:p>
          <a:p>
            <a:pPr lvl="2"/>
            <a:r>
              <a:rPr lang="en-US" noProof="0"/>
              <a:t>Level 03</a:t>
            </a:r>
          </a:p>
          <a:p>
            <a:pPr lvl="3"/>
            <a:r>
              <a:rPr lang="en-US" noProof="0"/>
              <a:t>Level 04</a:t>
            </a:r>
          </a:p>
        </p:txBody>
      </p:sp>
      <p:sp>
        <p:nvSpPr>
          <p:cNvPr id="3" name="Slide Number Placeholder 5">
            <a:extLst>
              <a:ext uri="{FF2B5EF4-FFF2-40B4-BE49-F238E27FC236}">
                <a16:creationId xmlns:a16="http://schemas.microsoft.com/office/drawing/2014/main" id="{86B26CC1-EC68-EFF1-594A-E7D62DC165B8}"/>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9" name="internal use only">
            <a:extLst>
              <a:ext uri="{FF2B5EF4-FFF2-40B4-BE49-F238E27FC236}">
                <a16:creationId xmlns:a16="http://schemas.microsoft.com/office/drawing/2014/main" id="{01155420-5447-22ED-0B97-FFAF06EAB069}"/>
              </a:ext>
            </a:extLst>
          </p:cNvPr>
          <p:cNvSpPr txBox="1"/>
          <p:nvPr userDrawn="1"/>
        </p:nvSpPr>
        <p:spPr>
          <a:xfrm>
            <a:off x="4789859" y="6347606"/>
            <a:ext cx="1371600" cy="276999"/>
          </a:xfrm>
          <a:prstGeom prst="rect">
            <a:avLst/>
          </a:prstGeom>
          <a:solidFill>
            <a:schemeClr val="accent3"/>
          </a:solidFill>
          <a:ln>
            <a:noFill/>
          </a:ln>
        </p:spPr>
        <p:txBody>
          <a:bodyPr wrap="square" lIns="45720" tIns="45720" rIns="45720" bIns="45720" rtlCol="0" anchor="ctr">
            <a:spAutoFit/>
          </a:bodyPr>
          <a:lstStyle>
            <a:defPPr>
              <a:defRPr lang="en-US"/>
            </a:defPPr>
            <a:lvl1pPr marR="0" lvl="0" indent="0" algn="ctr" fontAlgn="auto">
              <a:lnSpc>
                <a:spcPct val="100000"/>
              </a:lnSpc>
              <a:spcBef>
                <a:spcPts val="0"/>
              </a:spcBef>
              <a:spcAft>
                <a:spcPts val="0"/>
              </a:spcAft>
              <a:buClrTx/>
              <a:buSzTx/>
              <a:buFontTx/>
              <a:buNone/>
              <a:tabLst/>
              <a:defRPr sz="1200">
                <a:solidFill>
                  <a:srgbClr val="FFFFFF"/>
                </a:solidFill>
              </a:defRPr>
            </a:lvl1pPr>
          </a:lstStyle>
          <a:p>
            <a:r>
              <a:rPr lang="en-US">
                <a:solidFill>
                  <a:schemeClr val="bg1"/>
                </a:solidFill>
              </a:rPr>
              <a:t>Atos Portfolio L1</a:t>
            </a:r>
          </a:p>
        </p:txBody>
      </p:sp>
      <p:sp>
        <p:nvSpPr>
          <p:cNvPr id="21" name="internal use only">
            <a:extLst>
              <a:ext uri="{FF2B5EF4-FFF2-40B4-BE49-F238E27FC236}">
                <a16:creationId xmlns:a16="http://schemas.microsoft.com/office/drawing/2014/main" id="{028F9F4E-5FDF-D2FA-E8CF-E280BC09AD98}"/>
              </a:ext>
            </a:extLst>
          </p:cNvPr>
          <p:cNvSpPr txBox="1"/>
          <p:nvPr userDrawn="1"/>
        </p:nvSpPr>
        <p:spPr>
          <a:xfrm>
            <a:off x="6263056" y="6347604"/>
            <a:ext cx="2153208" cy="276999"/>
          </a:xfrm>
          <a:prstGeom prst="rect">
            <a:avLst/>
          </a:prstGeom>
          <a:solidFill>
            <a:schemeClr val="accent1"/>
          </a:solidFill>
          <a:ln>
            <a:no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Atos Portfolio L2 (optional)</a:t>
            </a:r>
            <a:endParaRPr kumimoji="0" lang="en-US" sz="1200" b="0" i="0" u="none" strike="noStrike" kern="1200" cap="none" spc="0" normalizeH="0" baseline="0" noProof="0">
              <a:ln>
                <a:noFill/>
              </a:ln>
              <a:solidFill>
                <a:schemeClr val="bg1"/>
              </a:solidFill>
              <a:effectLst/>
              <a:uLnTx/>
              <a:uFillTx/>
              <a:ea typeface="+mn-ea"/>
              <a:cs typeface="+mn-cs"/>
            </a:endParaRPr>
          </a:p>
        </p:txBody>
      </p:sp>
      <p:sp>
        <p:nvSpPr>
          <p:cNvPr id="22" name="internal use only">
            <a:extLst>
              <a:ext uri="{FF2B5EF4-FFF2-40B4-BE49-F238E27FC236}">
                <a16:creationId xmlns:a16="http://schemas.microsoft.com/office/drawing/2014/main" id="{F33C5A73-D06E-7E4A-D948-24044C841C39}"/>
              </a:ext>
            </a:extLst>
          </p:cNvPr>
          <p:cNvSpPr txBox="1"/>
          <p:nvPr userDrawn="1"/>
        </p:nvSpPr>
        <p:spPr>
          <a:xfrm>
            <a:off x="8517861" y="6339094"/>
            <a:ext cx="1371600" cy="276999"/>
          </a:xfrm>
          <a:prstGeom prst="rect">
            <a:avLst/>
          </a:prstGeom>
          <a:noFill/>
          <a:ln w="12700">
            <a:solidFill>
              <a:schemeClr val="accent3"/>
            </a:solidFill>
          </a:ln>
        </p:spPr>
        <p:txBody>
          <a:bodyPr wrap="square"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3"/>
                </a:solidFill>
                <a:effectLst/>
                <a:uLnTx/>
                <a:uFillTx/>
                <a:latin typeface="+mn-lt"/>
                <a:ea typeface="+mn-ea"/>
                <a:cs typeface="+mn-cs"/>
              </a:rPr>
              <a:t>External use  </a:t>
            </a:r>
          </a:p>
        </p:txBody>
      </p:sp>
      <p:grpSp>
        <p:nvGrpSpPr>
          <p:cNvPr id="10" name="Group 9">
            <a:extLst>
              <a:ext uri="{FF2B5EF4-FFF2-40B4-BE49-F238E27FC236}">
                <a16:creationId xmlns:a16="http://schemas.microsoft.com/office/drawing/2014/main" id="{B775A699-A18D-BB21-EF78-E5C6F2A0665E}"/>
              </a:ext>
              <a:ext uri="{C183D7F6-B498-43B3-948B-1728B52AA6E4}">
                <adec:decorative xmlns:adec="http://schemas.microsoft.com/office/drawing/2017/decorative" val="1"/>
              </a:ext>
            </a:extLst>
          </p:cNvPr>
          <p:cNvGrpSpPr/>
          <p:nvPr userDrawn="1"/>
        </p:nvGrpSpPr>
        <p:grpSpPr>
          <a:xfrm>
            <a:off x="4153852" y="2273528"/>
            <a:ext cx="3892977" cy="3803422"/>
            <a:chOff x="4153852" y="1446213"/>
            <a:chExt cx="3892977" cy="4630737"/>
          </a:xfrm>
        </p:grpSpPr>
        <p:cxnSp>
          <p:nvCxnSpPr>
            <p:cNvPr id="7" name="Straight Connector 6">
              <a:extLst>
                <a:ext uri="{FF2B5EF4-FFF2-40B4-BE49-F238E27FC236}">
                  <a16:creationId xmlns:a16="http://schemas.microsoft.com/office/drawing/2014/main" id="{8055F457-6C59-9205-5BC8-37A6E312F763}"/>
                </a:ext>
                <a:ext uri="{C183D7F6-B498-43B3-948B-1728B52AA6E4}">
                  <adec:decorative xmlns:adec="http://schemas.microsoft.com/office/drawing/2017/decorative" val="1"/>
                </a:ext>
              </a:extLst>
            </p:cNvPr>
            <p:cNvCxnSpPr>
              <a:cxnSpLocks/>
            </p:cNvCxnSpPr>
            <p:nvPr userDrawn="1"/>
          </p:nvCxnSpPr>
          <p:spPr>
            <a:xfrm>
              <a:off x="4153852"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8317E02-C121-6BA0-DE8E-02D7575D7C7C}"/>
                </a:ext>
                <a:ext uri="{C183D7F6-B498-43B3-948B-1728B52AA6E4}">
                  <adec:decorative xmlns:adec="http://schemas.microsoft.com/office/drawing/2017/decorative" val="1"/>
                </a:ext>
              </a:extLst>
            </p:cNvPr>
            <p:cNvCxnSpPr>
              <a:cxnSpLocks/>
            </p:cNvCxnSpPr>
            <p:nvPr userDrawn="1"/>
          </p:nvCxnSpPr>
          <p:spPr>
            <a:xfrm>
              <a:off x="8046829" y="1446213"/>
              <a:ext cx="0" cy="463073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3" name="Picture Placeholder 12">
            <a:extLst>
              <a:ext uri="{FF2B5EF4-FFF2-40B4-BE49-F238E27FC236}">
                <a16:creationId xmlns:a16="http://schemas.microsoft.com/office/drawing/2014/main" id="{A3671B79-3EC2-65ED-38A8-41F17F6B9984}"/>
              </a:ext>
              <a:ext uri="{C183D7F6-B498-43B3-948B-1728B52AA6E4}">
                <adec:decorative xmlns:adec="http://schemas.microsoft.com/office/drawing/2017/decorative" val="1"/>
              </a:ext>
            </a:extLst>
          </p:cNvPr>
          <p:cNvSpPr>
            <a:spLocks noGrp="1"/>
          </p:cNvSpPr>
          <p:nvPr userDrawn="1">
            <p:ph type="pic" sz="quarter" idx="42" hasCustomPrompt="1"/>
          </p:nvPr>
        </p:nvSpPr>
        <p:spPr>
          <a:xfrm>
            <a:off x="10731500" y="291451"/>
            <a:ext cx="1033272" cy="912315"/>
          </a:xfrm>
        </p:spPr>
        <p:txBody>
          <a:bodyPr bIns="18288" anchor="b"/>
          <a:lstStyle>
            <a:lvl1pPr marL="0" indent="0" algn="ctr">
              <a:buNone/>
              <a:defRPr sz="1100"/>
            </a:lvl1pPr>
          </a:lstStyle>
          <a:p>
            <a:r>
              <a:rPr lang="en-US"/>
              <a:t>Click icon to add logo</a:t>
            </a:r>
          </a:p>
        </p:txBody>
      </p:sp>
      <p:grpSp>
        <p:nvGrpSpPr>
          <p:cNvPr id="17" name="Group 16">
            <a:extLst>
              <a:ext uri="{FF2B5EF4-FFF2-40B4-BE49-F238E27FC236}">
                <a16:creationId xmlns:a16="http://schemas.microsoft.com/office/drawing/2014/main" id="{109FA632-2867-FF12-3F3B-EF231A97B567}"/>
              </a:ext>
              <a:ext uri="{C183D7F6-B498-43B3-948B-1728B52AA6E4}">
                <adec:decorative xmlns:adec="http://schemas.microsoft.com/office/drawing/2017/decorative" val="1"/>
              </a:ext>
            </a:extLst>
          </p:cNvPr>
          <p:cNvGrpSpPr/>
          <p:nvPr userDrawn="1"/>
        </p:nvGrpSpPr>
        <p:grpSpPr>
          <a:xfrm>
            <a:off x="324627" y="2152824"/>
            <a:ext cx="8520069" cy="751546"/>
            <a:chOff x="324627" y="2152824"/>
            <a:chExt cx="8520069" cy="751546"/>
          </a:xfrm>
        </p:grpSpPr>
        <p:pic>
          <p:nvPicPr>
            <p:cNvPr id="11" name="Image 25" descr="Une image contenant Graphique, symbole, logo, cercle&#10;&#10;Description générée automatiquement">
              <a:extLst>
                <a:ext uri="{FF2B5EF4-FFF2-40B4-BE49-F238E27FC236}">
                  <a16:creationId xmlns:a16="http://schemas.microsoft.com/office/drawing/2014/main" id="{4193AB0D-E43A-4E8F-0DC6-7A92C372BE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2590" y="2192264"/>
              <a:ext cx="712106" cy="712106"/>
            </a:xfrm>
            <a:prstGeom prst="rect">
              <a:avLst/>
            </a:prstGeom>
          </p:spPr>
        </p:pic>
        <p:pic>
          <p:nvPicPr>
            <p:cNvPr id="14" name="Image 27" descr="Une image contenant Graphique, symbole, logo, Police&#10;&#10;Description générée automatiquement">
              <a:extLst>
                <a:ext uri="{FF2B5EF4-FFF2-40B4-BE49-F238E27FC236}">
                  <a16:creationId xmlns:a16="http://schemas.microsoft.com/office/drawing/2014/main" id="{0968E7AA-E813-3568-2FA4-2B71A09604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28298" y="2169404"/>
              <a:ext cx="712106" cy="712106"/>
            </a:xfrm>
            <a:prstGeom prst="rect">
              <a:avLst/>
            </a:prstGeom>
          </p:spPr>
        </p:pic>
        <p:pic>
          <p:nvPicPr>
            <p:cNvPr id="15" name="Image 29" descr="Une image contenant Graphique, symbole, Police, graphisme&#10;&#10;Description générée automatiquement">
              <a:extLst>
                <a:ext uri="{FF2B5EF4-FFF2-40B4-BE49-F238E27FC236}">
                  <a16:creationId xmlns:a16="http://schemas.microsoft.com/office/drawing/2014/main" id="{7F86DC0E-1477-1A82-B5C3-6B6A2C31CB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4627" y="2152824"/>
              <a:ext cx="712106" cy="710331"/>
            </a:xfrm>
            <a:prstGeom prst="rect">
              <a:avLst/>
            </a:prstGeom>
          </p:spPr>
        </p:pic>
      </p:grpSp>
    </p:spTree>
    <p:extLst>
      <p:ext uri="{BB962C8B-B14F-4D97-AF65-F5344CB8AC3E}">
        <p14:creationId xmlns:p14="http://schemas.microsoft.com/office/powerpoint/2010/main" val="24688819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EEAF6F-C479-0460-933D-9A1AE8B05440}"/>
              </a:ext>
              <a:ext uri="{C183D7F6-B498-43B3-948B-1728B52AA6E4}">
                <adec:decorative xmlns:adec="http://schemas.microsoft.com/office/drawing/2017/decorative" val="1"/>
              </a:ext>
            </a:extLst>
          </p:cNvPr>
          <p:cNvGrpSpPr/>
          <p:nvPr userDrawn="1"/>
        </p:nvGrpSpPr>
        <p:grpSpPr>
          <a:xfrm>
            <a:off x="0" y="0"/>
            <a:ext cx="12192000" cy="2235997"/>
            <a:chOff x="0" y="0"/>
            <a:chExt cx="12192000" cy="2235997"/>
          </a:xfrm>
        </p:grpSpPr>
        <p:sp>
          <p:nvSpPr>
            <p:cNvPr id="8" name="Rectangle 7">
              <a:extLst>
                <a:ext uri="{FF2B5EF4-FFF2-40B4-BE49-F238E27FC236}">
                  <a16:creationId xmlns:a16="http://schemas.microsoft.com/office/drawing/2014/main" id="{E9A78271-D975-392F-26ED-9AF02A595AA3}"/>
                </a:ext>
                <a:ext uri="{C183D7F6-B498-43B3-948B-1728B52AA6E4}">
                  <adec:decorative xmlns:adec="http://schemas.microsoft.com/office/drawing/2017/decorative" val="1"/>
                </a:ext>
              </a:extLst>
            </p:cNvPr>
            <p:cNvSpPr>
              <a:spLocks/>
            </p:cNvSpPr>
            <p:nvPr userDrawn="1"/>
          </p:nvSpPr>
          <p:spPr>
            <a:xfrm>
              <a:off x="0" y="0"/>
              <a:ext cx="12192000" cy="114774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4" name="Group 13">
              <a:extLst>
                <a:ext uri="{FF2B5EF4-FFF2-40B4-BE49-F238E27FC236}">
                  <a16:creationId xmlns:a16="http://schemas.microsoft.com/office/drawing/2014/main" id="{87EF5BB1-9EC5-C075-5CF1-D55B8363DFE7}"/>
                </a:ext>
                <a:ext uri="{C183D7F6-B498-43B3-948B-1728B52AA6E4}">
                  <adec:decorative xmlns:adec="http://schemas.microsoft.com/office/drawing/2017/decorative" val="1"/>
                </a:ext>
              </a:extLst>
            </p:cNvPr>
            <p:cNvGrpSpPr/>
            <p:nvPr userDrawn="1"/>
          </p:nvGrpSpPr>
          <p:grpSpPr>
            <a:xfrm>
              <a:off x="436910" y="61381"/>
              <a:ext cx="2174616" cy="2174616"/>
              <a:chOff x="428625" y="688572"/>
              <a:chExt cx="5398972" cy="5398972"/>
            </a:xfrm>
          </p:grpSpPr>
          <p:sp>
            <p:nvSpPr>
              <p:cNvPr id="10" name="Graphic 12">
                <a:extLst>
                  <a:ext uri="{FF2B5EF4-FFF2-40B4-BE49-F238E27FC236}">
                    <a16:creationId xmlns:a16="http://schemas.microsoft.com/office/drawing/2014/main" id="{867E329A-F569-FD2D-40BC-C949E9EC7C6C}"/>
                  </a:ext>
                  <a:ext uri="{C183D7F6-B498-43B3-948B-1728B52AA6E4}">
                    <adec:decorative xmlns:adec="http://schemas.microsoft.com/office/drawing/2017/decorative" val="1"/>
                  </a:ext>
                </a:extLst>
              </p:cNvPr>
              <p:cNvSpPr/>
              <p:nvPr/>
            </p:nvSpPr>
            <p:spPr>
              <a:xfrm rot="5400000">
                <a:off x="3128111" y="688572"/>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2"/>
              </a:solidFill>
              <a:ln w="2246" cap="flat">
                <a:noFill/>
                <a:prstDash val="solid"/>
                <a:miter/>
              </a:ln>
            </p:spPr>
            <p:txBody>
              <a:bodyPr rtlCol="0" anchor="ctr"/>
              <a:lstStyle/>
              <a:p>
                <a:endParaRPr lang="en-US" noProof="0"/>
              </a:p>
            </p:txBody>
          </p:sp>
          <p:sp>
            <p:nvSpPr>
              <p:cNvPr id="11" name="Graphic 11">
                <a:extLst>
                  <a:ext uri="{FF2B5EF4-FFF2-40B4-BE49-F238E27FC236}">
                    <a16:creationId xmlns:a16="http://schemas.microsoft.com/office/drawing/2014/main" id="{DDD74B7C-D695-9400-9632-BD81C62538EB}"/>
                  </a:ext>
                  <a:ext uri="{C183D7F6-B498-43B3-948B-1728B52AA6E4}">
                    <adec:decorative xmlns:adec="http://schemas.microsoft.com/office/drawing/2017/decorative" val="1"/>
                  </a:ext>
                </a:extLst>
              </p:cNvPr>
              <p:cNvSpPr/>
              <p:nvPr/>
            </p:nvSpPr>
            <p:spPr>
              <a:xfrm rot="16200000">
                <a:off x="428625" y="3388058"/>
                <a:ext cx="2699486" cy="2699486"/>
              </a:xfrm>
              <a:custGeom>
                <a:avLst/>
                <a:gdLst>
                  <a:gd name="connsiteX0" fmla="*/ 0 w 2699486"/>
                  <a:gd name="connsiteY0" fmla="*/ 2699486 h 2699486"/>
                  <a:gd name="connsiteX1" fmla="*/ 1094417 w 2699486"/>
                  <a:gd name="connsiteY1" fmla="*/ 2699486 h 2699486"/>
                  <a:gd name="connsiteX2" fmla="*/ 2699486 w 2699486"/>
                  <a:gd name="connsiteY2" fmla="*/ 1094417 h 2699486"/>
                  <a:gd name="connsiteX3" fmla="*/ 2699486 w 2699486"/>
                  <a:gd name="connsiteY3" fmla="*/ 0 h 2699486"/>
                  <a:gd name="connsiteX4" fmla="*/ 0 w 2699486"/>
                  <a:gd name="connsiteY4" fmla="*/ 2699486 h 269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9486" h="2699486">
                    <a:moveTo>
                      <a:pt x="0" y="2699486"/>
                    </a:moveTo>
                    <a:lnTo>
                      <a:pt x="1094417" y="2699486"/>
                    </a:lnTo>
                    <a:cubicBezTo>
                      <a:pt x="1094417" y="1814505"/>
                      <a:pt x="1814505" y="1094417"/>
                      <a:pt x="2699486" y="1094417"/>
                    </a:cubicBezTo>
                    <a:lnTo>
                      <a:pt x="2699486" y="0"/>
                    </a:lnTo>
                    <a:cubicBezTo>
                      <a:pt x="1210944" y="0"/>
                      <a:pt x="0" y="1210944"/>
                      <a:pt x="0" y="2699486"/>
                    </a:cubicBezTo>
                  </a:path>
                </a:pathLst>
              </a:custGeom>
              <a:solidFill>
                <a:schemeClr val="accent1"/>
              </a:solidFill>
              <a:ln w="2246" cap="flat">
                <a:noFill/>
                <a:prstDash val="solid"/>
                <a:miter/>
              </a:ln>
            </p:spPr>
            <p:txBody>
              <a:bodyPr rtlCol="0" anchor="ctr"/>
              <a:lstStyle/>
              <a:p>
                <a:endParaRPr lang="en-US" noProof="0"/>
              </a:p>
            </p:txBody>
          </p:sp>
        </p:grpSp>
      </p:grpSp>
      <p:sp>
        <p:nvSpPr>
          <p:cNvPr id="3" name="Title 2">
            <a:extLst>
              <a:ext uri="{FF2B5EF4-FFF2-40B4-BE49-F238E27FC236}">
                <a16:creationId xmlns:a16="http://schemas.microsoft.com/office/drawing/2014/main" id="{AC6A2842-98CF-DBDF-5B71-0947B0AD63D5}"/>
              </a:ext>
            </a:extLst>
          </p:cNvPr>
          <p:cNvSpPr>
            <a:spLocks noGrp="1"/>
          </p:cNvSpPr>
          <p:nvPr>
            <p:ph type="title" hasCustomPrompt="1"/>
          </p:nvPr>
        </p:nvSpPr>
        <p:spPr>
          <a:xfrm>
            <a:off x="2772016" y="216497"/>
            <a:ext cx="7124338" cy="387705"/>
          </a:xfrm>
        </p:spPr>
        <p:txBody>
          <a:bodyPr/>
          <a:lstStyle>
            <a:lvl1pPr>
              <a:defRPr sz="2400">
                <a:solidFill>
                  <a:schemeClr val="bg1"/>
                </a:solidFill>
              </a:defRPr>
            </a:lvl1pPr>
          </a:lstStyle>
          <a:p>
            <a:r>
              <a:rPr lang="en-US" noProof="0"/>
              <a:t>Click to enter consultant’s name</a:t>
            </a:r>
          </a:p>
        </p:txBody>
      </p:sp>
      <p:sp>
        <p:nvSpPr>
          <p:cNvPr id="27" name="Text Placeholder 26">
            <a:extLst>
              <a:ext uri="{FF2B5EF4-FFF2-40B4-BE49-F238E27FC236}">
                <a16:creationId xmlns:a16="http://schemas.microsoft.com/office/drawing/2014/main" id="{5C537275-6DEE-641D-F9A0-865D8402FAC1}"/>
              </a:ext>
            </a:extLst>
          </p:cNvPr>
          <p:cNvSpPr>
            <a:spLocks noGrp="1"/>
          </p:cNvSpPr>
          <p:nvPr>
            <p:ph type="body" sz="quarter" idx="29" hasCustomPrompt="1"/>
          </p:nvPr>
        </p:nvSpPr>
        <p:spPr>
          <a:xfrm>
            <a:off x="2772017" y="607046"/>
            <a:ext cx="7124338" cy="414511"/>
          </a:xfrm>
        </p:spPr>
        <p:txBody>
          <a:bodyPr anchor="t"/>
          <a:lstStyle>
            <a:lvl1pPr marL="0" indent="0">
              <a:buNone/>
              <a:defRPr sz="1800">
                <a:solidFill>
                  <a:srgbClr val="3DC7FF"/>
                </a:solidFill>
                <a:latin typeface="+mj-lt"/>
              </a:defRPr>
            </a:lvl1pPr>
          </a:lstStyle>
          <a:p>
            <a:pPr lvl="0"/>
            <a:r>
              <a:rPr lang="en-US" noProof="0"/>
              <a:t>Click to enter role</a:t>
            </a:r>
          </a:p>
        </p:txBody>
      </p:sp>
      <p:sp>
        <p:nvSpPr>
          <p:cNvPr id="2" name="Text Placeholder 26">
            <a:extLst>
              <a:ext uri="{FF2B5EF4-FFF2-40B4-BE49-F238E27FC236}">
                <a16:creationId xmlns:a16="http://schemas.microsoft.com/office/drawing/2014/main" id="{7084BAAC-A14B-0D20-2A26-C8D646B16BBA}"/>
              </a:ext>
            </a:extLst>
          </p:cNvPr>
          <p:cNvSpPr>
            <a:spLocks noGrp="1"/>
          </p:cNvSpPr>
          <p:nvPr>
            <p:ph type="body" sz="quarter" idx="48" hasCustomPrompt="1"/>
          </p:nvPr>
        </p:nvSpPr>
        <p:spPr>
          <a:xfrm>
            <a:off x="10053638" y="257175"/>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Country:</a:t>
            </a:r>
          </a:p>
        </p:txBody>
      </p:sp>
      <p:sp>
        <p:nvSpPr>
          <p:cNvPr id="46" name="Text Placeholder 45">
            <a:extLst>
              <a:ext uri="{FF2B5EF4-FFF2-40B4-BE49-F238E27FC236}">
                <a16:creationId xmlns:a16="http://schemas.microsoft.com/office/drawing/2014/main" id="{0EB4AB2E-8AF8-1890-41F0-FE1A716E06B2}"/>
              </a:ext>
            </a:extLst>
          </p:cNvPr>
          <p:cNvSpPr>
            <a:spLocks noGrp="1"/>
          </p:cNvSpPr>
          <p:nvPr>
            <p:ph type="body" sz="quarter" idx="38" hasCustomPrompt="1"/>
          </p:nvPr>
        </p:nvSpPr>
        <p:spPr>
          <a:xfrm>
            <a:off x="10991850" y="257175"/>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ABC</a:t>
            </a:r>
          </a:p>
        </p:txBody>
      </p:sp>
      <p:sp>
        <p:nvSpPr>
          <p:cNvPr id="5" name="Text Placeholder 26">
            <a:extLst>
              <a:ext uri="{FF2B5EF4-FFF2-40B4-BE49-F238E27FC236}">
                <a16:creationId xmlns:a16="http://schemas.microsoft.com/office/drawing/2014/main" id="{E41CF282-98B5-0DCD-8CD3-865399C1809C}"/>
              </a:ext>
            </a:extLst>
          </p:cNvPr>
          <p:cNvSpPr>
            <a:spLocks noGrp="1"/>
          </p:cNvSpPr>
          <p:nvPr>
            <p:ph type="body" sz="quarter" idx="51" hasCustomPrompt="1"/>
          </p:nvPr>
        </p:nvSpPr>
        <p:spPr>
          <a:xfrm>
            <a:off x="10053638" y="655227"/>
            <a:ext cx="893735" cy="285130"/>
          </a:xfrm>
        </p:spPr>
        <p:txBody>
          <a:bodyPr anchor="ctr"/>
          <a:lstStyle>
            <a:lvl1pPr marL="0" indent="0" algn="r">
              <a:buNone/>
              <a:defRPr lang="en-US" sz="1200" b="0" kern="1200" noProof="0" dirty="0">
                <a:solidFill>
                  <a:schemeClr val="accent2"/>
                </a:solidFill>
                <a:latin typeface="+mj-lt"/>
                <a:ea typeface="MS PGothic" pitchFamily="34" charset="-128"/>
                <a:cs typeface="+mn-cs"/>
              </a:defRPr>
            </a:lvl1pPr>
          </a:lstStyle>
          <a:p>
            <a:pPr lvl="0"/>
            <a:r>
              <a:rPr lang="en-US" noProof="0"/>
              <a:t>Availability:</a:t>
            </a:r>
          </a:p>
        </p:txBody>
      </p:sp>
      <p:sp>
        <p:nvSpPr>
          <p:cNvPr id="47" name="Text Placeholder 45">
            <a:extLst>
              <a:ext uri="{FF2B5EF4-FFF2-40B4-BE49-F238E27FC236}">
                <a16:creationId xmlns:a16="http://schemas.microsoft.com/office/drawing/2014/main" id="{17BB8357-25D8-1F26-B27B-AEBD9BD231A9}"/>
              </a:ext>
            </a:extLst>
          </p:cNvPr>
          <p:cNvSpPr>
            <a:spLocks noGrp="1"/>
          </p:cNvSpPr>
          <p:nvPr>
            <p:ph type="body" sz="quarter" idx="39" hasCustomPrompt="1"/>
          </p:nvPr>
        </p:nvSpPr>
        <p:spPr>
          <a:xfrm>
            <a:off x="10991850" y="655227"/>
            <a:ext cx="771947" cy="285130"/>
          </a:xfrm>
        </p:spPr>
        <p:txBody>
          <a:bodyPr anchor="ctr"/>
          <a:lstStyle>
            <a:lvl1pPr marL="0" indent="0" algn="r">
              <a:buNone/>
              <a:defRPr sz="120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noProof="0"/>
              <a:t>n Days</a:t>
            </a:r>
          </a:p>
        </p:txBody>
      </p:sp>
      <p:sp>
        <p:nvSpPr>
          <p:cNvPr id="4" name="Text Placeholder 3">
            <a:extLst>
              <a:ext uri="{FF2B5EF4-FFF2-40B4-BE49-F238E27FC236}">
                <a16:creationId xmlns:a16="http://schemas.microsoft.com/office/drawing/2014/main" id="{FDC52ABD-39DB-5DAA-B9C8-27265064FF03}"/>
              </a:ext>
            </a:extLst>
          </p:cNvPr>
          <p:cNvSpPr>
            <a:spLocks noGrp="1"/>
          </p:cNvSpPr>
          <p:nvPr>
            <p:ph type="body" sz="quarter" idx="41" hasCustomPrompt="1"/>
          </p:nvPr>
        </p:nvSpPr>
        <p:spPr>
          <a:xfrm>
            <a:off x="2262267" y="1189796"/>
            <a:ext cx="1835172" cy="327672"/>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marL="0" marR="0" lvl="0" indent="0" algn="l" defTabSz="914400" rtl="0" eaLnBrk="1" fontAlgn="auto" latinLnBrk="0" hangingPunct="1">
              <a:lnSpc>
                <a:spcPct val="100000"/>
              </a:lnSpc>
              <a:spcBef>
                <a:spcPts val="0"/>
              </a:spcBef>
              <a:spcAft>
                <a:spcPts val="600"/>
              </a:spcAft>
              <a:buClr>
                <a:schemeClr val="accent3"/>
              </a:buClr>
              <a:buSzTx/>
              <a:buFontTx/>
              <a:buNone/>
              <a:tabLst/>
              <a:defRPr/>
            </a:pPr>
            <a:r>
              <a:rPr lang="en-US" sz="1600" b="1" noProof="0">
                <a:solidFill>
                  <a:srgbClr val="0073E6"/>
                </a:solidFill>
                <a:latin typeface="+mj-lt"/>
                <a:cs typeface="+mn-cs"/>
              </a:rPr>
              <a:t>Competencies</a:t>
            </a:r>
            <a:endParaRPr lang="en-US" sz="1600" noProof="0">
              <a:solidFill>
                <a:srgbClr val="0073E6"/>
              </a:solidFill>
              <a:latin typeface="+mj-lt"/>
              <a:cs typeface="+mn-cs"/>
            </a:endParaRPr>
          </a:p>
        </p:txBody>
      </p:sp>
      <p:sp>
        <p:nvSpPr>
          <p:cNvPr id="36" name="Text Placeholder 28">
            <a:extLst>
              <a:ext uri="{FF2B5EF4-FFF2-40B4-BE49-F238E27FC236}">
                <a16:creationId xmlns:a16="http://schemas.microsoft.com/office/drawing/2014/main" id="{BA232C89-42B1-3DE0-EB93-B4A3D1FD1C45}"/>
              </a:ext>
            </a:extLst>
          </p:cNvPr>
          <p:cNvSpPr>
            <a:spLocks noGrp="1"/>
          </p:cNvSpPr>
          <p:nvPr>
            <p:ph type="body" sz="quarter" idx="32" hasCustomPrompt="1"/>
          </p:nvPr>
        </p:nvSpPr>
        <p:spPr>
          <a:xfrm>
            <a:off x="2262265" y="1542349"/>
            <a:ext cx="1835173" cy="1290773"/>
          </a:xfrm>
        </p:spPr>
        <p:txBody>
          <a:bodyPr anchor="t"/>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Expertise &amp; </a:t>
            </a:r>
            <a:br>
              <a:rPr lang="en-US" noProof="0"/>
            </a:br>
            <a:r>
              <a:rPr lang="en-US" noProof="0"/>
              <a:t>Core Competencies</a:t>
            </a:r>
          </a:p>
        </p:txBody>
      </p:sp>
      <p:sp>
        <p:nvSpPr>
          <p:cNvPr id="68" name="Text Placeholder 3">
            <a:extLst>
              <a:ext uri="{FF2B5EF4-FFF2-40B4-BE49-F238E27FC236}">
                <a16:creationId xmlns:a16="http://schemas.microsoft.com/office/drawing/2014/main" id="{4AF37B7A-C4FA-DE0B-2C2B-676A8950CCE9}"/>
              </a:ext>
            </a:extLst>
          </p:cNvPr>
          <p:cNvSpPr>
            <a:spLocks noGrp="1"/>
          </p:cNvSpPr>
          <p:nvPr>
            <p:ph type="body" sz="quarter" idx="44" hasCustomPrompt="1"/>
          </p:nvPr>
        </p:nvSpPr>
        <p:spPr>
          <a:xfrm>
            <a:off x="436909" y="2886691"/>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Summary</a:t>
            </a:r>
            <a:endParaRPr lang="en-US" sz="1600" noProof="0">
              <a:solidFill>
                <a:srgbClr val="0073E6"/>
              </a:solidFill>
              <a:latin typeface="+mj-lt"/>
              <a:cs typeface="+mn-cs"/>
            </a:endParaRPr>
          </a:p>
        </p:txBody>
      </p:sp>
      <p:sp>
        <p:nvSpPr>
          <p:cNvPr id="66" name="Text Placeholder 28">
            <a:extLst>
              <a:ext uri="{FF2B5EF4-FFF2-40B4-BE49-F238E27FC236}">
                <a16:creationId xmlns:a16="http://schemas.microsoft.com/office/drawing/2014/main" id="{DE80A998-D14B-6B29-B910-50F0801E3320}"/>
              </a:ext>
            </a:extLst>
          </p:cNvPr>
          <p:cNvSpPr>
            <a:spLocks noGrp="1"/>
          </p:cNvSpPr>
          <p:nvPr>
            <p:ph type="body" sz="quarter" idx="40" hasCustomPrompt="1"/>
          </p:nvPr>
        </p:nvSpPr>
        <p:spPr>
          <a:xfrm>
            <a:off x="436909" y="3243582"/>
            <a:ext cx="3660529" cy="1810956"/>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Summary</a:t>
            </a:r>
          </a:p>
        </p:txBody>
      </p:sp>
      <p:sp>
        <p:nvSpPr>
          <p:cNvPr id="69" name="Text Placeholder 3">
            <a:extLst>
              <a:ext uri="{FF2B5EF4-FFF2-40B4-BE49-F238E27FC236}">
                <a16:creationId xmlns:a16="http://schemas.microsoft.com/office/drawing/2014/main" id="{DFC24B06-9A7D-A46A-608E-6AC443F50503}"/>
              </a:ext>
            </a:extLst>
          </p:cNvPr>
          <p:cNvSpPr>
            <a:spLocks noGrp="1"/>
          </p:cNvSpPr>
          <p:nvPr>
            <p:ph type="body" sz="quarter" idx="45" hasCustomPrompt="1"/>
          </p:nvPr>
        </p:nvSpPr>
        <p:spPr>
          <a:xfrm>
            <a:off x="436909" y="5113079"/>
            <a:ext cx="3660529" cy="346904"/>
          </a:xfrm>
        </p:spPr>
        <p:txBody>
          <a:bodyPr anchor="ctr"/>
          <a:lstStyle>
            <a:lvl1pPr marL="0" indent="0">
              <a:buFontTx/>
              <a:buNone/>
              <a:defRPr lang="en-US" sz="1800" b="1" kern="1200" noProof="0" dirty="0" smtClean="0">
                <a:solidFill>
                  <a:srgbClr val="0073E6"/>
                </a:solidFill>
                <a:latin typeface="+mj-lt"/>
                <a:ea typeface="MS PGothic" pitchFamily="34" charset="-128"/>
                <a:cs typeface="+mn-cs"/>
              </a:defRPr>
            </a:lvl1pPr>
          </a:lstStyle>
          <a:p>
            <a:pPr algn="l">
              <a:lnSpc>
                <a:spcPct val="110000"/>
              </a:lnSpc>
              <a:defRPr/>
            </a:pPr>
            <a:r>
              <a:rPr lang="en-US" sz="1600" b="1" noProof="0">
                <a:solidFill>
                  <a:srgbClr val="0073E6"/>
                </a:solidFill>
                <a:latin typeface="+mj-lt"/>
                <a:cs typeface="+mn-cs"/>
              </a:rPr>
              <a:t>Languages</a:t>
            </a:r>
            <a:endParaRPr lang="en-US" sz="1400" noProof="0">
              <a:solidFill>
                <a:srgbClr val="0073E6"/>
              </a:solidFill>
              <a:latin typeface="+mj-lt"/>
              <a:cs typeface="+mn-cs"/>
            </a:endParaRPr>
          </a:p>
        </p:txBody>
      </p:sp>
      <p:sp>
        <p:nvSpPr>
          <p:cNvPr id="39" name="Text Placeholder 28">
            <a:extLst>
              <a:ext uri="{FF2B5EF4-FFF2-40B4-BE49-F238E27FC236}">
                <a16:creationId xmlns:a16="http://schemas.microsoft.com/office/drawing/2014/main" id="{B9111369-C4AB-C6AD-C404-DE77749484D9}"/>
              </a:ext>
            </a:extLst>
          </p:cNvPr>
          <p:cNvSpPr>
            <a:spLocks noGrp="1"/>
          </p:cNvSpPr>
          <p:nvPr>
            <p:ph type="body" sz="quarter" idx="35" hasCustomPrompt="1"/>
          </p:nvPr>
        </p:nvSpPr>
        <p:spPr>
          <a:xfrm>
            <a:off x="436909" y="5507118"/>
            <a:ext cx="3660529" cy="583902"/>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languages. If you use flags or images: add alt text to each graphic</a:t>
            </a:r>
          </a:p>
        </p:txBody>
      </p:sp>
      <p:sp>
        <p:nvSpPr>
          <p:cNvPr id="25" name="Text Placeholder 3">
            <a:extLst>
              <a:ext uri="{FF2B5EF4-FFF2-40B4-BE49-F238E27FC236}">
                <a16:creationId xmlns:a16="http://schemas.microsoft.com/office/drawing/2014/main" id="{E66F3C00-4E75-245A-984B-8B18DB0D6D69}"/>
              </a:ext>
            </a:extLst>
          </p:cNvPr>
          <p:cNvSpPr>
            <a:spLocks noGrp="1"/>
          </p:cNvSpPr>
          <p:nvPr>
            <p:ph type="body" sz="quarter" idx="42" hasCustomPrompt="1"/>
          </p:nvPr>
        </p:nvSpPr>
        <p:spPr>
          <a:xfrm>
            <a:off x="4258088" y="1189796"/>
            <a:ext cx="3725255"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Education</a:t>
            </a:r>
            <a:endParaRPr lang="en-US" sz="1600" noProof="0">
              <a:solidFill>
                <a:srgbClr val="0073E6"/>
              </a:solidFill>
              <a:latin typeface="+mj-lt"/>
              <a:cs typeface="+mn-cs"/>
            </a:endParaRPr>
          </a:p>
        </p:txBody>
      </p:sp>
      <p:sp>
        <p:nvSpPr>
          <p:cNvPr id="29" name="Text Placeholder 28">
            <a:extLst>
              <a:ext uri="{FF2B5EF4-FFF2-40B4-BE49-F238E27FC236}">
                <a16:creationId xmlns:a16="http://schemas.microsoft.com/office/drawing/2014/main" id="{B779871B-7F68-A96B-54E8-BA8714375523}"/>
              </a:ext>
            </a:extLst>
          </p:cNvPr>
          <p:cNvSpPr>
            <a:spLocks noGrp="1"/>
          </p:cNvSpPr>
          <p:nvPr>
            <p:ph type="body" sz="quarter" idx="30" hasCustomPrompt="1"/>
          </p:nvPr>
        </p:nvSpPr>
        <p:spPr>
          <a:xfrm>
            <a:off x="4258088" y="1542350"/>
            <a:ext cx="3725255" cy="2300446"/>
          </a:xfrm>
        </p:spPr>
        <p:txBody>
          <a:bodyPr/>
          <a:lstStyle>
            <a:lvl1pPr marL="0" indent="0">
              <a:spcAft>
                <a:spcPts val="200"/>
              </a:spcAft>
              <a:buFontTx/>
              <a:buNone/>
              <a:defRPr sz="1200">
                <a:solidFill>
                  <a:schemeClr val="accent3"/>
                </a:solidFill>
                <a:latin typeface="+mj-lt"/>
              </a:defRPr>
            </a:lvl1pPr>
            <a:lvl2pPr marL="0" indent="0">
              <a:spcAft>
                <a:spcPts val="200"/>
              </a:spcAft>
              <a:buNone/>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YYYY: Institution. City</a:t>
            </a:r>
          </a:p>
          <a:p>
            <a:pPr lvl="1"/>
            <a:r>
              <a:rPr lang="en-US" noProof="0"/>
              <a:t>Description</a:t>
            </a:r>
          </a:p>
        </p:txBody>
      </p:sp>
      <p:sp>
        <p:nvSpPr>
          <p:cNvPr id="72" name="Text Placeholder 3">
            <a:extLst>
              <a:ext uri="{FF2B5EF4-FFF2-40B4-BE49-F238E27FC236}">
                <a16:creationId xmlns:a16="http://schemas.microsoft.com/office/drawing/2014/main" id="{1C1F265D-FCB6-808F-BF90-B89F32A88201}"/>
              </a:ext>
            </a:extLst>
          </p:cNvPr>
          <p:cNvSpPr>
            <a:spLocks noGrp="1"/>
          </p:cNvSpPr>
          <p:nvPr>
            <p:ph type="body" sz="quarter" idx="47" hasCustomPrompt="1"/>
          </p:nvPr>
        </p:nvSpPr>
        <p:spPr>
          <a:xfrm>
            <a:off x="4258088" y="3933140"/>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noProof="0">
                <a:solidFill>
                  <a:srgbClr val="0073E6"/>
                </a:solidFill>
                <a:latin typeface="+mj-lt"/>
                <a:cs typeface="+mn-cs"/>
              </a:rPr>
              <a:t>Industry Expertise</a:t>
            </a:r>
          </a:p>
        </p:txBody>
      </p:sp>
      <p:sp>
        <p:nvSpPr>
          <p:cNvPr id="37" name="Text Placeholder 28">
            <a:extLst>
              <a:ext uri="{FF2B5EF4-FFF2-40B4-BE49-F238E27FC236}">
                <a16:creationId xmlns:a16="http://schemas.microsoft.com/office/drawing/2014/main" id="{FC467BED-11E1-7E0B-9A78-B431FDF4732A}"/>
              </a:ext>
            </a:extLst>
          </p:cNvPr>
          <p:cNvSpPr>
            <a:spLocks noGrp="1"/>
          </p:cNvSpPr>
          <p:nvPr>
            <p:ph type="body" sz="quarter" idx="33" hasCustomPrompt="1"/>
          </p:nvPr>
        </p:nvSpPr>
        <p:spPr>
          <a:xfrm>
            <a:off x="4258088" y="4326526"/>
            <a:ext cx="3725255" cy="728011"/>
          </a:xfrm>
        </p:spPr>
        <p:txBody>
          <a:bodyPr/>
          <a:lstStyle>
            <a:lvl1pPr marL="0" indent="0">
              <a:spcAft>
                <a:spcPts val="200"/>
              </a:spcAft>
              <a:buFontTx/>
              <a:buNone/>
              <a:defRPr sz="1200">
                <a:solidFill>
                  <a:srgbClr val="00005C"/>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Industry Expertise</a:t>
            </a:r>
          </a:p>
          <a:p>
            <a:pPr lvl="0"/>
            <a:endParaRPr lang="en-US" noProof="0"/>
          </a:p>
        </p:txBody>
      </p:sp>
      <p:sp>
        <p:nvSpPr>
          <p:cNvPr id="71" name="Text Placeholder 3">
            <a:extLst>
              <a:ext uri="{FF2B5EF4-FFF2-40B4-BE49-F238E27FC236}">
                <a16:creationId xmlns:a16="http://schemas.microsoft.com/office/drawing/2014/main" id="{EE7C65D9-CD83-91F0-6A68-8A89F0102FD2}"/>
              </a:ext>
            </a:extLst>
          </p:cNvPr>
          <p:cNvSpPr>
            <a:spLocks noGrp="1"/>
          </p:cNvSpPr>
          <p:nvPr>
            <p:ph type="body" sz="quarter" idx="46" hasCustomPrompt="1"/>
          </p:nvPr>
        </p:nvSpPr>
        <p:spPr>
          <a:xfrm>
            <a:off x="4258088" y="5113079"/>
            <a:ext cx="3725255" cy="346904"/>
          </a:xfrm>
        </p:spPr>
        <p:txBody>
          <a:bodyPr anchor="ctr"/>
          <a:lstStyle>
            <a:lvl1pPr marL="0" indent="0">
              <a:buFontTx/>
              <a:buNone/>
              <a:defRPr lang="en-US" sz="1800" b="1" kern="1200" baseline="0" noProof="0" dirty="0" smtClean="0">
                <a:solidFill>
                  <a:schemeClr val="accent1"/>
                </a:solidFill>
                <a:latin typeface="+mj-lt"/>
                <a:ea typeface="MS PGothic" pitchFamily="34" charset="-128"/>
                <a:cs typeface="+mn-cs"/>
              </a:defRPr>
            </a:lvl1pPr>
          </a:lstStyle>
          <a:p>
            <a:pPr algn="l" eaLnBrk="1" hangingPunct="1">
              <a:lnSpc>
                <a:spcPct val="110000"/>
              </a:lnSpc>
              <a:defRPr/>
            </a:pPr>
            <a:r>
              <a:rPr lang="en-US" sz="1600" b="1" noProof="0">
                <a:solidFill>
                  <a:srgbClr val="0073E6"/>
                </a:solidFill>
                <a:latin typeface="+mj-lt"/>
                <a:cs typeface="+mn-cs"/>
              </a:rPr>
              <a:t>Certificates / Accreditations</a:t>
            </a:r>
            <a:endParaRPr lang="en-US" sz="1600" noProof="0">
              <a:solidFill>
                <a:srgbClr val="0073E6"/>
              </a:solidFill>
              <a:latin typeface="+mj-lt"/>
              <a:cs typeface="+mn-cs"/>
            </a:endParaRPr>
          </a:p>
        </p:txBody>
      </p:sp>
      <p:sp>
        <p:nvSpPr>
          <p:cNvPr id="38" name="Text Placeholder 28">
            <a:extLst>
              <a:ext uri="{FF2B5EF4-FFF2-40B4-BE49-F238E27FC236}">
                <a16:creationId xmlns:a16="http://schemas.microsoft.com/office/drawing/2014/main" id="{03919262-CF56-C9AD-8C74-CA1547F934AE}"/>
              </a:ext>
            </a:extLst>
          </p:cNvPr>
          <p:cNvSpPr>
            <a:spLocks noGrp="1"/>
          </p:cNvSpPr>
          <p:nvPr>
            <p:ph type="body" sz="quarter" idx="34" hasCustomPrompt="1"/>
          </p:nvPr>
        </p:nvSpPr>
        <p:spPr>
          <a:xfrm>
            <a:off x="4258088" y="5507118"/>
            <a:ext cx="3725255" cy="583902"/>
          </a:xfrm>
        </p:spPr>
        <p:txBody>
          <a:bodyPr/>
          <a:lstStyle>
            <a:lvl1pPr marL="0" indent="0">
              <a:spcAft>
                <a:spcPts val="200"/>
              </a:spcAft>
              <a:buFontTx/>
              <a:buNone/>
              <a:defRPr lang="en-US" sz="1200" kern="1200" dirty="0">
                <a:solidFill>
                  <a:srgbClr val="00005C"/>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Certificates / Accreditations</a:t>
            </a:r>
          </a:p>
        </p:txBody>
      </p:sp>
      <p:sp>
        <p:nvSpPr>
          <p:cNvPr id="64" name="Text Placeholder 3">
            <a:extLst>
              <a:ext uri="{FF2B5EF4-FFF2-40B4-BE49-F238E27FC236}">
                <a16:creationId xmlns:a16="http://schemas.microsoft.com/office/drawing/2014/main" id="{E2303F15-2EEE-E407-2816-5B0A449FC214}"/>
              </a:ext>
            </a:extLst>
          </p:cNvPr>
          <p:cNvSpPr>
            <a:spLocks noGrp="1"/>
          </p:cNvSpPr>
          <p:nvPr>
            <p:ph type="body" sz="quarter" idx="43" hasCustomPrompt="1"/>
          </p:nvPr>
        </p:nvSpPr>
        <p:spPr>
          <a:xfrm>
            <a:off x="8116084" y="1189796"/>
            <a:ext cx="3650466" cy="314213"/>
          </a:xfrm>
        </p:spPr>
        <p:txBody>
          <a:bodyPr anchor="ctr"/>
          <a:lstStyle>
            <a:lvl1pPr marL="0" indent="0">
              <a:buFontTx/>
              <a:buNone/>
              <a:defRPr lang="en-US" sz="1800" b="0" kern="1200" baseline="0" noProof="0" dirty="0">
                <a:solidFill>
                  <a:schemeClr val="accent1"/>
                </a:solidFill>
                <a:latin typeface="+mj-lt"/>
                <a:ea typeface="MS PGothic" pitchFamily="34" charset="-128"/>
                <a:cs typeface="+mn-cs"/>
              </a:defRPr>
            </a:lvl1pPr>
          </a:lstStyle>
          <a:p>
            <a:pPr eaLnBrk="1" hangingPunct="1">
              <a:spcAft>
                <a:spcPts val="800"/>
              </a:spcAft>
              <a:defRPr/>
            </a:pPr>
            <a:r>
              <a:rPr lang="en-US" sz="1600" b="1" noProof="0">
                <a:solidFill>
                  <a:srgbClr val="0073E6"/>
                </a:solidFill>
                <a:latin typeface="+mj-lt"/>
                <a:cs typeface="+mn-cs"/>
              </a:rPr>
              <a:t>Professional Achievements</a:t>
            </a:r>
          </a:p>
        </p:txBody>
      </p:sp>
      <p:sp>
        <p:nvSpPr>
          <p:cNvPr id="30" name="Text Placeholder 28">
            <a:extLst>
              <a:ext uri="{FF2B5EF4-FFF2-40B4-BE49-F238E27FC236}">
                <a16:creationId xmlns:a16="http://schemas.microsoft.com/office/drawing/2014/main" id="{350F2CF5-469D-C575-9109-B970FD69F9E5}"/>
              </a:ext>
            </a:extLst>
          </p:cNvPr>
          <p:cNvSpPr>
            <a:spLocks noGrp="1"/>
          </p:cNvSpPr>
          <p:nvPr>
            <p:ph type="body" sz="quarter" idx="31" hasCustomPrompt="1"/>
          </p:nvPr>
        </p:nvSpPr>
        <p:spPr>
          <a:xfrm>
            <a:off x="8116084" y="1542349"/>
            <a:ext cx="3650466" cy="4534601"/>
          </a:xfrm>
        </p:spPr>
        <p:txBody>
          <a:bodyPr/>
          <a:lstStyle>
            <a:lvl1pPr marL="0" indent="0">
              <a:spcAft>
                <a:spcPts val="200"/>
              </a:spcAft>
              <a:buClr>
                <a:schemeClr val="bg1"/>
              </a:buClr>
              <a:buFont typeface="Arial" panose="020B0604020202020204" pitchFamily="34" charset="0"/>
              <a:buNone/>
              <a:defRPr sz="1200">
                <a:solidFill>
                  <a:schemeClr val="accent3"/>
                </a:solidFill>
                <a:latin typeface="+mj-lt"/>
              </a:defRPr>
            </a:lvl1pPr>
            <a:lvl2pPr marL="182880" indent="-182880">
              <a:spcAft>
                <a:spcPts val="200"/>
              </a:spcAft>
              <a:defRPr sz="1200">
                <a:solidFill>
                  <a:schemeClr val="accent3"/>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Company Name 1</a:t>
            </a:r>
          </a:p>
          <a:p>
            <a:pPr lvl="1"/>
            <a:r>
              <a:rPr lang="en-US" noProof="0"/>
              <a:t>Achievement 1</a:t>
            </a:r>
          </a:p>
          <a:p>
            <a:pPr marL="182880" marR="0" lvl="1" indent="-18288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noProof="0"/>
              <a:t>Achievement 2</a:t>
            </a:r>
          </a:p>
          <a:p>
            <a:pPr lvl="0"/>
            <a:r>
              <a:rPr lang="en-US" noProof="0"/>
              <a:t>Company Name 2 </a:t>
            </a:r>
          </a:p>
          <a:p>
            <a:pPr lvl="1"/>
            <a:r>
              <a:rPr lang="en-US" noProof="0"/>
              <a:t>Achievement 1</a:t>
            </a:r>
          </a:p>
        </p:txBody>
      </p:sp>
      <p:sp>
        <p:nvSpPr>
          <p:cNvPr id="67" name="Slide Number Placeholder 5">
            <a:extLst>
              <a:ext uri="{FF2B5EF4-FFF2-40B4-BE49-F238E27FC236}">
                <a16:creationId xmlns:a16="http://schemas.microsoft.com/office/drawing/2014/main" id="{54D4718F-C303-5B98-D8FC-8DAA206E604B}"/>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en-US" noProof="0" smtClean="0"/>
              <a:pPr/>
              <a:t>‹N°›</a:t>
            </a:fld>
            <a:endParaRPr lang="en-US" noProof="0"/>
          </a:p>
        </p:txBody>
      </p:sp>
      <p:sp>
        <p:nvSpPr>
          <p:cNvPr id="12" name="Picture Placeholder 11">
            <a:extLst>
              <a:ext uri="{FF2B5EF4-FFF2-40B4-BE49-F238E27FC236}">
                <a16:creationId xmlns:a16="http://schemas.microsoft.com/office/drawing/2014/main" id="{FCE3776D-9014-8A4F-0EE5-470C197905CE}"/>
              </a:ext>
              <a:ext uri="{C183D7F6-B498-43B3-948B-1728B52AA6E4}">
                <adec:decorative xmlns:adec="http://schemas.microsoft.com/office/drawing/2017/decorative" val="1"/>
              </a:ext>
            </a:extLst>
          </p:cNvPr>
          <p:cNvSpPr>
            <a:spLocks noGrp="1" noChangeAspect="1"/>
          </p:cNvSpPr>
          <p:nvPr>
            <p:ph type="pic" sz="quarter" idx="53"/>
          </p:nvPr>
        </p:nvSpPr>
        <p:spPr>
          <a:xfrm>
            <a:off x="876001" y="500472"/>
            <a:ext cx="1298448" cy="1298448"/>
          </a:xfrm>
          <a:prstGeom prst="ellipse">
            <a:avLst/>
          </a:prstGeom>
        </p:spPr>
        <p:txBody>
          <a:bodyPr anchor="b"/>
          <a:lstStyle>
            <a:lvl1pPr marL="0" indent="0" algn="ctr">
              <a:buNone/>
              <a:defRPr sz="1200"/>
            </a:lvl1pPr>
          </a:lstStyle>
          <a:p>
            <a:r>
              <a:rPr lang="fr-FR"/>
              <a:t>Cliquez sur l'icône pour ajouter une image</a:t>
            </a:r>
            <a:endParaRPr lang="en-US"/>
          </a:p>
        </p:txBody>
      </p:sp>
      <p:sp>
        <p:nvSpPr>
          <p:cNvPr id="41" name="Picture Placeholder 40">
            <a:extLst>
              <a:ext uri="{FF2B5EF4-FFF2-40B4-BE49-F238E27FC236}">
                <a16:creationId xmlns:a16="http://schemas.microsoft.com/office/drawing/2014/main" id="{9A1DCCCA-D724-F19A-C20F-0460DDD0D365}"/>
              </a:ext>
              <a:ext uri="{C183D7F6-B498-43B3-948B-1728B52AA6E4}">
                <adec:decorative xmlns:adec="http://schemas.microsoft.com/office/drawing/2017/decorative" val="1"/>
              </a:ext>
            </a:extLst>
          </p:cNvPr>
          <p:cNvSpPr>
            <a:spLocks noGrp="1"/>
          </p:cNvSpPr>
          <p:nvPr>
            <p:ph type="pic" sz="quarter" idx="36" hasCustomPrompt="1"/>
          </p:nvPr>
        </p:nvSpPr>
        <p:spPr>
          <a:xfrm>
            <a:off x="434086"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
        <p:nvSpPr>
          <p:cNvPr id="9" name="Picture Placeholder 40">
            <a:extLst>
              <a:ext uri="{FF2B5EF4-FFF2-40B4-BE49-F238E27FC236}">
                <a16:creationId xmlns:a16="http://schemas.microsoft.com/office/drawing/2014/main" id="{9B37780F-BB3C-CB63-EF69-CE25D79C398E}"/>
              </a:ext>
              <a:ext uri="{C183D7F6-B498-43B3-948B-1728B52AA6E4}">
                <adec:decorative xmlns:adec="http://schemas.microsoft.com/office/drawing/2017/decorative" val="1"/>
              </a:ext>
            </a:extLst>
          </p:cNvPr>
          <p:cNvSpPr>
            <a:spLocks noGrp="1"/>
          </p:cNvSpPr>
          <p:nvPr>
            <p:ph type="pic" sz="quarter" idx="52" hasCustomPrompt="1"/>
          </p:nvPr>
        </p:nvSpPr>
        <p:spPr>
          <a:xfrm>
            <a:off x="1071257" y="2338724"/>
            <a:ext cx="547990" cy="445242"/>
          </a:xfrm>
        </p:spPr>
        <p:txBody>
          <a:bodyPr anchor="ctr"/>
          <a:lstStyle>
            <a:lvl1pPr marL="0" indent="0" algn="ctr">
              <a:buNone/>
              <a:defRPr sz="600">
                <a:solidFill>
                  <a:srgbClr val="00005C"/>
                </a:solidFill>
              </a:defRPr>
            </a:lvl1pPr>
          </a:lstStyle>
          <a:p>
            <a:r>
              <a:rPr lang="en-US" noProof="0"/>
              <a:t>Social media </a:t>
            </a:r>
            <a:r>
              <a:rPr lang="en-US" noProof="0" err="1"/>
              <a:t>icon+alt</a:t>
            </a:r>
            <a:r>
              <a:rPr lang="en-US" noProof="0"/>
              <a:t> +link</a:t>
            </a:r>
          </a:p>
        </p:txBody>
      </p:sp>
    </p:spTree>
    <p:extLst>
      <p:ext uri="{BB962C8B-B14F-4D97-AF65-F5344CB8AC3E}">
        <p14:creationId xmlns:p14="http://schemas.microsoft.com/office/powerpoint/2010/main" val="40401001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userDrawn="1">
            <p:ph type="title" hasCustomPrompt="1"/>
          </p:nvPr>
        </p:nvSpPr>
        <p:spPr>
          <a:xfrm>
            <a:off x="428624" y="291451"/>
            <a:ext cx="11337925" cy="912315"/>
          </a:xfrm>
        </p:spPr>
        <p:txBody>
          <a:bodyPr/>
          <a:lstStyle>
            <a:lvl1pPr>
              <a:defRPr/>
            </a:lvl1pPr>
          </a:lstStyle>
          <a:p>
            <a:r>
              <a:rPr lang="en-US"/>
              <a:t>Organizational chart</a:t>
            </a:r>
          </a:p>
        </p:txBody>
      </p:sp>
      <p:sp>
        <p:nvSpPr>
          <p:cNvPr id="8" name="Text Placeholder 7">
            <a:extLst>
              <a:ext uri="{FF2B5EF4-FFF2-40B4-BE49-F238E27FC236}">
                <a16:creationId xmlns:a16="http://schemas.microsoft.com/office/drawing/2014/main" id="{871AB7F8-D38E-A19C-99A8-93E4EC3A4F05}"/>
              </a:ext>
            </a:extLst>
          </p:cNvPr>
          <p:cNvSpPr>
            <a:spLocks noGrp="1"/>
          </p:cNvSpPr>
          <p:nvPr userDrawn="1">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7" name="Text Placeholder 6">
            <a:extLst>
              <a:ext uri="{FF2B5EF4-FFF2-40B4-BE49-F238E27FC236}">
                <a16:creationId xmlns:a16="http://schemas.microsoft.com/office/drawing/2014/main" id="{A3EFBEB8-5EC2-43D8-7347-FD1F6E6D4CEE}"/>
              </a:ext>
            </a:extLst>
          </p:cNvPr>
          <p:cNvSpPr>
            <a:spLocks noGrp="1"/>
          </p:cNvSpPr>
          <p:nvPr userDrawn="1">
            <p:ph type="body" sz="quarter" idx="11" hasCustomPrompt="1"/>
          </p:nvPr>
        </p:nvSpPr>
        <p:spPr>
          <a:xfrm>
            <a:off x="428623" y="1323102"/>
            <a:ext cx="3621024" cy="246221"/>
          </a:xfrm>
        </p:spPr>
        <p:txBody>
          <a:bodyPr wrap="none" anchor="ctr">
            <a:noAutofit/>
          </a:bodyPr>
          <a:lstStyle>
            <a:lvl1pPr marL="0" indent="0" algn="l">
              <a:buNone/>
              <a:defRPr sz="1400">
                <a:latin typeface="+mj-lt"/>
              </a:defRPr>
            </a:lvl1pPr>
          </a:lstStyle>
          <a:p>
            <a:pPr lvl="0"/>
            <a:r>
              <a:rPr lang="en-US"/>
              <a:t>Team name</a:t>
            </a:r>
          </a:p>
        </p:txBody>
      </p:sp>
      <p:sp>
        <p:nvSpPr>
          <p:cNvPr id="51" name="Text Placeholder 6">
            <a:extLst>
              <a:ext uri="{FF2B5EF4-FFF2-40B4-BE49-F238E27FC236}">
                <a16:creationId xmlns:a16="http://schemas.microsoft.com/office/drawing/2014/main" id="{F07D23FC-F816-2ACD-9BB6-8B4F4A2F773A}"/>
              </a:ext>
            </a:extLst>
          </p:cNvPr>
          <p:cNvSpPr>
            <a:spLocks noGrp="1"/>
          </p:cNvSpPr>
          <p:nvPr userDrawn="1">
            <p:ph type="body" sz="quarter" idx="25" hasCustomPrompt="1"/>
          </p:nvPr>
        </p:nvSpPr>
        <p:spPr>
          <a:xfrm>
            <a:off x="1350229" y="1737275"/>
            <a:ext cx="2596738"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3" name="Text Placeholder 6">
            <a:extLst>
              <a:ext uri="{FF2B5EF4-FFF2-40B4-BE49-F238E27FC236}">
                <a16:creationId xmlns:a16="http://schemas.microsoft.com/office/drawing/2014/main" id="{13F5F348-9BA5-D049-2A97-79B46D552C52}"/>
              </a:ext>
              <a:ext uri="{C183D7F6-B498-43B3-948B-1728B52AA6E4}">
                <adec:decorative xmlns:adec="http://schemas.microsoft.com/office/drawing/2017/decorative" val="0"/>
              </a:ext>
            </a:extLst>
          </p:cNvPr>
          <p:cNvSpPr>
            <a:spLocks noGrp="1"/>
          </p:cNvSpPr>
          <p:nvPr userDrawn="1">
            <p:ph type="body" sz="quarter" idx="14" hasCustomPrompt="1"/>
          </p:nvPr>
        </p:nvSpPr>
        <p:spPr>
          <a:xfrm>
            <a:off x="428623" y="2707712"/>
            <a:ext cx="3383280" cy="246221"/>
          </a:xfrm>
        </p:spPr>
        <p:txBody>
          <a:bodyPr wrap="none" anchor="ctr">
            <a:noAutofit/>
          </a:bodyPr>
          <a:lstStyle>
            <a:lvl1pPr marL="0" indent="0" algn="l">
              <a:buNone/>
              <a:defRPr sz="1400">
                <a:solidFill>
                  <a:schemeClr val="accent1"/>
                </a:solidFill>
                <a:latin typeface="+mj-lt"/>
              </a:defRPr>
            </a:lvl1pPr>
          </a:lstStyle>
          <a:p>
            <a:pPr lvl="0"/>
            <a:r>
              <a:rPr lang="en-US"/>
              <a:t>Team name</a:t>
            </a:r>
          </a:p>
        </p:txBody>
      </p:sp>
      <p:sp>
        <p:nvSpPr>
          <p:cNvPr id="20" name="Text Placeholder 6">
            <a:extLst>
              <a:ext uri="{FF2B5EF4-FFF2-40B4-BE49-F238E27FC236}">
                <a16:creationId xmlns:a16="http://schemas.microsoft.com/office/drawing/2014/main" id="{A2FDFADD-09F8-480A-C438-46B841A73F05}"/>
              </a:ext>
            </a:extLst>
          </p:cNvPr>
          <p:cNvSpPr>
            <a:spLocks noGrp="1"/>
          </p:cNvSpPr>
          <p:nvPr userDrawn="1">
            <p:ph type="body" sz="quarter" idx="15" hasCustomPrompt="1"/>
          </p:nvPr>
        </p:nvSpPr>
        <p:spPr>
          <a:xfrm>
            <a:off x="1504287"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3" name="Text Placeholder 6">
            <a:extLst>
              <a:ext uri="{FF2B5EF4-FFF2-40B4-BE49-F238E27FC236}">
                <a16:creationId xmlns:a16="http://schemas.microsoft.com/office/drawing/2014/main" id="{165DD077-F6B8-467F-772B-56F5FBA01588}"/>
              </a:ext>
            </a:extLst>
          </p:cNvPr>
          <p:cNvSpPr>
            <a:spLocks noGrp="1"/>
          </p:cNvSpPr>
          <p:nvPr userDrawn="1">
            <p:ph type="body" sz="quarter" idx="17" hasCustomPrompt="1"/>
          </p:nvPr>
        </p:nvSpPr>
        <p:spPr>
          <a:xfrm>
            <a:off x="1504287"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37" name="Text Placeholder 6">
            <a:extLst>
              <a:ext uri="{FF2B5EF4-FFF2-40B4-BE49-F238E27FC236}">
                <a16:creationId xmlns:a16="http://schemas.microsoft.com/office/drawing/2014/main" id="{9AFAAB85-366F-512B-302A-D3D97931D8F9}"/>
              </a:ext>
            </a:extLst>
          </p:cNvPr>
          <p:cNvSpPr>
            <a:spLocks noGrp="1"/>
          </p:cNvSpPr>
          <p:nvPr userDrawn="1">
            <p:ph type="body" sz="quarter" idx="19" hasCustomPrompt="1"/>
          </p:nvPr>
        </p:nvSpPr>
        <p:spPr>
          <a:xfrm>
            <a:off x="1504287"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41" name="Text Placeholder 6">
            <a:extLst>
              <a:ext uri="{FF2B5EF4-FFF2-40B4-BE49-F238E27FC236}">
                <a16:creationId xmlns:a16="http://schemas.microsoft.com/office/drawing/2014/main" id="{A4016C55-BC90-5C30-11A9-6B337DAC0A93}"/>
              </a:ext>
            </a:extLst>
          </p:cNvPr>
          <p:cNvSpPr>
            <a:spLocks noGrp="1"/>
          </p:cNvSpPr>
          <p:nvPr userDrawn="1">
            <p:ph type="body" sz="quarter" idx="21" hasCustomPrompt="1"/>
          </p:nvPr>
        </p:nvSpPr>
        <p:spPr>
          <a:xfrm>
            <a:off x="4340144" y="1323102"/>
            <a:ext cx="7426406" cy="246221"/>
          </a:xfrm>
        </p:spPr>
        <p:txBody>
          <a:bodyPr wrap="none" anchor="ctr">
            <a:noAutofit/>
          </a:bodyPr>
          <a:lstStyle>
            <a:lvl1pPr marL="0" indent="0" algn="l">
              <a:buNone/>
              <a:defRPr sz="1400">
                <a:solidFill>
                  <a:schemeClr val="accent4"/>
                </a:solidFill>
                <a:latin typeface="+mj-lt"/>
              </a:defRPr>
            </a:lvl1pPr>
          </a:lstStyle>
          <a:p>
            <a:pPr lvl="0"/>
            <a:r>
              <a:rPr lang="en-US"/>
              <a:t>Team name</a:t>
            </a:r>
          </a:p>
        </p:txBody>
      </p:sp>
      <p:sp>
        <p:nvSpPr>
          <p:cNvPr id="46" name="Text Placeholder 6">
            <a:extLst>
              <a:ext uri="{FF2B5EF4-FFF2-40B4-BE49-F238E27FC236}">
                <a16:creationId xmlns:a16="http://schemas.microsoft.com/office/drawing/2014/main" id="{44858C65-06DA-B4A7-4A89-1473891D5680}"/>
              </a:ext>
            </a:extLst>
          </p:cNvPr>
          <p:cNvSpPr>
            <a:spLocks noGrp="1"/>
          </p:cNvSpPr>
          <p:nvPr userDrawn="1">
            <p:ph type="body" sz="quarter" idx="22" hasCustomPrompt="1"/>
          </p:nvPr>
        </p:nvSpPr>
        <p:spPr>
          <a:xfrm>
            <a:off x="4496318"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49" name="Text Placeholder 6">
            <a:extLst>
              <a:ext uri="{FF2B5EF4-FFF2-40B4-BE49-F238E27FC236}">
                <a16:creationId xmlns:a16="http://schemas.microsoft.com/office/drawing/2014/main" id="{EFDAB5F1-0CF9-8ACE-C9BE-23C0A19EC334}"/>
              </a:ext>
            </a:extLst>
          </p:cNvPr>
          <p:cNvSpPr>
            <a:spLocks noGrp="1"/>
          </p:cNvSpPr>
          <p:nvPr userDrawn="1">
            <p:ph type="body" sz="quarter" idx="24" hasCustomPrompt="1"/>
          </p:nvPr>
        </p:nvSpPr>
        <p:spPr>
          <a:xfrm>
            <a:off x="5424711"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5" name="Text Placeholder 6">
            <a:extLst>
              <a:ext uri="{FF2B5EF4-FFF2-40B4-BE49-F238E27FC236}">
                <a16:creationId xmlns:a16="http://schemas.microsoft.com/office/drawing/2014/main" id="{DC3AE717-2F15-1481-2D99-88141D30BCAF}"/>
              </a:ext>
            </a:extLst>
          </p:cNvPr>
          <p:cNvSpPr>
            <a:spLocks noGrp="1"/>
          </p:cNvSpPr>
          <p:nvPr userDrawn="1">
            <p:ph type="body" sz="quarter" idx="27" hasCustomPrompt="1"/>
          </p:nvPr>
        </p:nvSpPr>
        <p:spPr>
          <a:xfrm>
            <a:off x="5424711"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7" name="Text Placeholder 6">
            <a:extLst>
              <a:ext uri="{FF2B5EF4-FFF2-40B4-BE49-F238E27FC236}">
                <a16:creationId xmlns:a16="http://schemas.microsoft.com/office/drawing/2014/main" id="{4BEB9F4A-751F-EF43-E9CE-48E503B05601}"/>
              </a:ext>
            </a:extLst>
          </p:cNvPr>
          <p:cNvSpPr>
            <a:spLocks noGrp="1"/>
          </p:cNvSpPr>
          <p:nvPr userDrawn="1">
            <p:ph type="body" sz="quarter" idx="29" hasCustomPrompt="1"/>
          </p:nvPr>
        </p:nvSpPr>
        <p:spPr>
          <a:xfrm>
            <a:off x="5424711"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9" name="Text Placeholder 6">
            <a:extLst>
              <a:ext uri="{FF2B5EF4-FFF2-40B4-BE49-F238E27FC236}">
                <a16:creationId xmlns:a16="http://schemas.microsoft.com/office/drawing/2014/main" id="{52FB666B-C90C-9842-4D5D-A7CBEDDCBA19}"/>
              </a:ext>
            </a:extLst>
          </p:cNvPr>
          <p:cNvSpPr>
            <a:spLocks noGrp="1"/>
          </p:cNvSpPr>
          <p:nvPr userDrawn="1">
            <p:ph type="body" sz="quarter" idx="31" hasCustomPrompt="1"/>
          </p:nvPr>
        </p:nvSpPr>
        <p:spPr>
          <a:xfrm>
            <a:off x="5424711"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112" name="Text Placeholder 6">
            <a:extLst>
              <a:ext uri="{FF2B5EF4-FFF2-40B4-BE49-F238E27FC236}">
                <a16:creationId xmlns:a16="http://schemas.microsoft.com/office/drawing/2014/main" id="{A17170B6-51B8-B4DB-4902-7E77055393DA}"/>
              </a:ext>
            </a:extLst>
          </p:cNvPr>
          <p:cNvSpPr>
            <a:spLocks noGrp="1"/>
          </p:cNvSpPr>
          <p:nvPr userDrawn="1">
            <p:ph type="body" sz="quarter" idx="40" hasCustomPrompt="1"/>
          </p:nvPr>
        </p:nvSpPr>
        <p:spPr>
          <a:xfrm>
            <a:off x="8295266" y="1797665"/>
            <a:ext cx="3337560" cy="246221"/>
          </a:xfrm>
        </p:spPr>
        <p:txBody>
          <a:bodyPr wrap="none" anchor="ctr">
            <a:noAutofit/>
          </a:bodyPr>
          <a:lstStyle>
            <a:lvl1pPr marL="0" indent="0" algn="l">
              <a:buNone/>
              <a:defRPr sz="1200">
                <a:solidFill>
                  <a:schemeClr val="accent3"/>
                </a:solidFill>
                <a:latin typeface="+mj-lt"/>
              </a:defRPr>
            </a:lvl1pPr>
          </a:lstStyle>
          <a:p>
            <a:pPr lvl="0"/>
            <a:r>
              <a:rPr lang="en-US"/>
              <a:t>Sub-team name</a:t>
            </a:r>
          </a:p>
        </p:txBody>
      </p:sp>
      <p:sp>
        <p:nvSpPr>
          <p:cNvPr id="67" name="Text Placeholder 6">
            <a:extLst>
              <a:ext uri="{FF2B5EF4-FFF2-40B4-BE49-F238E27FC236}">
                <a16:creationId xmlns:a16="http://schemas.microsoft.com/office/drawing/2014/main" id="{EC9D4DBF-905D-9298-2F8B-17D02F713EB0}"/>
              </a:ext>
            </a:extLst>
          </p:cNvPr>
          <p:cNvSpPr>
            <a:spLocks noGrp="1"/>
          </p:cNvSpPr>
          <p:nvPr userDrawn="1">
            <p:ph type="body" sz="quarter" idx="33" hasCustomPrompt="1"/>
          </p:nvPr>
        </p:nvSpPr>
        <p:spPr>
          <a:xfrm>
            <a:off x="9242636" y="221324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69" name="Text Placeholder 6">
            <a:extLst>
              <a:ext uri="{FF2B5EF4-FFF2-40B4-BE49-F238E27FC236}">
                <a16:creationId xmlns:a16="http://schemas.microsoft.com/office/drawing/2014/main" id="{82AABC4F-DA0D-1B6C-F10D-7912F3E22EA7}"/>
              </a:ext>
            </a:extLst>
          </p:cNvPr>
          <p:cNvSpPr>
            <a:spLocks noGrp="1"/>
          </p:cNvSpPr>
          <p:nvPr userDrawn="1">
            <p:ph type="body" sz="quarter" idx="35" hasCustomPrompt="1"/>
          </p:nvPr>
        </p:nvSpPr>
        <p:spPr>
          <a:xfrm>
            <a:off x="9242636" y="3183853"/>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1" name="Text Placeholder 6">
            <a:extLst>
              <a:ext uri="{FF2B5EF4-FFF2-40B4-BE49-F238E27FC236}">
                <a16:creationId xmlns:a16="http://schemas.microsoft.com/office/drawing/2014/main" id="{94BDEC68-8B99-777A-CEDA-84311C5BB236}"/>
              </a:ext>
            </a:extLst>
          </p:cNvPr>
          <p:cNvSpPr>
            <a:spLocks noGrp="1"/>
          </p:cNvSpPr>
          <p:nvPr userDrawn="1">
            <p:ph type="body" sz="quarter" idx="37" hasCustomPrompt="1"/>
          </p:nvPr>
        </p:nvSpPr>
        <p:spPr>
          <a:xfrm>
            <a:off x="9242636" y="4160969"/>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73" name="Text Placeholder 6">
            <a:extLst>
              <a:ext uri="{FF2B5EF4-FFF2-40B4-BE49-F238E27FC236}">
                <a16:creationId xmlns:a16="http://schemas.microsoft.com/office/drawing/2014/main" id="{91A2C454-6D2E-AEEA-3CC4-F6D6F4EBA57B}"/>
              </a:ext>
            </a:extLst>
          </p:cNvPr>
          <p:cNvSpPr>
            <a:spLocks noGrp="1"/>
          </p:cNvSpPr>
          <p:nvPr userDrawn="1">
            <p:ph type="body" sz="quarter" idx="39" hasCustomPrompt="1"/>
          </p:nvPr>
        </p:nvSpPr>
        <p:spPr>
          <a:xfrm>
            <a:off x="9242636" y="5138085"/>
            <a:ext cx="2331720" cy="777240"/>
          </a:xfrm>
          <a:ln w="19050">
            <a:noFill/>
          </a:ln>
        </p:spPr>
        <p:txBody>
          <a:bodyPr wrap="none" lIns="0" anchor="ctr">
            <a:noAutofit/>
          </a:bodyPr>
          <a:lstStyle>
            <a:lvl1pPr marL="0" indent="0" algn="l">
              <a:spcAft>
                <a:spcPts val="0"/>
              </a:spcAft>
              <a:buNone/>
              <a:defRPr sz="1200">
                <a:latin typeface="+mj-lt"/>
              </a:defRPr>
            </a:lvl1pPr>
            <a:lvl2pPr marL="0" indent="0">
              <a:spcAft>
                <a:spcPts val="0"/>
              </a:spcAft>
              <a:buNone/>
              <a:defRPr sz="1200">
                <a:latin typeface="+mn-lt"/>
              </a:defRPr>
            </a:lvl2pPr>
          </a:lstStyle>
          <a:p>
            <a:pPr lvl="0"/>
            <a:r>
              <a:rPr lang="en-US"/>
              <a:t>Name</a:t>
            </a:r>
          </a:p>
          <a:p>
            <a:pPr lvl="1"/>
            <a:r>
              <a:rPr lang="en-US"/>
              <a:t>Title</a:t>
            </a:r>
          </a:p>
        </p:txBody>
      </p:sp>
      <p:sp>
        <p:nvSpPr>
          <p:cNvPr id="5" name="Slide Number Placeholder 5">
            <a:extLst>
              <a:ext uri="{FF2B5EF4-FFF2-40B4-BE49-F238E27FC236}">
                <a16:creationId xmlns:a16="http://schemas.microsoft.com/office/drawing/2014/main" id="{E7BCF086-E0BB-3B67-3C11-E0716AC53D0A}"/>
              </a:ext>
            </a:extLst>
          </p:cNvPr>
          <p:cNvSpPr>
            <a:spLocks noGrp="1"/>
          </p:cNvSpPr>
          <p:nvPr userDrawn="1">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grpSp>
        <p:nvGrpSpPr>
          <p:cNvPr id="14" name="Group 13">
            <a:extLst>
              <a:ext uri="{FF2B5EF4-FFF2-40B4-BE49-F238E27FC236}">
                <a16:creationId xmlns:a16="http://schemas.microsoft.com/office/drawing/2014/main" id="{DECFFDCD-5DBA-4316-718F-2745EBCA88BF}"/>
              </a:ext>
              <a:ext uri="{C183D7F6-B498-43B3-948B-1728B52AA6E4}">
                <adec:decorative xmlns:adec="http://schemas.microsoft.com/office/drawing/2017/decorative" val="1"/>
              </a:ext>
            </a:extLst>
          </p:cNvPr>
          <p:cNvGrpSpPr/>
          <p:nvPr userDrawn="1"/>
        </p:nvGrpSpPr>
        <p:grpSpPr>
          <a:xfrm>
            <a:off x="433386" y="1670635"/>
            <a:ext cx="11333161" cy="4406313"/>
            <a:chOff x="433386" y="1670635"/>
            <a:chExt cx="11333161" cy="4406313"/>
          </a:xfrm>
        </p:grpSpPr>
        <p:cxnSp>
          <p:nvCxnSpPr>
            <p:cNvPr id="42" name="Straight Connector 41">
              <a:extLst>
                <a:ext uri="{FF2B5EF4-FFF2-40B4-BE49-F238E27FC236}">
                  <a16:creationId xmlns:a16="http://schemas.microsoft.com/office/drawing/2014/main" id="{0A3955EF-1A6D-E65F-5443-7E5D271F7EA5}"/>
                </a:ext>
                <a:ext uri="{C183D7F6-B498-43B3-948B-1728B52AA6E4}">
                  <adec:decorative xmlns:adec="http://schemas.microsoft.com/office/drawing/2017/decorative" val="1"/>
                </a:ext>
              </a:extLst>
            </p:cNvPr>
            <p:cNvCxnSpPr>
              <a:cxnSpLocks/>
            </p:cNvCxnSpPr>
            <p:nvPr userDrawn="1"/>
          </p:nvCxnSpPr>
          <p:spPr>
            <a:xfrm>
              <a:off x="4057651" y="2125895"/>
              <a:ext cx="276646"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6D415BD-718B-F120-BCD8-4FAB982AAC0F}"/>
                </a:ext>
                <a:ext uri="{C183D7F6-B498-43B3-948B-1728B52AA6E4}">
                  <adec:decorative xmlns:adec="http://schemas.microsoft.com/office/drawing/2017/decorative" val="1"/>
                </a:ext>
              </a:extLst>
            </p:cNvPr>
            <p:cNvSpPr/>
            <p:nvPr userDrawn="1"/>
          </p:nvSpPr>
          <p:spPr>
            <a:xfrm>
              <a:off x="4340144" y="1670635"/>
              <a:ext cx="7426403" cy="4406313"/>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D1581C0F-60B3-0E65-75A7-D2FDAFD894D6}"/>
                </a:ext>
                <a:ext uri="{C183D7F6-B498-43B3-948B-1728B52AA6E4}">
                  <adec:decorative xmlns:adec="http://schemas.microsoft.com/office/drawing/2017/decorative" val="1"/>
                </a:ext>
              </a:extLst>
            </p:cNvPr>
            <p:cNvCxnSpPr>
              <a:cxnSpLocks/>
            </p:cNvCxnSpPr>
            <p:nvPr userDrawn="1"/>
          </p:nvCxnSpPr>
          <p:spPr>
            <a:xfrm>
              <a:off x="4340507" y="260186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1C567F5-77B2-AC97-C110-9B8FB7B6C2A9}"/>
                </a:ext>
                <a:ext uri="{C183D7F6-B498-43B3-948B-1728B52AA6E4}">
                  <adec:decorative xmlns:adec="http://schemas.microsoft.com/office/drawing/2017/decorative" val="1"/>
                </a:ext>
              </a:extLst>
            </p:cNvPr>
            <p:cNvCxnSpPr>
              <a:cxnSpLocks/>
            </p:cNvCxnSpPr>
            <p:nvPr userDrawn="1"/>
          </p:nvCxnSpPr>
          <p:spPr>
            <a:xfrm>
              <a:off x="4340507" y="3572473"/>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5A3E01-2D09-BD45-3E1A-BACBED42AB9E}"/>
                </a:ext>
                <a:ext uri="{C183D7F6-B498-43B3-948B-1728B52AA6E4}">
                  <adec:decorative xmlns:adec="http://schemas.microsoft.com/office/drawing/2017/decorative" val="1"/>
                </a:ext>
              </a:extLst>
            </p:cNvPr>
            <p:cNvCxnSpPr>
              <a:cxnSpLocks/>
            </p:cNvCxnSpPr>
            <p:nvPr userDrawn="1"/>
          </p:nvCxnSpPr>
          <p:spPr>
            <a:xfrm>
              <a:off x="4340507" y="4549589"/>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1028D47-4AB5-DFC8-6C77-E7FC1E09EFA1}"/>
                </a:ext>
                <a:ext uri="{C183D7F6-B498-43B3-948B-1728B52AA6E4}">
                  <adec:decorative xmlns:adec="http://schemas.microsoft.com/office/drawing/2017/decorative" val="1"/>
                </a:ext>
              </a:extLst>
            </p:cNvPr>
            <p:cNvCxnSpPr>
              <a:cxnSpLocks/>
            </p:cNvCxnSpPr>
            <p:nvPr userDrawn="1"/>
          </p:nvCxnSpPr>
          <p:spPr>
            <a:xfrm>
              <a:off x="4340507" y="5526705"/>
              <a:ext cx="155448"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763DA31E-4EC6-9665-B9C6-1FFBBF61B74B}"/>
                </a:ext>
              </a:extLst>
            </p:cNvPr>
            <p:cNvCxnSpPr>
              <a:cxnSpLocks/>
            </p:cNvCxnSpPr>
            <p:nvPr userDrawn="1"/>
          </p:nvCxnSpPr>
          <p:spPr>
            <a:xfrm>
              <a:off x="7830089" y="2601865"/>
              <a:ext cx="465177" cy="0"/>
            </a:xfrm>
            <a:prstGeom prst="straightConnector1">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Connector: Elbow 74">
              <a:extLst>
                <a:ext uri="{FF2B5EF4-FFF2-40B4-BE49-F238E27FC236}">
                  <a16:creationId xmlns:a16="http://schemas.microsoft.com/office/drawing/2014/main" id="{5070A3AC-2A71-858F-D9F1-A99CE2A9B0D9}"/>
                </a:ext>
              </a:extLst>
            </p:cNvPr>
            <p:cNvCxnSpPr>
              <a:cxnSpLocks/>
              <a:stCxn id="136" idx="3"/>
              <a:endCxn id="149" idx="1"/>
            </p:cNvCxnSpPr>
            <p:nvPr userDrawn="1"/>
          </p:nvCxnSpPr>
          <p:spPr>
            <a:xfrm>
              <a:off x="7830089" y="2601865"/>
              <a:ext cx="465177" cy="970608"/>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or: Elbow 74">
              <a:extLst>
                <a:ext uri="{FF2B5EF4-FFF2-40B4-BE49-F238E27FC236}">
                  <a16:creationId xmlns:a16="http://schemas.microsoft.com/office/drawing/2014/main" id="{3E872E58-1C1B-11A7-BD01-200F2FBF1D61}"/>
                </a:ext>
              </a:extLst>
            </p:cNvPr>
            <p:cNvCxnSpPr>
              <a:cxnSpLocks/>
              <a:stCxn id="136" idx="3"/>
              <a:endCxn id="150" idx="1"/>
            </p:cNvCxnSpPr>
            <p:nvPr userDrawn="1"/>
          </p:nvCxnSpPr>
          <p:spPr>
            <a:xfrm>
              <a:off x="7830089" y="2601865"/>
              <a:ext cx="465177" cy="1947724"/>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Connector: Elbow 74">
              <a:extLst>
                <a:ext uri="{FF2B5EF4-FFF2-40B4-BE49-F238E27FC236}">
                  <a16:creationId xmlns:a16="http://schemas.microsoft.com/office/drawing/2014/main" id="{B2EF44E4-CB5F-CA89-600B-FE95A1E53D53}"/>
                </a:ext>
              </a:extLst>
            </p:cNvPr>
            <p:cNvCxnSpPr>
              <a:cxnSpLocks/>
              <a:stCxn id="136" idx="3"/>
              <a:endCxn id="151" idx="1"/>
            </p:cNvCxnSpPr>
            <p:nvPr userDrawn="1"/>
          </p:nvCxnSpPr>
          <p:spPr>
            <a:xfrm>
              <a:off x="7830089" y="2601865"/>
              <a:ext cx="465177" cy="2924840"/>
            </a:xfrm>
            <a:prstGeom prst="bentConnector3">
              <a:avLst>
                <a:gd name="adj1" fmla="val 50000"/>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D5AA8A-A45A-9776-A98C-B4AE24E4F0B4}"/>
                </a:ext>
                <a:ext uri="{C183D7F6-B498-43B3-948B-1728B52AA6E4}">
                  <adec:decorative xmlns:adec="http://schemas.microsoft.com/office/drawing/2017/decorative" val="1"/>
                </a:ext>
              </a:extLst>
            </p:cNvPr>
            <p:cNvCxnSpPr>
              <a:cxnSpLocks/>
            </p:cNvCxnSpPr>
            <p:nvPr userDrawn="1"/>
          </p:nvCxnSpPr>
          <p:spPr>
            <a:xfrm>
              <a:off x="3910527" y="2591227"/>
              <a:ext cx="0" cy="4448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0B8FF83-E3BC-D966-D239-4D784EB2BABC}"/>
                </a:ext>
                <a:ext uri="{C183D7F6-B498-43B3-948B-1728B52AA6E4}">
                  <adec:decorative xmlns:adec="http://schemas.microsoft.com/office/drawing/2017/decorative" val="1"/>
                </a:ext>
              </a:extLst>
            </p:cNvPr>
            <p:cNvSpPr>
              <a:spLocks/>
            </p:cNvSpPr>
            <p:nvPr userDrawn="1"/>
          </p:nvSpPr>
          <p:spPr>
            <a:xfrm>
              <a:off x="433387" y="1670636"/>
              <a:ext cx="3621024" cy="910518"/>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33B3B71-8843-CF0E-F8EF-7A1271C4AF30}"/>
                </a:ext>
                <a:ext uri="{C183D7F6-B498-43B3-948B-1728B52AA6E4}">
                  <adec:decorative xmlns:adec="http://schemas.microsoft.com/office/drawing/2017/decorative" val="1"/>
                </a:ext>
              </a:extLst>
            </p:cNvPr>
            <p:cNvSpPr>
              <a:spLocks/>
            </p:cNvSpPr>
            <p:nvPr userDrawn="1"/>
          </p:nvSpPr>
          <p:spPr>
            <a:xfrm>
              <a:off x="433386" y="3032759"/>
              <a:ext cx="3621024" cy="304418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FC1CFEBA-F1D6-1D2F-A1B7-FDEA54DFE7CE}"/>
                </a:ext>
                <a:ext uri="{C183D7F6-B498-43B3-948B-1728B52AA6E4}">
                  <adec:decorative xmlns:adec="http://schemas.microsoft.com/office/drawing/2017/decorative" val="1"/>
                </a:ext>
              </a:extLst>
            </p:cNvPr>
            <p:cNvCxnSpPr>
              <a:cxnSpLocks/>
            </p:cNvCxnSpPr>
            <p:nvPr userDrawn="1"/>
          </p:nvCxnSpPr>
          <p:spPr>
            <a:xfrm>
              <a:off x="433388" y="3572473"/>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804F7F1-57CD-71DB-4415-A4D688CE5315}"/>
                </a:ext>
                <a:ext uri="{C183D7F6-B498-43B3-948B-1728B52AA6E4}">
                  <adec:decorative xmlns:adec="http://schemas.microsoft.com/office/drawing/2017/decorative" val="1"/>
                </a:ext>
              </a:extLst>
            </p:cNvPr>
            <p:cNvCxnSpPr>
              <a:cxnSpLocks/>
            </p:cNvCxnSpPr>
            <p:nvPr userDrawn="1"/>
          </p:nvCxnSpPr>
          <p:spPr>
            <a:xfrm>
              <a:off x="433388" y="4549589"/>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D2112C-999B-0D97-9CB0-EB81090112EB}"/>
                </a:ext>
                <a:ext uri="{C183D7F6-B498-43B3-948B-1728B52AA6E4}">
                  <adec:decorative xmlns:adec="http://schemas.microsoft.com/office/drawing/2017/decorative" val="1"/>
                </a:ext>
              </a:extLst>
            </p:cNvPr>
            <p:cNvCxnSpPr>
              <a:cxnSpLocks/>
            </p:cNvCxnSpPr>
            <p:nvPr userDrawn="1"/>
          </p:nvCxnSpPr>
          <p:spPr>
            <a:xfrm>
              <a:off x="433388" y="5526705"/>
              <a:ext cx="15716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18C56B5-718A-AC05-D836-5229A01D8ACF}"/>
                </a:ext>
                <a:ext uri="{C183D7F6-B498-43B3-948B-1728B52AA6E4}">
                  <adec:decorative xmlns:adec="http://schemas.microsoft.com/office/drawing/2017/decorative" val="0"/>
                </a:ext>
              </a:extLst>
            </p:cNvPr>
            <p:cNvSpPr/>
            <p:nvPr userDrawn="1"/>
          </p:nvSpPr>
          <p:spPr>
            <a:xfrm>
              <a:off x="590529"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BA4F066E-E4DC-64F0-0ECA-224686E5F720}"/>
                </a:ext>
              </a:extLst>
            </p:cNvPr>
            <p:cNvSpPr/>
            <p:nvPr userDrawn="1"/>
          </p:nvSpPr>
          <p:spPr>
            <a:xfrm>
              <a:off x="590529"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67BB006-7017-5178-6EE4-BB29EFC5AE69}"/>
                </a:ext>
              </a:extLst>
            </p:cNvPr>
            <p:cNvSpPr/>
            <p:nvPr userDrawn="1"/>
          </p:nvSpPr>
          <p:spPr>
            <a:xfrm>
              <a:off x="590529"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1799FEC5-440F-DB9C-4439-820D2DDA7027}"/>
                </a:ext>
              </a:extLst>
            </p:cNvPr>
            <p:cNvSpPr/>
            <p:nvPr userDrawn="1"/>
          </p:nvSpPr>
          <p:spPr>
            <a:xfrm>
              <a:off x="4496318"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568554AA-A886-609B-FE06-DFA1262890D7}"/>
                </a:ext>
              </a:extLst>
            </p:cNvPr>
            <p:cNvSpPr/>
            <p:nvPr userDrawn="1"/>
          </p:nvSpPr>
          <p:spPr>
            <a:xfrm>
              <a:off x="4496318"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2E4FE78-DCAF-9601-3B2B-125348D2DA61}"/>
                </a:ext>
              </a:extLst>
            </p:cNvPr>
            <p:cNvSpPr/>
            <p:nvPr userDrawn="1"/>
          </p:nvSpPr>
          <p:spPr>
            <a:xfrm>
              <a:off x="4496318"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A180A1D-B2FF-91D8-8348-D241D9D99FC8}"/>
                </a:ext>
              </a:extLst>
            </p:cNvPr>
            <p:cNvSpPr/>
            <p:nvPr userDrawn="1"/>
          </p:nvSpPr>
          <p:spPr>
            <a:xfrm>
              <a:off x="4496318"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941B5E44-D0C0-6307-13C6-34AEAEF9271B}"/>
                </a:ext>
              </a:extLst>
            </p:cNvPr>
            <p:cNvSpPr/>
            <p:nvPr userDrawn="1"/>
          </p:nvSpPr>
          <p:spPr>
            <a:xfrm>
              <a:off x="8295266" y="216752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DC84B4-BF53-2DB3-2F7C-225A72A926C1}"/>
                </a:ext>
              </a:extLst>
            </p:cNvPr>
            <p:cNvSpPr/>
            <p:nvPr userDrawn="1"/>
          </p:nvSpPr>
          <p:spPr>
            <a:xfrm>
              <a:off x="8295266" y="3138133"/>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6FC82B9C-3BFC-4FA5-606E-3E06B6613C89}"/>
                </a:ext>
              </a:extLst>
            </p:cNvPr>
            <p:cNvSpPr/>
            <p:nvPr userDrawn="1"/>
          </p:nvSpPr>
          <p:spPr>
            <a:xfrm>
              <a:off x="8295266" y="4115249"/>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2ECE3CF-7EE8-E288-D6A7-193C21EE3916}"/>
                </a:ext>
              </a:extLst>
            </p:cNvPr>
            <p:cNvSpPr/>
            <p:nvPr userDrawn="1"/>
          </p:nvSpPr>
          <p:spPr>
            <a:xfrm>
              <a:off x="8295266" y="5092365"/>
              <a:ext cx="3333771" cy="868680"/>
            </a:xfrm>
            <a:prstGeom prst="rect">
              <a:avLst/>
            </a:prstGeom>
            <a:no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Picture Placeholder 9">
            <a:extLst>
              <a:ext uri="{FF2B5EF4-FFF2-40B4-BE49-F238E27FC236}">
                <a16:creationId xmlns:a16="http://schemas.microsoft.com/office/drawing/2014/main" id="{7FB0BDD5-63F4-3E72-BDE3-1523CA581CEF}"/>
              </a:ext>
              <a:ext uri="{C183D7F6-B498-43B3-948B-1728B52AA6E4}">
                <adec:decorative xmlns:adec="http://schemas.microsoft.com/office/drawing/2017/decorative" val="1"/>
              </a:ext>
            </a:extLst>
          </p:cNvPr>
          <p:cNvSpPr>
            <a:spLocks noGrp="1" noChangeAspect="1"/>
          </p:cNvSpPr>
          <p:nvPr userDrawn="1">
            <p:ph type="pic" sz="quarter" idx="12"/>
          </p:nvPr>
        </p:nvSpPr>
        <p:spPr>
          <a:xfrm>
            <a:off x="517923" y="1762159"/>
            <a:ext cx="727472" cy="727472"/>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22" name="Picture Placeholder 9">
            <a:extLst>
              <a:ext uri="{FF2B5EF4-FFF2-40B4-BE49-F238E27FC236}">
                <a16:creationId xmlns:a16="http://schemas.microsoft.com/office/drawing/2014/main" id="{40812BA0-53B3-D14C-4335-E16230815AA8}"/>
              </a:ext>
              <a:ext uri="{C183D7F6-B498-43B3-948B-1728B52AA6E4}">
                <adec:decorative xmlns:adec="http://schemas.microsoft.com/office/drawing/2017/decorative" val="1"/>
              </a:ext>
            </a:extLst>
          </p:cNvPr>
          <p:cNvSpPr>
            <a:spLocks noGrp="1" noChangeAspect="1"/>
          </p:cNvSpPr>
          <p:nvPr userDrawn="1">
            <p:ph type="pic" sz="quarter" idx="16"/>
          </p:nvPr>
        </p:nvSpPr>
        <p:spPr>
          <a:xfrm>
            <a:off x="661113"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5" name="Picture Placeholder 9">
            <a:extLst>
              <a:ext uri="{FF2B5EF4-FFF2-40B4-BE49-F238E27FC236}">
                <a16:creationId xmlns:a16="http://schemas.microsoft.com/office/drawing/2014/main" id="{81F1C53A-FD91-A166-8127-D11F7959B6BD}"/>
              </a:ext>
              <a:ext uri="{C183D7F6-B498-43B3-948B-1728B52AA6E4}">
                <adec:decorative xmlns:adec="http://schemas.microsoft.com/office/drawing/2017/decorative" val="1"/>
              </a:ext>
            </a:extLst>
          </p:cNvPr>
          <p:cNvSpPr>
            <a:spLocks noGrp="1" noChangeAspect="1"/>
          </p:cNvSpPr>
          <p:nvPr userDrawn="1">
            <p:ph type="pic" sz="quarter" idx="18"/>
          </p:nvPr>
        </p:nvSpPr>
        <p:spPr>
          <a:xfrm>
            <a:off x="661113"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9" name="Picture Placeholder 9">
            <a:extLst>
              <a:ext uri="{FF2B5EF4-FFF2-40B4-BE49-F238E27FC236}">
                <a16:creationId xmlns:a16="http://schemas.microsoft.com/office/drawing/2014/main" id="{EC7738B5-50FD-A42F-1BCF-CF7340F10CDD}"/>
              </a:ext>
              <a:ext uri="{C183D7F6-B498-43B3-948B-1728B52AA6E4}">
                <adec:decorative xmlns:adec="http://schemas.microsoft.com/office/drawing/2017/decorative" val="1"/>
              </a:ext>
            </a:extLst>
          </p:cNvPr>
          <p:cNvSpPr>
            <a:spLocks noGrp="1" noChangeAspect="1"/>
          </p:cNvSpPr>
          <p:nvPr userDrawn="1">
            <p:ph type="pic" sz="quarter" idx="20"/>
          </p:nvPr>
        </p:nvSpPr>
        <p:spPr>
          <a:xfrm>
            <a:off x="661113"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48" name="Picture Placeholder 9">
            <a:extLst>
              <a:ext uri="{FF2B5EF4-FFF2-40B4-BE49-F238E27FC236}">
                <a16:creationId xmlns:a16="http://schemas.microsoft.com/office/drawing/2014/main" id="{EB5AC177-7EE2-FFFB-6431-6F1ABCAE2643}"/>
              </a:ext>
              <a:ext uri="{C183D7F6-B498-43B3-948B-1728B52AA6E4}">
                <adec:decorative xmlns:adec="http://schemas.microsoft.com/office/drawing/2017/decorative" val="1"/>
              </a:ext>
            </a:extLst>
          </p:cNvPr>
          <p:cNvSpPr>
            <a:spLocks noGrp="1" noChangeAspect="1"/>
          </p:cNvSpPr>
          <p:nvPr userDrawn="1">
            <p:ph type="pic" sz="quarter" idx="23"/>
          </p:nvPr>
        </p:nvSpPr>
        <p:spPr>
          <a:xfrm>
            <a:off x="4567755"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4" name="Picture Placeholder 9">
            <a:extLst>
              <a:ext uri="{FF2B5EF4-FFF2-40B4-BE49-F238E27FC236}">
                <a16:creationId xmlns:a16="http://schemas.microsoft.com/office/drawing/2014/main" id="{3C63F2F2-F2AE-9A78-12BC-69037BFEEE8D}"/>
              </a:ext>
              <a:ext uri="{C183D7F6-B498-43B3-948B-1728B52AA6E4}">
                <adec:decorative xmlns:adec="http://schemas.microsoft.com/office/drawing/2017/decorative" val="1"/>
              </a:ext>
            </a:extLst>
          </p:cNvPr>
          <p:cNvSpPr>
            <a:spLocks noGrp="1" noChangeAspect="1"/>
          </p:cNvSpPr>
          <p:nvPr userDrawn="1">
            <p:ph type="pic" sz="quarter" idx="26"/>
          </p:nvPr>
        </p:nvSpPr>
        <p:spPr>
          <a:xfrm>
            <a:off x="4567755"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6" name="Picture Placeholder 9">
            <a:extLst>
              <a:ext uri="{FF2B5EF4-FFF2-40B4-BE49-F238E27FC236}">
                <a16:creationId xmlns:a16="http://schemas.microsoft.com/office/drawing/2014/main" id="{F862E2C9-2BEE-E10B-6297-44CC739C1D2F}"/>
              </a:ext>
              <a:ext uri="{C183D7F6-B498-43B3-948B-1728B52AA6E4}">
                <adec:decorative xmlns:adec="http://schemas.microsoft.com/office/drawing/2017/decorative" val="1"/>
              </a:ext>
            </a:extLst>
          </p:cNvPr>
          <p:cNvSpPr>
            <a:spLocks noGrp="1" noChangeAspect="1"/>
          </p:cNvSpPr>
          <p:nvPr userDrawn="1">
            <p:ph type="pic" sz="quarter" idx="28"/>
          </p:nvPr>
        </p:nvSpPr>
        <p:spPr>
          <a:xfrm>
            <a:off x="4567755"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58" name="Picture Placeholder 9">
            <a:extLst>
              <a:ext uri="{FF2B5EF4-FFF2-40B4-BE49-F238E27FC236}">
                <a16:creationId xmlns:a16="http://schemas.microsoft.com/office/drawing/2014/main" id="{594C80DB-2D50-A87B-2ED2-09183D49DD58}"/>
              </a:ext>
              <a:ext uri="{C183D7F6-B498-43B3-948B-1728B52AA6E4}">
                <adec:decorative xmlns:adec="http://schemas.microsoft.com/office/drawing/2017/decorative" val="1"/>
              </a:ext>
            </a:extLst>
          </p:cNvPr>
          <p:cNvSpPr>
            <a:spLocks noGrp="1" noChangeAspect="1"/>
          </p:cNvSpPr>
          <p:nvPr userDrawn="1">
            <p:ph type="pic" sz="quarter" idx="30"/>
          </p:nvPr>
        </p:nvSpPr>
        <p:spPr>
          <a:xfrm>
            <a:off x="4567755"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6" name="Picture Placeholder 9">
            <a:extLst>
              <a:ext uri="{FF2B5EF4-FFF2-40B4-BE49-F238E27FC236}">
                <a16:creationId xmlns:a16="http://schemas.microsoft.com/office/drawing/2014/main" id="{CD8C94D3-25E6-AC72-C43C-EC84DBCF21C3}"/>
              </a:ext>
              <a:ext uri="{C183D7F6-B498-43B3-948B-1728B52AA6E4}">
                <adec:decorative xmlns:adec="http://schemas.microsoft.com/office/drawing/2017/decorative" val="1"/>
              </a:ext>
            </a:extLst>
          </p:cNvPr>
          <p:cNvSpPr>
            <a:spLocks noGrp="1" noChangeAspect="1"/>
          </p:cNvSpPr>
          <p:nvPr userDrawn="1">
            <p:ph type="pic" sz="quarter" idx="32"/>
          </p:nvPr>
        </p:nvSpPr>
        <p:spPr>
          <a:xfrm>
            <a:off x="8385680" y="223610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68" name="Picture Placeholder 9">
            <a:extLst>
              <a:ext uri="{FF2B5EF4-FFF2-40B4-BE49-F238E27FC236}">
                <a16:creationId xmlns:a16="http://schemas.microsoft.com/office/drawing/2014/main" id="{D8A0B903-445A-04D2-9051-997BD4B78284}"/>
              </a:ext>
              <a:ext uri="{C183D7F6-B498-43B3-948B-1728B52AA6E4}">
                <adec:decorative xmlns:adec="http://schemas.microsoft.com/office/drawing/2017/decorative" val="1"/>
              </a:ext>
            </a:extLst>
          </p:cNvPr>
          <p:cNvSpPr>
            <a:spLocks noGrp="1" noChangeAspect="1"/>
          </p:cNvSpPr>
          <p:nvPr userDrawn="1">
            <p:ph type="pic" sz="quarter" idx="34"/>
          </p:nvPr>
        </p:nvSpPr>
        <p:spPr>
          <a:xfrm>
            <a:off x="8385680" y="3206713"/>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0" name="Picture Placeholder 9">
            <a:extLst>
              <a:ext uri="{FF2B5EF4-FFF2-40B4-BE49-F238E27FC236}">
                <a16:creationId xmlns:a16="http://schemas.microsoft.com/office/drawing/2014/main" id="{AE20F12B-3F12-CE55-A442-7C33547A74D3}"/>
              </a:ext>
              <a:ext uri="{C183D7F6-B498-43B3-948B-1728B52AA6E4}">
                <adec:decorative xmlns:adec="http://schemas.microsoft.com/office/drawing/2017/decorative" val="1"/>
              </a:ext>
            </a:extLst>
          </p:cNvPr>
          <p:cNvSpPr>
            <a:spLocks noGrp="1" noChangeAspect="1"/>
          </p:cNvSpPr>
          <p:nvPr userDrawn="1">
            <p:ph type="pic" sz="quarter" idx="36"/>
          </p:nvPr>
        </p:nvSpPr>
        <p:spPr>
          <a:xfrm>
            <a:off x="8385680" y="4183829"/>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72" name="Picture Placeholder 9">
            <a:extLst>
              <a:ext uri="{FF2B5EF4-FFF2-40B4-BE49-F238E27FC236}">
                <a16:creationId xmlns:a16="http://schemas.microsoft.com/office/drawing/2014/main" id="{A8339BD8-8A5D-A7E3-3FA9-9B8F33AF6880}"/>
              </a:ext>
              <a:ext uri="{C183D7F6-B498-43B3-948B-1728B52AA6E4}">
                <adec:decorative xmlns:adec="http://schemas.microsoft.com/office/drawing/2017/decorative" val="1"/>
              </a:ext>
            </a:extLst>
          </p:cNvPr>
          <p:cNvSpPr>
            <a:spLocks noGrp="1" noChangeAspect="1"/>
          </p:cNvSpPr>
          <p:nvPr userDrawn="1">
            <p:ph type="pic" sz="quarter" idx="38"/>
          </p:nvPr>
        </p:nvSpPr>
        <p:spPr>
          <a:xfrm>
            <a:off x="8385680" y="5160945"/>
            <a:ext cx="731520" cy="731520"/>
          </a:xfrm>
          <a:prstGeom prst="ellipse">
            <a:avLst/>
          </a:prstGeom>
        </p:spPr>
        <p:txBody>
          <a:bodyPr anchor="ctr"/>
          <a:lstStyle>
            <a:lvl1pPr marL="0" indent="0" algn="ctr">
              <a:buNone/>
              <a:defRPr sz="900"/>
            </a:lvl1pPr>
          </a:lstStyle>
          <a:p>
            <a:r>
              <a:rPr lang="fr-FR"/>
              <a:t>Cliquez sur l'icône pour ajouter une image</a:t>
            </a:r>
            <a:endParaRPr lang="en-US"/>
          </a:p>
        </p:txBody>
      </p:sp>
      <p:sp>
        <p:nvSpPr>
          <p:cNvPr id="3" name="TextBox 2">
            <a:extLst>
              <a:ext uri="{FF2B5EF4-FFF2-40B4-BE49-F238E27FC236}">
                <a16:creationId xmlns:a16="http://schemas.microsoft.com/office/drawing/2014/main" id="{1AACC200-DB22-16D3-3E61-CDC27B2BBA12}"/>
              </a:ext>
              <a:ext uri="{C183D7F6-B498-43B3-948B-1728B52AA6E4}">
                <adec:decorative xmlns:adec="http://schemas.microsoft.com/office/drawing/2017/decorative" val="0"/>
              </a:ext>
            </a:extLst>
          </p:cNvPr>
          <p:cNvSpPr txBox="1"/>
          <p:nvPr userDrawn="1"/>
        </p:nvSpPr>
        <p:spPr>
          <a:xfrm>
            <a:off x="12377339" y="4453708"/>
            <a:ext cx="2519761" cy="954107"/>
          </a:xfrm>
          <a:prstGeom prst="rect">
            <a:avLst/>
          </a:prstGeom>
          <a:solidFill>
            <a:srgbClr val="FFFF00"/>
          </a:solidFill>
        </p:spPr>
        <p:txBody>
          <a:bodyPr wrap="square" rtlCol="0">
            <a:spAutoFit/>
          </a:bodyPr>
          <a:lstStyle/>
          <a:p>
            <a:pPr algn="l"/>
            <a:r>
              <a:rPr lang="en-US" sz="1400">
                <a:solidFill>
                  <a:schemeClr val="accent3"/>
                </a:solidFill>
              </a:rPr>
              <a:t>To customize the Org-Chart Layout to your individual needs, edits have to be done in the Slide Master.</a:t>
            </a:r>
          </a:p>
        </p:txBody>
      </p:sp>
    </p:spTree>
    <p:extLst>
      <p:ext uri="{BB962C8B-B14F-4D97-AF65-F5344CB8AC3E}">
        <p14:creationId xmlns:p14="http://schemas.microsoft.com/office/powerpoint/2010/main" val="19108301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hapter 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2E9A8E4-56D0-8BA2-6294-9611E2381FE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61A45F6D-44ED-7655-1FF0-4BD4658B4918}"/>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9860232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92683593-22E8-3263-2712-45C2A9D997C7}"/>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9F0D4EE-1621-8A5D-46B2-3D77C6F3DB8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32425910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hapter 3">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CB2993BA-81B4-4C7B-B5D4-6F3A84230FD2}"/>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ADC44308-D4B4-C78F-0AA7-3CE513D88738}"/>
              </a:ext>
            </a:extLst>
          </p:cNvPr>
          <p:cNvSpPr>
            <a:spLocks noGrp="1"/>
          </p:cNvSpPr>
          <p:nvPr>
            <p:ph type="body" sz="quarter" idx="13" hasCustomPrompt="1"/>
          </p:nvPr>
        </p:nvSpPr>
        <p:spPr>
          <a:xfrm>
            <a:off x="390098" y="389618"/>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03</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6039443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hapter 4">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F1980C0-6A48-0964-29D9-8CE2BAC6354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2" name="Title 4">
            <a:extLst>
              <a:ext uri="{FF2B5EF4-FFF2-40B4-BE49-F238E27FC236}">
                <a16:creationId xmlns:a16="http://schemas.microsoft.com/office/drawing/2014/main" id="{51C3D4EA-8ADF-9D91-6576-7CC6D63311BB}"/>
              </a:ext>
            </a:extLst>
          </p:cNvPr>
          <p:cNvSpPr>
            <a:spLocks noGrp="1"/>
          </p:cNvSpPr>
          <p:nvPr>
            <p:ph type="title" hasCustomPrompt="1"/>
          </p:nvPr>
        </p:nvSpPr>
        <p:spPr>
          <a:xfrm>
            <a:off x="1786976" y="1866946"/>
            <a:ext cx="7095744"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0B70B6B-96EE-A86E-6097-04A102D4038F}"/>
              </a:ext>
            </a:extLst>
          </p:cNvPr>
          <p:cNvSpPr>
            <a:spLocks noGrp="1"/>
          </p:cNvSpPr>
          <p:nvPr>
            <p:ph type="body" sz="quarter" idx="13" hasCustomPrompt="1"/>
          </p:nvPr>
        </p:nvSpPr>
        <p:spPr>
          <a:xfrm>
            <a:off x="390098" y="389618"/>
            <a:ext cx="161743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04</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5563561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hapter 5">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1E2B2CFE-4909-414D-0919-C72426343E09}"/>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4920FE09-D53D-58F2-14F2-F828E88C2F01}"/>
              </a:ext>
            </a:extLst>
          </p:cNvPr>
          <p:cNvSpPr>
            <a:spLocks noGrp="1"/>
          </p:cNvSpPr>
          <p:nvPr>
            <p:ph type="body" sz="quarter" idx="14" hasCustomPrompt="1"/>
          </p:nvPr>
        </p:nvSpPr>
        <p:spPr>
          <a:xfrm>
            <a:off x="390098" y="389618"/>
            <a:ext cx="157414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05</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31A63B0-F56F-4FFC-27C3-566A79317B9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42670202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accent2"/>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3EDA4A70-09D2-81E9-6BDE-760FB49226DD}"/>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F6922402-EF68-49F2-4A3F-B5653B6E20DB}"/>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06</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E4E14169-5DA2-05CD-4E0B-FFA9D622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9143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hapter 7">
    <p:bg>
      <p:bgPr>
        <a:solidFill>
          <a:schemeClr val="accent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7E8F55A3-EE25-9B7F-476D-2683FD6653C6}"/>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156E34D6-D000-E6B8-A74F-ABBE92A126F4}"/>
              </a:ext>
            </a:extLst>
          </p:cNvPr>
          <p:cNvSpPr>
            <a:spLocks noGrp="1"/>
          </p:cNvSpPr>
          <p:nvPr>
            <p:ph type="body" sz="quarter" idx="14" hasCustomPrompt="1"/>
          </p:nvPr>
        </p:nvSpPr>
        <p:spPr>
          <a:xfrm>
            <a:off x="390098" y="389618"/>
            <a:ext cx="149720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07</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6E4E7D65-52B3-610C-1413-747405523C1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213093749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hapter 8">
    <p:bg>
      <p:bgPr>
        <a:solidFill>
          <a:schemeClr val="accent3"/>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BFDF0E7-1C79-FBA3-FBFE-0F62B0F09A2A}"/>
              </a:ext>
            </a:extLst>
          </p:cNvPr>
          <p:cNvSpPr>
            <a:spLocks noGrp="1"/>
          </p:cNvSpPr>
          <p:nvPr>
            <p:ph type="title" hasCustomPrompt="1"/>
          </p:nvPr>
        </p:nvSpPr>
        <p:spPr>
          <a:xfrm>
            <a:off x="6528122" y="2669997"/>
            <a:ext cx="5239512"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247EB606-D6A4-CC4D-DEF3-67E1E635A3C8}"/>
              </a:ext>
            </a:extLst>
          </p:cNvPr>
          <p:cNvSpPr>
            <a:spLocks noGrp="1"/>
          </p:cNvSpPr>
          <p:nvPr>
            <p:ph type="body" sz="quarter" idx="14" hasCustomPrompt="1"/>
          </p:nvPr>
        </p:nvSpPr>
        <p:spPr>
          <a:xfrm>
            <a:off x="390098" y="389618"/>
            <a:ext cx="1596591"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08</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pic>
        <p:nvPicPr>
          <p:cNvPr id="2" name="Graphic 1">
            <a:extLst>
              <a:ext uri="{FF2B5EF4-FFF2-40B4-BE49-F238E27FC236}">
                <a16:creationId xmlns:a16="http://schemas.microsoft.com/office/drawing/2014/main" id="{74490CF5-6E1C-B670-6877-0573039B7C0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flipV="1">
            <a:off x="0" y="0"/>
            <a:ext cx="6858000" cy="6858000"/>
          </a:xfrm>
          <a:prstGeom prst="rect">
            <a:avLst/>
          </a:prstGeom>
        </p:spPr>
      </p:pic>
    </p:spTree>
    <p:extLst>
      <p:ext uri="{BB962C8B-B14F-4D97-AF65-F5344CB8AC3E}">
        <p14:creationId xmlns:p14="http://schemas.microsoft.com/office/powerpoint/2010/main" val="33168410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hapter 9">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647457B-1BAA-07D6-5533-5602F3764C3F}"/>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6E971FD5-44A1-DFD7-5CAE-AE2F9A67A0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CE8FF695-DA70-72B7-7FCB-B03764695CB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AA0434C-987B-C3BE-1B1A-37A1792CCEB5}"/>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F9DD7213-40BA-724D-890D-5EC783B05964}"/>
              </a:ext>
            </a:extLst>
          </p:cNvPr>
          <p:cNvSpPr>
            <a:spLocks noGrp="1"/>
          </p:cNvSpPr>
          <p:nvPr>
            <p:ph type="body" sz="quarter" idx="13" hasCustomPrompt="1"/>
          </p:nvPr>
        </p:nvSpPr>
        <p:spPr>
          <a:xfrm>
            <a:off x="390098" y="389618"/>
            <a:ext cx="159498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09</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957142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hapter 10">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2F82A12-00BD-E5BC-6150-78237533B4AD}"/>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75FE9B1-776A-FD80-F50D-0BC55D3E418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D35F74F3-7759-C46C-C97D-B71F33E53E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D5904DAA-DB4E-9C5F-F3BE-6360D735200C}"/>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B0A99158-310E-72C4-D4ED-6A7AEC2E68A5}"/>
              </a:ext>
            </a:extLst>
          </p:cNvPr>
          <p:cNvSpPr>
            <a:spLocks noGrp="1"/>
          </p:cNvSpPr>
          <p:nvPr>
            <p:ph type="body" sz="quarter" idx="13" hasCustomPrompt="1"/>
          </p:nvPr>
        </p:nvSpPr>
        <p:spPr>
          <a:xfrm>
            <a:off x="390098" y="389618"/>
            <a:ext cx="13769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10</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4556238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hapter 11">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CDB6E9-7750-80C4-3499-B30263BF1500}"/>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83B106FD-F518-D49F-A7FE-01216452D8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68E8A64C-3291-2AC4-6FED-865DB127F1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91CDEE5D-8443-4D8D-83C5-66407D3EADFB}"/>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ADB93994-D828-56A8-BED0-EF84265FC1B0}"/>
              </a:ext>
            </a:extLst>
          </p:cNvPr>
          <p:cNvSpPr>
            <a:spLocks noGrp="1"/>
          </p:cNvSpPr>
          <p:nvPr>
            <p:ph type="body" sz="quarter" idx="13" hasCustomPrompt="1"/>
          </p:nvPr>
        </p:nvSpPr>
        <p:spPr>
          <a:xfrm>
            <a:off x="390098" y="389618"/>
            <a:ext cx="10195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11</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511744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hapter 12">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767D5C2-9986-CD8F-00AE-75139A4AF826}"/>
              </a:ext>
              <a:ext uri="{C183D7F6-B498-43B3-948B-1728B52AA6E4}">
                <adec:decorative xmlns:adec="http://schemas.microsoft.com/office/drawing/2017/decorative" val="1"/>
              </a:ext>
            </a:extLst>
          </p:cNvPr>
          <p:cNvGrpSpPr/>
          <p:nvPr userDrawn="1"/>
        </p:nvGrpSpPr>
        <p:grpSpPr>
          <a:xfrm>
            <a:off x="5334000" y="0"/>
            <a:ext cx="6858000" cy="6858000"/>
            <a:chOff x="5334000" y="0"/>
            <a:chExt cx="6858000" cy="6858000"/>
          </a:xfrm>
        </p:grpSpPr>
        <p:pic>
          <p:nvPicPr>
            <p:cNvPr id="2" name="Graphic 1">
              <a:extLst>
                <a:ext uri="{FF2B5EF4-FFF2-40B4-BE49-F238E27FC236}">
                  <a16:creationId xmlns:a16="http://schemas.microsoft.com/office/drawing/2014/main" id="{2CA64CC4-4124-A2D6-1C55-8136B44A894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3429000"/>
              <a:ext cx="3429000" cy="3429000"/>
            </a:xfrm>
            <a:prstGeom prst="rect">
              <a:avLst/>
            </a:prstGeom>
          </p:spPr>
        </p:pic>
        <p:pic>
          <p:nvPicPr>
            <p:cNvPr id="3" name="Graphic 2">
              <a:extLst>
                <a:ext uri="{FF2B5EF4-FFF2-40B4-BE49-F238E27FC236}">
                  <a16:creationId xmlns:a16="http://schemas.microsoft.com/office/drawing/2014/main" id="{AC106A42-60D3-8E3F-CCE8-EE6AEEE496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a:off x="8763000" y="0"/>
              <a:ext cx="3429000" cy="3429000"/>
            </a:xfrm>
            <a:prstGeom prst="rect">
              <a:avLst/>
            </a:prstGeom>
          </p:spPr>
        </p:pic>
      </p:grpSp>
      <p:sp>
        <p:nvSpPr>
          <p:cNvPr id="5" name="Title 4">
            <a:extLst>
              <a:ext uri="{FF2B5EF4-FFF2-40B4-BE49-F238E27FC236}">
                <a16:creationId xmlns:a16="http://schemas.microsoft.com/office/drawing/2014/main" id="{8B96D442-CD53-D8A3-2AD5-89D2E6F3396F}"/>
              </a:ext>
            </a:extLst>
          </p:cNvPr>
          <p:cNvSpPr>
            <a:spLocks noGrp="1"/>
          </p:cNvSpPr>
          <p:nvPr>
            <p:ph type="title" hasCustomPrompt="1"/>
          </p:nvPr>
        </p:nvSpPr>
        <p:spPr>
          <a:xfrm>
            <a:off x="1786976" y="1866946"/>
            <a:ext cx="6858000" cy="1929384"/>
          </a:xfrm>
        </p:spPr>
        <p:txBody>
          <a:bodyPr/>
          <a:lstStyle>
            <a:lvl1pPr>
              <a:spcAft>
                <a:spcPts val="300"/>
              </a:spcAft>
              <a:defRPr lang="en-US" sz="54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BF3B5C5-5158-C007-0F54-FED60550C187}"/>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12</a:t>
            </a:r>
          </a:p>
        </p:txBody>
      </p:sp>
      <p:sp>
        <p:nvSpPr>
          <p:cNvPr id="7" name="Graphique 10" descr="Atos logo">
            <a:extLst>
              <a:ext uri="{FF2B5EF4-FFF2-40B4-BE49-F238E27FC236}">
                <a16:creationId xmlns:a16="http://schemas.microsoft.com/office/drawing/2014/main" id="{5AE5FC5D-9FC3-FFFD-D4D3-5589BB12B008}"/>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0692044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hapter 13">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6" name="Title 4">
            <a:extLst>
              <a:ext uri="{FF2B5EF4-FFF2-40B4-BE49-F238E27FC236}">
                <a16:creationId xmlns:a16="http://schemas.microsoft.com/office/drawing/2014/main" id="{485E392D-70EC-31BF-DDFC-2F3DAA4B3577}"/>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7DB40ADA-EF2C-3637-5278-E0BFE62AB21A}"/>
              </a:ext>
            </a:extLst>
          </p:cNvPr>
          <p:cNvSpPr>
            <a:spLocks noGrp="1"/>
          </p:cNvSpPr>
          <p:nvPr>
            <p:ph type="body" sz="quarter" idx="13" hasCustomPrompt="1"/>
          </p:nvPr>
        </p:nvSpPr>
        <p:spPr>
          <a:xfrm>
            <a:off x="390098" y="389618"/>
            <a:ext cx="1225296" cy="1481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13</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3" name="Graphique 10" descr="Atos logo">
            <a:extLst>
              <a:ext uri="{FF2B5EF4-FFF2-40B4-BE49-F238E27FC236}">
                <a16:creationId xmlns:a16="http://schemas.microsoft.com/office/drawing/2014/main" id="{33E0A80D-3C82-E23B-A40B-C1BC24590A1F}"/>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49483569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hapter 1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93A188F9-28B6-6720-476D-8C87303C23AC}"/>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DD13CC53-47E0-9BC4-759F-A69CE1B7E3C2}"/>
              </a:ext>
            </a:extLst>
          </p:cNvPr>
          <p:cNvSpPr>
            <a:spLocks noGrp="1"/>
          </p:cNvSpPr>
          <p:nvPr>
            <p:ph type="body" sz="quarter" idx="13" hasCustomPrompt="1"/>
          </p:nvPr>
        </p:nvSpPr>
        <p:spPr>
          <a:xfrm>
            <a:off x="390098" y="389618"/>
            <a:ext cx="125996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14</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9FD2792D-1EDF-572F-7DB5-2961A28257AC}"/>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8369798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hapter 15">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0" y="3916907"/>
            <a:ext cx="2941093" cy="2941093"/>
          </a:xfrm>
          <a:prstGeom prst="rect">
            <a:avLst/>
          </a:prstGeom>
        </p:spPr>
      </p:pic>
      <p:sp>
        <p:nvSpPr>
          <p:cNvPr id="3" name="Title 4">
            <a:extLst>
              <a:ext uri="{FF2B5EF4-FFF2-40B4-BE49-F238E27FC236}">
                <a16:creationId xmlns:a16="http://schemas.microsoft.com/office/drawing/2014/main" id="{3B76FB1E-D1C2-E659-4AC9-670E76886580}"/>
              </a:ext>
            </a:extLst>
          </p:cNvPr>
          <p:cNvSpPr>
            <a:spLocks noGrp="1"/>
          </p:cNvSpPr>
          <p:nvPr>
            <p:ph type="title" hasCustomPrompt="1"/>
          </p:nvPr>
        </p:nvSpPr>
        <p:spPr>
          <a:xfrm>
            <a:off x="413247" y="1895312"/>
            <a:ext cx="5422392"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7953EA74-8A8A-F8C5-FA23-BFBB4951AF74}"/>
              </a:ext>
            </a:extLst>
          </p:cNvPr>
          <p:cNvSpPr>
            <a:spLocks noGrp="1"/>
          </p:cNvSpPr>
          <p:nvPr>
            <p:ph type="body" sz="quarter" idx="13" hasCustomPrompt="1"/>
          </p:nvPr>
        </p:nvSpPr>
        <p:spPr>
          <a:xfrm>
            <a:off x="390098" y="389618"/>
            <a:ext cx="121668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95AC25AD-A3BC-AA9F-33C3-7F462A68D25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374644325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hapter 16">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DE8FE7-7100-76F5-9120-BC8169D59E4B}"/>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C429E332-0C45-27B0-68DB-585384ABC8DC}"/>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BE675D1B-83BC-E7E0-1E53-2B07142D9366}"/>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16</a:t>
            </a:r>
          </a:p>
        </p:txBody>
      </p:sp>
      <p:sp>
        <p:nvSpPr>
          <p:cNvPr id="9" name="Graphique 10" descr="Atos logo">
            <a:extLst>
              <a:ext uri="{FF2B5EF4-FFF2-40B4-BE49-F238E27FC236}">
                <a16:creationId xmlns:a16="http://schemas.microsoft.com/office/drawing/2014/main" id="{85F73F1A-DD6D-8A99-3BE3-33BEC9E07EBE}"/>
              </a:ext>
              <a:ext uri="{C183D7F6-B498-43B3-948B-1728B52AA6E4}">
                <adec:decorative xmlns:adec="http://schemas.microsoft.com/office/drawing/2017/decorative" val="0"/>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258991999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hapter 17">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9337D3C-6EE3-DFF9-3593-E73BB9D9C93E}"/>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8A65E7CC-08F0-C4B0-F2BB-DB3DF4345688}"/>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CC9DB672-DE0F-6DFC-88E9-FA4AABF53073}"/>
              </a:ext>
            </a:extLst>
          </p:cNvPr>
          <p:cNvSpPr>
            <a:spLocks noGrp="1"/>
          </p:cNvSpPr>
          <p:nvPr>
            <p:ph type="body" sz="quarter" idx="13" hasCustomPrompt="1"/>
          </p:nvPr>
        </p:nvSpPr>
        <p:spPr>
          <a:xfrm>
            <a:off x="390098" y="389618"/>
            <a:ext cx="113973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17</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33714875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hapter 18">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5A83F88-05FA-AF34-DCE0-A312CE87D328}"/>
              </a:ext>
              <a:ext uri="{C183D7F6-B498-43B3-948B-1728B52AA6E4}">
                <adec:decorative xmlns:adec="http://schemas.microsoft.com/office/drawing/2017/decorative" val="1"/>
              </a:ext>
            </a:extLst>
          </p:cNvPr>
          <p:cNvGrpSpPr/>
          <p:nvPr userDrawn="1"/>
        </p:nvGrpSpPr>
        <p:grpSpPr>
          <a:xfrm>
            <a:off x="4200521" y="-2381"/>
            <a:ext cx="7991480" cy="6860381"/>
            <a:chOff x="4200521" y="-2381"/>
            <a:chExt cx="7991480" cy="6860381"/>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6"/>
            <a:stretch>
              <a:fillRect/>
            </a:stretch>
          </p:blipFill>
          <p:spPr>
            <a:xfrm rot="16200000">
              <a:off x="4666295" y="3166109"/>
              <a:ext cx="3226117" cy="4157665"/>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789" t="12589"/>
            <a:stretch>
              <a:fillRect/>
            </a:stretch>
          </p:blipFill>
          <p:spPr>
            <a:xfrm flipH="1">
              <a:off x="8358186" y="-2381"/>
              <a:ext cx="3833815" cy="3634264"/>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3" name="Title 4">
            <a:extLst>
              <a:ext uri="{FF2B5EF4-FFF2-40B4-BE49-F238E27FC236}">
                <a16:creationId xmlns:a16="http://schemas.microsoft.com/office/drawing/2014/main" id="{33E154DC-8BCE-9D1C-D10A-AFFD726767B0}"/>
              </a:ext>
            </a:extLst>
          </p:cNvPr>
          <p:cNvSpPr>
            <a:spLocks noGrp="1"/>
          </p:cNvSpPr>
          <p:nvPr>
            <p:ph type="title" hasCustomPrompt="1"/>
          </p:nvPr>
        </p:nvSpPr>
        <p:spPr>
          <a:xfrm>
            <a:off x="413247" y="1895312"/>
            <a:ext cx="530352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78041AAF-1E78-0F21-4AE5-20C76BCD5741}"/>
              </a:ext>
            </a:extLst>
          </p:cNvPr>
          <p:cNvSpPr>
            <a:spLocks noGrp="1"/>
          </p:cNvSpPr>
          <p:nvPr>
            <p:ph type="body" sz="quarter" idx="13" hasCustomPrompt="1"/>
          </p:nvPr>
        </p:nvSpPr>
        <p:spPr>
          <a:xfrm>
            <a:off x="390098" y="389618"/>
            <a:ext cx="12391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18</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5881682"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39798648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hapter 1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BC0963-42C7-7862-38D1-2147A16C2299}"/>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2671FFCC-3929-E1DA-8F2E-E32CF841139F}"/>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7" name="Text Placeholder 8">
            <a:extLst>
              <a:ext uri="{FF2B5EF4-FFF2-40B4-BE49-F238E27FC236}">
                <a16:creationId xmlns:a16="http://schemas.microsoft.com/office/drawing/2014/main" id="{5BA9B582-97CC-75D1-FA39-FA434104B467}"/>
              </a:ext>
            </a:extLst>
          </p:cNvPr>
          <p:cNvSpPr>
            <a:spLocks noGrp="1"/>
          </p:cNvSpPr>
          <p:nvPr>
            <p:ph type="body" sz="quarter" idx="13" hasCustomPrompt="1"/>
          </p:nvPr>
        </p:nvSpPr>
        <p:spPr>
          <a:xfrm>
            <a:off x="390098" y="389618"/>
            <a:ext cx="123751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19</a:t>
            </a:r>
          </a:p>
        </p:txBody>
      </p:sp>
      <p:sp>
        <p:nvSpPr>
          <p:cNvPr id="3" name="Graphique 10" descr="Atos logo">
            <a:extLst>
              <a:ext uri="{FF2B5EF4-FFF2-40B4-BE49-F238E27FC236}">
                <a16:creationId xmlns:a16="http://schemas.microsoft.com/office/drawing/2014/main" id="{B6F2B5DA-CFB6-D9D3-F5F2-3D975C24C3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690345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hapter 20">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2CEFB10-E83B-A5F4-595C-3E2F23A21542}"/>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48AE05D5-968C-AAF3-642F-63B9B1A2824D}"/>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0636A41F-7432-7D91-59E0-FA55DE5CF9F6}"/>
              </a:ext>
            </a:extLst>
          </p:cNvPr>
          <p:cNvSpPr>
            <a:spLocks noGrp="1"/>
          </p:cNvSpPr>
          <p:nvPr>
            <p:ph type="body" sz="quarter" idx="13" hasCustomPrompt="1"/>
          </p:nvPr>
        </p:nvSpPr>
        <p:spPr>
          <a:xfrm>
            <a:off x="390098" y="389618"/>
            <a:ext cx="15837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20</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accent3"/>
                </a:solidFill>
              </a:defRPr>
            </a:lvl1pPr>
          </a:lstStyle>
          <a:p>
            <a:r>
              <a:rPr lang="fr-FR"/>
              <a:t>Cliquez sur l'icône pour ajouter une image</a:t>
            </a:r>
            <a:endParaRPr lang="en-US"/>
          </a:p>
        </p:txBody>
      </p:sp>
    </p:spTree>
    <p:extLst>
      <p:ext uri="{BB962C8B-B14F-4D97-AF65-F5344CB8AC3E}">
        <p14:creationId xmlns:p14="http://schemas.microsoft.com/office/powerpoint/2010/main" val="13913440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hapter 21">
    <p:bg>
      <p:bgPr>
        <a:solidFill>
          <a:schemeClr val="accent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2A2103-7CC6-DE6B-DBBC-51C1FB62244D}"/>
              </a:ext>
              <a:ext uri="{C183D7F6-B498-43B3-948B-1728B52AA6E4}">
                <adec:decorative xmlns:adec="http://schemas.microsoft.com/office/drawing/2017/decorative" val="1"/>
              </a:ext>
            </a:extLst>
          </p:cNvPr>
          <p:cNvGrpSpPr/>
          <p:nvPr userDrawn="1"/>
        </p:nvGrpSpPr>
        <p:grpSpPr>
          <a:xfrm>
            <a:off x="2" y="0"/>
            <a:ext cx="7896674" cy="6858000"/>
            <a:chOff x="2" y="0"/>
            <a:chExt cx="7896674" cy="6858000"/>
          </a:xfrm>
        </p:grpSpPr>
        <p:pic>
          <p:nvPicPr>
            <p:cNvPr id="5" name="Graphic 4">
              <a:extLst>
                <a:ext uri="{FF2B5EF4-FFF2-40B4-BE49-F238E27FC236}">
                  <a16:creationId xmlns:a16="http://schemas.microsoft.com/office/drawing/2014/main" id="{CDA6CBF3-7602-B5B1-8FCA-80503408D4F6}"/>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407" t="10069"/>
            <a:stretch/>
          </p:blipFill>
          <p:spPr>
            <a:xfrm rot="16200000">
              <a:off x="256450" y="3375434"/>
              <a:ext cx="3226118" cy="3739014"/>
            </a:xfrm>
            <a:custGeom>
              <a:avLst/>
              <a:gdLst>
                <a:gd name="connsiteX0" fmla="*/ 3226117 w 3226117"/>
                <a:gd name="connsiteY0" fmla="*/ 0 h 4157665"/>
                <a:gd name="connsiteX1" fmla="*/ 3226117 w 3226117"/>
                <a:gd name="connsiteY1" fmla="*/ 4157665 h 4157665"/>
                <a:gd name="connsiteX2" fmla="*/ 0 w 3226117"/>
                <a:gd name="connsiteY2" fmla="*/ 4157665 h 4157665"/>
                <a:gd name="connsiteX3" fmla="*/ 0 w 3226117"/>
                <a:gd name="connsiteY3" fmla="*/ 0 h 4157665"/>
              </a:gdLst>
              <a:ahLst/>
              <a:cxnLst>
                <a:cxn ang="0">
                  <a:pos x="connsiteX0" y="connsiteY0"/>
                </a:cxn>
                <a:cxn ang="0">
                  <a:pos x="connsiteX1" y="connsiteY1"/>
                </a:cxn>
                <a:cxn ang="0">
                  <a:pos x="connsiteX2" y="connsiteY2"/>
                </a:cxn>
                <a:cxn ang="0">
                  <a:pos x="connsiteX3" y="connsiteY3"/>
                </a:cxn>
              </a:cxnLst>
              <a:rect l="l" t="t" r="r" b="b"/>
              <a:pathLst>
                <a:path w="3226117" h="4157665">
                  <a:moveTo>
                    <a:pt x="3226117" y="0"/>
                  </a:moveTo>
                  <a:lnTo>
                    <a:pt x="3226117" y="4157665"/>
                  </a:lnTo>
                  <a:lnTo>
                    <a:pt x="0" y="4157665"/>
                  </a:lnTo>
                  <a:lnTo>
                    <a:pt x="0" y="0"/>
                  </a:lnTo>
                  <a:close/>
                </a:path>
              </a:pathLst>
            </a:custGeom>
          </p:spPr>
        </p:pic>
        <p:pic>
          <p:nvPicPr>
            <p:cNvPr id="6" name="Graphic 5">
              <a:extLst>
                <a:ext uri="{FF2B5EF4-FFF2-40B4-BE49-F238E27FC236}">
                  <a16:creationId xmlns:a16="http://schemas.microsoft.com/office/drawing/2014/main" id="{0DA6D067-2DE0-C942-E1E6-049D761FACEF}"/>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 t="12646" r="1" b="-1"/>
            <a:stretch/>
          </p:blipFill>
          <p:spPr>
            <a:xfrm flipH="1">
              <a:off x="3739012" y="0"/>
              <a:ext cx="4157664" cy="3631883"/>
            </a:xfrm>
            <a:custGeom>
              <a:avLst/>
              <a:gdLst>
                <a:gd name="connsiteX0" fmla="*/ 3833815 w 3833815"/>
                <a:gd name="connsiteY0" fmla="*/ 0 h 3634264"/>
                <a:gd name="connsiteX1" fmla="*/ 0 w 3833815"/>
                <a:gd name="connsiteY1" fmla="*/ 0 h 3634264"/>
                <a:gd name="connsiteX2" fmla="*/ 0 w 3833815"/>
                <a:gd name="connsiteY2" fmla="*/ 3634264 h 3634264"/>
                <a:gd name="connsiteX3" fmla="*/ 3833815 w 3833815"/>
                <a:gd name="connsiteY3" fmla="*/ 3634264 h 3634264"/>
              </a:gdLst>
              <a:ahLst/>
              <a:cxnLst>
                <a:cxn ang="0">
                  <a:pos x="connsiteX0" y="connsiteY0"/>
                </a:cxn>
                <a:cxn ang="0">
                  <a:pos x="connsiteX1" y="connsiteY1"/>
                </a:cxn>
                <a:cxn ang="0">
                  <a:pos x="connsiteX2" y="connsiteY2"/>
                </a:cxn>
                <a:cxn ang="0">
                  <a:pos x="connsiteX3" y="connsiteY3"/>
                </a:cxn>
              </a:cxnLst>
              <a:rect l="l" t="t" r="r" b="b"/>
              <a:pathLst>
                <a:path w="3833815" h="3634264">
                  <a:moveTo>
                    <a:pt x="3833815" y="0"/>
                  </a:moveTo>
                  <a:lnTo>
                    <a:pt x="0" y="0"/>
                  </a:lnTo>
                  <a:lnTo>
                    <a:pt x="0" y="3634264"/>
                  </a:lnTo>
                  <a:lnTo>
                    <a:pt x="3833815" y="3634264"/>
                  </a:lnTo>
                  <a:close/>
                </a:path>
              </a:pathLst>
            </a:custGeom>
          </p:spPr>
        </p:pic>
      </p:grpSp>
      <p:sp>
        <p:nvSpPr>
          <p:cNvPr id="4" name="Title 4">
            <a:extLst>
              <a:ext uri="{FF2B5EF4-FFF2-40B4-BE49-F238E27FC236}">
                <a16:creationId xmlns:a16="http://schemas.microsoft.com/office/drawing/2014/main" id="{16B8DED1-4041-559D-3582-3FD409EC5902}"/>
              </a:ext>
            </a:extLst>
          </p:cNvPr>
          <p:cNvSpPr>
            <a:spLocks noGrp="1"/>
          </p:cNvSpPr>
          <p:nvPr>
            <p:ph type="title" hasCustomPrompt="1"/>
          </p:nvPr>
        </p:nvSpPr>
        <p:spPr>
          <a:xfrm>
            <a:off x="6470248" y="3940744"/>
            <a:ext cx="5303520" cy="1929384"/>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1930BF86-A431-CF2A-05D8-52FCAAC6D89F}"/>
              </a:ext>
            </a:extLst>
          </p:cNvPr>
          <p:cNvSpPr>
            <a:spLocks noGrp="1"/>
          </p:cNvSpPr>
          <p:nvPr>
            <p:ph type="body" sz="quarter" idx="13" hasCustomPrompt="1"/>
          </p:nvPr>
        </p:nvSpPr>
        <p:spPr>
          <a:xfrm>
            <a:off x="390098" y="389618"/>
            <a:ext cx="122629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21</a:t>
            </a:r>
          </a:p>
        </p:txBody>
      </p:sp>
      <p:sp>
        <p:nvSpPr>
          <p:cNvPr id="9" name="Graphique 10" descr="Atos logo">
            <a:extLst>
              <a:ext uri="{FF2B5EF4-FFF2-40B4-BE49-F238E27FC236}">
                <a16:creationId xmlns:a16="http://schemas.microsoft.com/office/drawing/2014/main" id="{85F73F1A-DD6D-8A99-3BE3-33BEC9E07EBE}"/>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8" name="Picture Placeholder 8">
            <a:extLst>
              <a:ext uri="{FF2B5EF4-FFF2-40B4-BE49-F238E27FC236}">
                <a16:creationId xmlns:a16="http://schemas.microsoft.com/office/drawing/2014/main" id="{46A8A744-A160-60B3-78F8-D34443F2EFCC}"/>
              </a:ext>
              <a:ext uri="{C183D7F6-B498-43B3-948B-1728B52AA6E4}">
                <adec:decorative xmlns:adec="http://schemas.microsoft.com/office/drawing/2017/decorative" val="1"/>
              </a:ext>
            </a:extLst>
          </p:cNvPr>
          <p:cNvSpPr>
            <a:spLocks noGrp="1" noChangeAspect="1"/>
          </p:cNvSpPr>
          <p:nvPr>
            <p:ph type="pic" sz="quarter" idx="11"/>
          </p:nvPr>
        </p:nvSpPr>
        <p:spPr>
          <a:xfrm>
            <a:off x="1262510" y="1155380"/>
            <a:ext cx="4953006" cy="4953006"/>
          </a:xfrm>
          <a:custGeom>
            <a:avLst/>
            <a:gdLst>
              <a:gd name="connsiteX0" fmla="*/ 2476503 w 4953006"/>
              <a:gd name="connsiteY0" fmla="*/ 0 h 4953006"/>
              <a:gd name="connsiteX1" fmla="*/ 4953006 w 4953006"/>
              <a:gd name="connsiteY1" fmla="*/ 2476503 h 4953006"/>
              <a:gd name="connsiteX2" fmla="*/ 2476503 w 4953006"/>
              <a:gd name="connsiteY2" fmla="*/ 4953006 h 4953006"/>
              <a:gd name="connsiteX3" fmla="*/ 0 w 4953006"/>
              <a:gd name="connsiteY3" fmla="*/ 2476503 h 4953006"/>
              <a:gd name="connsiteX4" fmla="*/ 2476503 w 4953006"/>
              <a:gd name="connsiteY4" fmla="*/ 0 h 4953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6" h="4953006">
                <a:moveTo>
                  <a:pt x="2476503" y="0"/>
                </a:moveTo>
                <a:cubicBezTo>
                  <a:pt x="3844238" y="0"/>
                  <a:pt x="4953006" y="1108768"/>
                  <a:pt x="4953006" y="2476503"/>
                </a:cubicBezTo>
                <a:cubicBezTo>
                  <a:pt x="4953006" y="3844238"/>
                  <a:pt x="3844238" y="4953006"/>
                  <a:pt x="2476503" y="4953006"/>
                </a:cubicBezTo>
                <a:cubicBezTo>
                  <a:pt x="1108768" y="4953006"/>
                  <a:pt x="0" y="3844238"/>
                  <a:pt x="0" y="2476503"/>
                </a:cubicBezTo>
                <a:cubicBezTo>
                  <a:pt x="0" y="1108768"/>
                  <a:pt x="1108768" y="0"/>
                  <a:pt x="2476503" y="0"/>
                </a:cubicBezTo>
                <a:close/>
              </a:path>
            </a:pathLst>
          </a:custGeom>
        </p:spPr>
        <p:txBody>
          <a:bodyPr wrap="square" tIns="822960" bIns="0" anchor="ctr">
            <a:noAutofit/>
          </a:bodyP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62567677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hapter 2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B9B736D-8E32-80DE-0FF7-990AF926FA9F}"/>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3" name="Title 4">
            <a:extLst>
              <a:ext uri="{FF2B5EF4-FFF2-40B4-BE49-F238E27FC236}">
                <a16:creationId xmlns:a16="http://schemas.microsoft.com/office/drawing/2014/main" id="{704C25D1-866D-CD6D-7160-8DEA06B4F5F9}"/>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138A8234-C39C-1E9A-50E2-388323430CE4}"/>
              </a:ext>
            </a:extLst>
          </p:cNvPr>
          <p:cNvSpPr>
            <a:spLocks noGrp="1"/>
          </p:cNvSpPr>
          <p:nvPr>
            <p:ph type="body" sz="quarter" idx="14" hasCustomPrompt="1"/>
          </p:nvPr>
        </p:nvSpPr>
        <p:spPr>
          <a:xfrm>
            <a:off x="390098" y="389618"/>
            <a:ext cx="1433085"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22</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4" name="Graphique 10" descr="Atos logo">
            <a:extLst>
              <a:ext uri="{FF2B5EF4-FFF2-40B4-BE49-F238E27FC236}">
                <a16:creationId xmlns:a16="http://schemas.microsoft.com/office/drawing/2014/main" id="{ADB4970B-D4DE-FCEA-9E0F-75184CF8E462}"/>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937139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hapter 23">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15A7A7F-2675-5C7F-6DDE-C2FEFB212365}"/>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D6C68454-175B-BF81-6CDF-47472DCBD5A4}"/>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257C1780-4949-0B6D-62EB-41246530B7B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23</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5177CB86-3FA2-3F10-DA09-1E5B601CC716}"/>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95882756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hapter 24">
    <p:bg>
      <p:bgPr>
        <a:solidFill>
          <a:schemeClr val="accent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EA9624B-7CA8-3862-903A-A82256DBBBBC}"/>
              </a:ext>
              <a:ext uri="{C183D7F6-B498-43B3-948B-1728B52AA6E4}">
                <adec:decorative xmlns:adec="http://schemas.microsoft.com/office/drawing/2017/decorative" val="1"/>
              </a:ext>
            </a:extLst>
          </p:cNvPr>
          <p:cNvGrpSpPr/>
          <p:nvPr userDrawn="1"/>
        </p:nvGrpSpPr>
        <p:grpSpPr>
          <a:xfrm>
            <a:off x="1429878" y="-1"/>
            <a:ext cx="10762122" cy="6858001"/>
            <a:chOff x="1429878" y="-1"/>
            <a:chExt cx="10762122" cy="6858001"/>
          </a:xfrm>
        </p:grpSpPr>
        <p:pic>
          <p:nvPicPr>
            <p:cNvPr id="11" name="Graphic 10">
              <a:extLst>
                <a:ext uri="{FF2B5EF4-FFF2-40B4-BE49-F238E27FC236}">
                  <a16:creationId xmlns:a16="http://schemas.microsoft.com/office/drawing/2014/main" id="{FCA2C45D-183A-E4BD-5B37-C4F92624E5F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83"/>
            <a:stretch/>
          </p:blipFill>
          <p:spPr>
            <a:xfrm rot="5400000" flipH="1">
              <a:off x="2569433" y="2503424"/>
              <a:ext cx="3215021" cy="5494132"/>
            </a:xfrm>
            <a:prstGeom prst="rect">
              <a:avLst/>
            </a:prstGeom>
          </p:spPr>
        </p:pic>
        <p:pic>
          <p:nvPicPr>
            <p:cNvPr id="12" name="Graphic 11">
              <a:extLst>
                <a:ext uri="{FF2B5EF4-FFF2-40B4-BE49-F238E27FC236}">
                  <a16:creationId xmlns:a16="http://schemas.microsoft.com/office/drawing/2014/main" id="{429828D6-E983-363B-8E10-817D072F1BC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33693" r="4116"/>
            <a:stretch/>
          </p:blipFill>
          <p:spPr>
            <a:xfrm>
              <a:off x="6924010" y="-1"/>
              <a:ext cx="5267990" cy="3642979"/>
            </a:xfrm>
            <a:prstGeom prst="rect">
              <a:avLst/>
            </a:prstGeom>
          </p:spPr>
        </p:pic>
      </p:grpSp>
      <p:sp>
        <p:nvSpPr>
          <p:cNvPr id="2" name="Title 4">
            <a:extLst>
              <a:ext uri="{FF2B5EF4-FFF2-40B4-BE49-F238E27FC236}">
                <a16:creationId xmlns:a16="http://schemas.microsoft.com/office/drawing/2014/main" id="{AC52500A-2159-443F-DFBE-722F1A82F152}"/>
              </a:ext>
            </a:extLst>
          </p:cNvPr>
          <p:cNvSpPr>
            <a:spLocks noGrp="1"/>
          </p:cNvSpPr>
          <p:nvPr>
            <p:ph type="title" hasCustomPrompt="1"/>
          </p:nvPr>
        </p:nvSpPr>
        <p:spPr>
          <a:xfrm>
            <a:off x="413247" y="1895312"/>
            <a:ext cx="630936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3" name="Text Placeholder 8">
            <a:extLst>
              <a:ext uri="{FF2B5EF4-FFF2-40B4-BE49-F238E27FC236}">
                <a16:creationId xmlns:a16="http://schemas.microsoft.com/office/drawing/2014/main" id="{F69298B7-8C01-593D-5DE8-5E97C2ED4816}"/>
              </a:ext>
            </a:extLst>
          </p:cNvPr>
          <p:cNvSpPr>
            <a:spLocks noGrp="1"/>
          </p:cNvSpPr>
          <p:nvPr>
            <p:ph type="body" sz="quarter" idx="14" hasCustomPrompt="1"/>
          </p:nvPr>
        </p:nvSpPr>
        <p:spPr>
          <a:xfrm>
            <a:off x="390098" y="389618"/>
            <a:ext cx="1466748"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24</a:t>
            </a:r>
          </a:p>
        </p:txBody>
      </p:sp>
      <p:sp>
        <p:nvSpPr>
          <p:cNvPr id="26" name="Picture Placeholder 25">
            <a:extLst>
              <a:ext uri="{FF2B5EF4-FFF2-40B4-BE49-F238E27FC236}">
                <a16:creationId xmlns:a16="http://schemas.microsoft.com/office/drawing/2014/main" id="{CB715BD7-9AF7-BAB1-EA78-7AC575300DEC}"/>
              </a:ext>
              <a:ext uri="{C183D7F6-B498-43B3-948B-1728B52AA6E4}">
                <adec:decorative xmlns:adec="http://schemas.microsoft.com/office/drawing/2017/decorative" val="1"/>
              </a:ext>
            </a:extLst>
          </p:cNvPr>
          <p:cNvSpPr>
            <a:spLocks noGrp="1"/>
          </p:cNvSpPr>
          <p:nvPr>
            <p:ph type="pic" sz="quarter" idx="13"/>
          </p:nvPr>
        </p:nvSpPr>
        <p:spPr>
          <a:xfrm>
            <a:off x="5867676" y="373625"/>
            <a:ext cx="6324324" cy="6484375"/>
          </a:xfrm>
          <a:custGeom>
            <a:avLst/>
            <a:gdLst>
              <a:gd name="connsiteX0" fmla="*/ 6324324 w 6324324"/>
              <a:gd name="connsiteY0" fmla="*/ 0 h 6484375"/>
              <a:gd name="connsiteX1" fmla="*/ 6324324 w 6324324"/>
              <a:gd name="connsiteY1" fmla="*/ 6484375 h 6484375"/>
              <a:gd name="connsiteX2" fmla="*/ 0 w 6324324"/>
              <a:gd name="connsiteY2" fmla="*/ 6484375 h 6484375"/>
              <a:gd name="connsiteX3" fmla="*/ 55368 w 6324324"/>
              <a:gd name="connsiteY3" fmla="*/ 6410225 h 6484375"/>
              <a:gd name="connsiteX4" fmla="*/ 171923 w 6324324"/>
              <a:gd name="connsiteY4" fmla="*/ 6234659 h 6484375"/>
              <a:gd name="connsiteX5" fmla="*/ 1046379 w 6324324"/>
              <a:gd name="connsiteY5" fmla="*/ 3447498 h 6484375"/>
              <a:gd name="connsiteX6" fmla="*/ 1048064 w 6324324"/>
              <a:gd name="connsiteY6" fmla="*/ 3264591 h 6484375"/>
              <a:gd name="connsiteX7" fmla="*/ 3271547 w 6324324"/>
              <a:gd name="connsiteY7" fmla="*/ 3264591 h 6484375"/>
              <a:gd name="connsiteX8" fmla="*/ 3284487 w 6324324"/>
              <a:gd name="connsiteY8" fmla="*/ 2981459 h 6484375"/>
              <a:gd name="connsiteX9" fmla="*/ 6241731 w 6324324"/>
              <a:gd name="connsiteY9" fmla="*/ 4172 h 648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324" h="6484375">
                <a:moveTo>
                  <a:pt x="6324324" y="0"/>
                </a:moveTo>
                <a:lnTo>
                  <a:pt x="6324324" y="6484375"/>
                </a:lnTo>
                <a:lnTo>
                  <a:pt x="0" y="6484375"/>
                </a:lnTo>
                <a:lnTo>
                  <a:pt x="55368" y="6410225"/>
                </a:lnTo>
                <a:cubicBezTo>
                  <a:pt x="108275" y="6337639"/>
                  <a:pt x="148130" y="6277443"/>
                  <a:pt x="171923" y="6234659"/>
                </a:cubicBezTo>
                <a:cubicBezTo>
                  <a:pt x="601983" y="5598076"/>
                  <a:pt x="1010368" y="4596081"/>
                  <a:pt x="1046379" y="3447498"/>
                </a:cubicBezTo>
                <a:lnTo>
                  <a:pt x="1048064" y="3264591"/>
                </a:lnTo>
                <a:lnTo>
                  <a:pt x="3271547" y="3264591"/>
                </a:lnTo>
                <a:lnTo>
                  <a:pt x="3284487" y="2981459"/>
                </a:lnTo>
                <a:cubicBezTo>
                  <a:pt x="3428649" y="1414606"/>
                  <a:pt x="4632239" y="178060"/>
                  <a:pt x="6241731" y="4172"/>
                </a:cubicBezTo>
                <a:close/>
              </a:path>
            </a:pathLst>
          </a:custGeom>
        </p:spPr>
        <p:txBody>
          <a:bodyPr wrap="square" tIns="1005840" anchor="ctr">
            <a:noAutofit/>
          </a:bodyPr>
          <a:lstStyle>
            <a:lvl1pPr marL="0" indent="0" algn="ctr">
              <a:buNone/>
              <a:defRPr>
                <a:solidFill>
                  <a:schemeClr val="bg1"/>
                </a:solidFill>
              </a:defRPr>
            </a:lvl1pPr>
          </a:lstStyle>
          <a:p>
            <a:r>
              <a:rPr lang="fr-FR"/>
              <a:t>Cliquez sur l'icône pour ajouter une image</a:t>
            </a:r>
            <a:endParaRPr lang="en-US"/>
          </a:p>
        </p:txBody>
      </p:sp>
      <p:sp>
        <p:nvSpPr>
          <p:cNvPr id="5" name="Graphique 10" descr="Atos logo">
            <a:extLst>
              <a:ext uri="{FF2B5EF4-FFF2-40B4-BE49-F238E27FC236}">
                <a16:creationId xmlns:a16="http://schemas.microsoft.com/office/drawing/2014/main" id="{1587C7C0-A4E6-BF44-4AE5-2BD71887E2F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0225952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hapter 25">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8AE79F0-AD6D-9389-65BB-181921FD98B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4" name="Title 4">
            <a:extLst>
              <a:ext uri="{FF2B5EF4-FFF2-40B4-BE49-F238E27FC236}">
                <a16:creationId xmlns:a16="http://schemas.microsoft.com/office/drawing/2014/main" id="{0567AF7A-4C14-837A-83E7-6300B72CB6B5}"/>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E6A433C3-3331-53B1-492C-AC6E515968BF}"/>
              </a:ext>
            </a:extLst>
          </p:cNvPr>
          <p:cNvSpPr>
            <a:spLocks noGrp="1"/>
          </p:cNvSpPr>
          <p:nvPr>
            <p:ph type="body" sz="quarter" idx="14" hasCustomPrompt="1"/>
          </p:nvPr>
        </p:nvSpPr>
        <p:spPr>
          <a:xfrm>
            <a:off x="390098" y="389618"/>
            <a:ext cx="142346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25</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D1212317-83E1-68D2-2200-9D784B9C8599}"/>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287327684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hapter 2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11EFBFF-EB73-649E-3786-A726573022E4}"/>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3BDDB38-C023-ECFB-7FA7-3D196CAD18C4}"/>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6CC28F0A-14CE-5EE9-604D-DA2FAECF53D6}"/>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26</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739B335D-A0EE-42A2-8A84-B0F336795D77}"/>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33748848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Chapter 27">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DA772B0-BE10-8466-ED2D-81966C69A9FF}"/>
              </a:ext>
              <a:ext uri="{C183D7F6-B498-43B3-948B-1728B52AA6E4}">
                <adec:decorative xmlns:adec="http://schemas.microsoft.com/office/drawing/2017/decorative" val="1"/>
              </a:ext>
            </a:extLst>
          </p:cNvPr>
          <p:cNvGrpSpPr/>
          <p:nvPr userDrawn="1"/>
        </p:nvGrpSpPr>
        <p:grpSpPr>
          <a:xfrm>
            <a:off x="0" y="0"/>
            <a:ext cx="6092952" cy="6858000"/>
            <a:chOff x="0"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0"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a:off x="428625" y="4310002"/>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F9A84E36-6C4D-EC23-D9DC-E47C3F54FC28}"/>
              </a:ext>
            </a:extLst>
          </p:cNvPr>
          <p:cNvSpPr>
            <a:spLocks noGrp="1"/>
          </p:cNvSpPr>
          <p:nvPr>
            <p:ph type="title" hasCustomPrompt="1"/>
          </p:nvPr>
        </p:nvSpPr>
        <p:spPr>
          <a:xfrm>
            <a:off x="413247" y="1895312"/>
            <a:ext cx="5486400"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10" name="Text Placeholder 8">
            <a:extLst>
              <a:ext uri="{FF2B5EF4-FFF2-40B4-BE49-F238E27FC236}">
                <a16:creationId xmlns:a16="http://schemas.microsoft.com/office/drawing/2014/main" id="{3825B835-CA3B-65BD-649E-D3BFFA9A1C2E}"/>
              </a:ext>
            </a:extLst>
          </p:cNvPr>
          <p:cNvSpPr>
            <a:spLocks noGrp="1"/>
          </p:cNvSpPr>
          <p:nvPr>
            <p:ph type="body" sz="quarter" idx="14" hasCustomPrompt="1"/>
          </p:nvPr>
        </p:nvSpPr>
        <p:spPr>
          <a:xfrm>
            <a:off x="390098" y="389618"/>
            <a:ext cx="1346522"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27</a:t>
            </a: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p:nvPr>
        </p:nvSpPr>
        <p:spPr>
          <a:xfrm>
            <a:off x="6092952" y="0"/>
            <a:ext cx="6099048" cy="6858000"/>
          </a:xfrm>
        </p:spPr>
        <p:txBody>
          <a:bodyPr tIns="822960" bIns="0" anchor="ctr"/>
          <a:lstStyle>
            <a:lvl1pPr marL="0" indent="0" algn="ctr">
              <a:buNone/>
              <a:defRPr>
                <a:solidFill>
                  <a:schemeClr val="accent3"/>
                </a:solidFill>
              </a:defRPr>
            </a:lvl1pPr>
          </a:lstStyle>
          <a:p>
            <a:r>
              <a:rPr lang="fr-FR"/>
              <a:t>Cliquez sur l'icône pour ajouter une image</a:t>
            </a:r>
            <a:endParaRPr lang="en-US"/>
          </a:p>
        </p:txBody>
      </p:sp>
      <p:sp>
        <p:nvSpPr>
          <p:cNvPr id="11" name="Graphique 10" descr="Atos logo">
            <a:extLst>
              <a:ext uri="{FF2B5EF4-FFF2-40B4-BE49-F238E27FC236}">
                <a16:creationId xmlns:a16="http://schemas.microsoft.com/office/drawing/2014/main" id="{0436BE75-AACC-CC4C-0E2E-8C4B10FFF1B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177539241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hapter 28">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51CEFB8-B563-770D-9D99-8C9E8DD0FF79}"/>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3480883-7045-4B51-D5F2-F3092D2B129A}"/>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2" name="Graphic 1">
                <a:extLst>
                  <a:ext uri="{FF2B5EF4-FFF2-40B4-BE49-F238E27FC236}">
                    <a16:creationId xmlns:a16="http://schemas.microsoft.com/office/drawing/2014/main" id="{8FBCF81C-1DA3-24A3-8E55-9CA5BC839F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5" name="Graphic 4">
                <a:extLst>
                  <a:ext uri="{FF2B5EF4-FFF2-40B4-BE49-F238E27FC236}">
                    <a16:creationId xmlns:a16="http://schemas.microsoft.com/office/drawing/2014/main" id="{348E1E0A-264A-96FA-176D-13C5C385108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6" name="Graphic 5">
                <a:extLst>
                  <a:ext uri="{FF2B5EF4-FFF2-40B4-BE49-F238E27FC236}">
                    <a16:creationId xmlns:a16="http://schemas.microsoft.com/office/drawing/2014/main" id="{292A2FD9-20D2-8E7B-5993-E564C217E7C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10" name="Title 4">
            <a:extLst>
              <a:ext uri="{FF2B5EF4-FFF2-40B4-BE49-F238E27FC236}">
                <a16:creationId xmlns:a16="http://schemas.microsoft.com/office/drawing/2014/main" id="{AC9242F1-43B4-A76C-349C-F7B1071DD0C4}"/>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71F16D4-8573-7435-9634-F043B7DDF957}"/>
              </a:ext>
            </a:extLst>
          </p:cNvPr>
          <p:cNvSpPr>
            <a:spLocks noGrp="1"/>
          </p:cNvSpPr>
          <p:nvPr>
            <p:ph type="body" sz="quarter" idx="15" hasCustomPrompt="1"/>
          </p:nvPr>
        </p:nvSpPr>
        <p:spPr>
          <a:xfrm>
            <a:off x="6427180" y="2391922"/>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28</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49341372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hapter 29">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90E333D-E0E4-41EB-7E6B-E7E0B5E719CA}"/>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36A8708-EA5F-63FF-9012-778B41E03343}"/>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4" name="Graphic 13">
                <a:extLst>
                  <a:ext uri="{FF2B5EF4-FFF2-40B4-BE49-F238E27FC236}">
                    <a16:creationId xmlns:a16="http://schemas.microsoft.com/office/drawing/2014/main" id="{B515B648-1B87-E6B5-9CBE-B7CFC49DC17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5" name="Graphic 14">
                <a:extLst>
                  <a:ext uri="{FF2B5EF4-FFF2-40B4-BE49-F238E27FC236}">
                    <a16:creationId xmlns:a16="http://schemas.microsoft.com/office/drawing/2014/main" id="{87854A9F-23C9-BD8B-E090-EC696B92F05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6" name="Graphic 15">
                <a:extLst>
                  <a:ext uri="{FF2B5EF4-FFF2-40B4-BE49-F238E27FC236}">
                    <a16:creationId xmlns:a16="http://schemas.microsoft.com/office/drawing/2014/main" id="{CAE5BE78-322C-C02F-69CA-A6153356716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8" name="Title 4">
            <a:extLst>
              <a:ext uri="{FF2B5EF4-FFF2-40B4-BE49-F238E27FC236}">
                <a16:creationId xmlns:a16="http://schemas.microsoft.com/office/drawing/2014/main" id="{7238B460-902B-10A2-1B47-E19F7237BB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54B6605C-B282-BBB6-5839-EC88621437B6}"/>
              </a:ext>
            </a:extLst>
          </p:cNvPr>
          <p:cNvSpPr>
            <a:spLocks noGrp="1"/>
          </p:cNvSpPr>
          <p:nvPr>
            <p:ph type="body" sz="quarter" idx="15" hasCustomPrompt="1"/>
          </p:nvPr>
        </p:nvSpPr>
        <p:spPr>
          <a:xfrm>
            <a:off x="6427180" y="2391922"/>
            <a:ext cx="1444306"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29</a:t>
            </a:r>
          </a:p>
        </p:txBody>
      </p:sp>
      <p:sp>
        <p:nvSpPr>
          <p:cNvPr id="17" name="Graphique 10" descr="Atos logo">
            <a:extLst>
              <a:ext uri="{FF2B5EF4-FFF2-40B4-BE49-F238E27FC236}">
                <a16:creationId xmlns:a16="http://schemas.microsoft.com/office/drawing/2014/main" id="{4DA78401-6EEC-C6E8-8702-A0E157289B2C}"/>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38289278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Chapter 30">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562BE8B-C875-0792-6A10-7514DD6734B1}"/>
              </a:ext>
              <a:ext uri="{C183D7F6-B498-43B3-948B-1728B52AA6E4}">
                <adec:decorative xmlns:adec="http://schemas.microsoft.com/office/drawing/2017/decorative" val="1"/>
              </a:ext>
            </a:extLst>
          </p:cNvPr>
          <p:cNvGrpSpPr/>
          <p:nvPr userDrawn="1"/>
        </p:nvGrpSpPr>
        <p:grpSpPr>
          <a:xfrm>
            <a:off x="6099048" y="0"/>
            <a:ext cx="6092952" cy="6858000"/>
            <a:chOff x="6099048" y="0"/>
            <a:chExt cx="6092952" cy="6858000"/>
          </a:xfrm>
        </p:grpSpPr>
        <p:sp>
          <p:nvSpPr>
            <p:cNvPr id="3" name="Rectangle 2">
              <a:extLst>
                <a:ext uri="{FF2B5EF4-FFF2-40B4-BE49-F238E27FC236}">
                  <a16:creationId xmlns:a16="http://schemas.microsoft.com/office/drawing/2014/main" id="{376404E5-A3DB-9111-AC43-23290E8CD97C}"/>
                </a:ext>
                <a:ext uri="{C183D7F6-B498-43B3-948B-1728B52AA6E4}">
                  <adec:decorative xmlns:adec="http://schemas.microsoft.com/office/drawing/2017/decorative" val="1"/>
                </a:ext>
              </a:extLst>
            </p:cNvPr>
            <p:cNvSpPr/>
            <p:nvPr userDrawn="1"/>
          </p:nvSpPr>
          <p:spPr>
            <a:xfrm>
              <a:off x="6099048" y="0"/>
              <a:ext cx="6092952"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24BF260-716D-9275-3FE1-C4548FE186B0}"/>
                </a:ext>
                <a:ext uri="{C183D7F6-B498-43B3-948B-1728B52AA6E4}">
                  <adec:decorative xmlns:adec="http://schemas.microsoft.com/office/drawing/2017/decorative" val="1"/>
                </a:ext>
              </a:extLst>
            </p:cNvPr>
            <p:cNvGrpSpPr/>
            <p:nvPr userDrawn="1"/>
          </p:nvGrpSpPr>
          <p:grpSpPr>
            <a:xfrm flipV="1">
              <a:off x="6465707" y="315444"/>
              <a:ext cx="5300843" cy="1766948"/>
              <a:chOff x="428625" y="4310002"/>
              <a:chExt cx="5300843" cy="1766948"/>
            </a:xfrm>
          </p:grpSpPr>
          <p:pic>
            <p:nvPicPr>
              <p:cNvPr id="13" name="Graphic 12">
                <a:extLst>
                  <a:ext uri="{FF2B5EF4-FFF2-40B4-BE49-F238E27FC236}">
                    <a16:creationId xmlns:a16="http://schemas.microsoft.com/office/drawing/2014/main" id="{E677AFD3-C579-BAD7-1C1D-8DDE5975117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428625" y="4310002"/>
                <a:ext cx="1766948" cy="1766948"/>
              </a:xfrm>
              <a:prstGeom prst="rect">
                <a:avLst/>
              </a:prstGeom>
            </p:spPr>
          </p:pic>
          <p:pic>
            <p:nvPicPr>
              <p:cNvPr id="14" name="Graphic 13">
                <a:extLst>
                  <a:ext uri="{FF2B5EF4-FFF2-40B4-BE49-F238E27FC236}">
                    <a16:creationId xmlns:a16="http://schemas.microsoft.com/office/drawing/2014/main" id="{B52BD12C-8BEC-4782-C65A-41D868D438A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flipH="1" flipV="1">
                <a:off x="2195573" y="4310002"/>
                <a:ext cx="1766948" cy="1766948"/>
              </a:xfrm>
              <a:prstGeom prst="rect">
                <a:avLst/>
              </a:prstGeom>
            </p:spPr>
          </p:pic>
          <p:pic>
            <p:nvPicPr>
              <p:cNvPr id="15" name="Graphic 14">
                <a:extLst>
                  <a:ext uri="{FF2B5EF4-FFF2-40B4-BE49-F238E27FC236}">
                    <a16:creationId xmlns:a16="http://schemas.microsoft.com/office/drawing/2014/main" id="{FE4E468E-7C33-ABD2-A978-CE4163D9F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flipH="1" flipV="1">
                <a:off x="3962520" y="4310002"/>
                <a:ext cx="1766948" cy="1766948"/>
              </a:xfrm>
              <a:prstGeom prst="rect">
                <a:avLst/>
              </a:prstGeom>
            </p:spPr>
          </p:pic>
        </p:grpSp>
      </p:grpSp>
      <p:sp>
        <p:nvSpPr>
          <p:cNvPr id="9" name="Title 4">
            <a:extLst>
              <a:ext uri="{FF2B5EF4-FFF2-40B4-BE49-F238E27FC236}">
                <a16:creationId xmlns:a16="http://schemas.microsoft.com/office/drawing/2014/main" id="{58DC9F18-5549-E409-1C20-CAD9177354A5}"/>
              </a:ext>
            </a:extLst>
          </p:cNvPr>
          <p:cNvSpPr>
            <a:spLocks noGrp="1"/>
          </p:cNvSpPr>
          <p:nvPr>
            <p:ph type="title" hasCustomPrompt="1"/>
          </p:nvPr>
        </p:nvSpPr>
        <p:spPr>
          <a:xfrm>
            <a:off x="6427180" y="3897616"/>
            <a:ext cx="5340096" cy="164592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60F1895A-14D6-2C8D-6279-1FF0CBA01DB5}"/>
              </a:ext>
            </a:extLst>
          </p:cNvPr>
          <p:cNvSpPr>
            <a:spLocks noGrp="1"/>
          </p:cNvSpPr>
          <p:nvPr>
            <p:ph type="body" sz="quarter" idx="15" hasCustomPrompt="1"/>
          </p:nvPr>
        </p:nvSpPr>
        <p:spPr>
          <a:xfrm>
            <a:off x="6427180" y="2391922"/>
            <a:ext cx="159017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30</a:t>
            </a:r>
          </a:p>
        </p:txBody>
      </p:sp>
      <p:sp>
        <p:nvSpPr>
          <p:cNvPr id="8" name="Graphique 10" descr="Atos logo">
            <a:extLst>
              <a:ext uri="{FF2B5EF4-FFF2-40B4-BE49-F238E27FC236}">
                <a16:creationId xmlns:a16="http://schemas.microsoft.com/office/drawing/2014/main" id="{0348FDAC-BB8D-EE05-649D-F9427FB5C1D7}"/>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8A5AEFA2-DD77-7344-3047-A0816989267B}"/>
              </a:ext>
              <a:ext uri="{C183D7F6-B498-43B3-948B-1728B52AA6E4}">
                <adec:decorative xmlns:adec="http://schemas.microsoft.com/office/drawing/2017/decorative" val="1"/>
              </a:ext>
            </a:extLst>
          </p:cNvPr>
          <p:cNvSpPr>
            <a:spLocks noGrp="1"/>
          </p:cNvSpPr>
          <p:nvPr>
            <p:ph type="pic" sz="quarter" idx="11" hasCustomPrompt="1"/>
          </p:nvPr>
        </p:nvSpPr>
        <p:spPr>
          <a:xfrm>
            <a:off x="0" y="0"/>
            <a:ext cx="6099048" cy="6858000"/>
          </a:xfrm>
        </p:spPr>
        <p:txBody>
          <a:bodyPr tIns="1554480" bIns="0" anchor="ctr"/>
          <a:lstStyle>
            <a:lvl1pPr marL="0" indent="0" algn="ctr">
              <a:spcAft>
                <a:spcPts val="0"/>
              </a:spcAft>
              <a:buNone/>
              <a:defRPr>
                <a:solidFill>
                  <a:schemeClr val="accent3"/>
                </a:solidFill>
              </a:defRPr>
            </a:lvl1pPr>
          </a:lstStyle>
          <a:p>
            <a:r>
              <a:rPr lang="en-US"/>
              <a:t>Click icon to add picture</a:t>
            </a:r>
            <a:br>
              <a:rPr lang="en-US"/>
            </a:br>
            <a:r>
              <a:rPr lang="en-US"/>
              <a:t>[Reading order of this slide is failing currently as </a:t>
            </a:r>
            <a:br>
              <a:rPr lang="en-US"/>
            </a:br>
            <a:r>
              <a:rPr lang="en-US"/>
              <a:t>you need to either label your image decorative]</a:t>
            </a:r>
          </a:p>
        </p:txBody>
      </p:sp>
    </p:spTree>
    <p:extLst>
      <p:ext uri="{BB962C8B-B14F-4D97-AF65-F5344CB8AC3E}">
        <p14:creationId xmlns:p14="http://schemas.microsoft.com/office/powerpoint/2010/main" val="238907379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hapter 31">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D63BAEC-737F-3455-6E41-44847E5F7C5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4" name="Text Placeholder 8">
            <a:extLst>
              <a:ext uri="{FF2B5EF4-FFF2-40B4-BE49-F238E27FC236}">
                <a16:creationId xmlns:a16="http://schemas.microsoft.com/office/drawing/2014/main" id="{9C972C1F-FA07-7B32-C804-2F9D9DBDCA4B}"/>
              </a:ext>
            </a:extLst>
          </p:cNvPr>
          <p:cNvSpPr>
            <a:spLocks noGrp="1"/>
          </p:cNvSpPr>
          <p:nvPr>
            <p:ph type="body" sz="quarter" idx="14" hasCustomPrompt="1"/>
          </p:nvPr>
        </p:nvSpPr>
        <p:spPr>
          <a:xfrm>
            <a:off x="390098" y="389618"/>
            <a:ext cx="1232710"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31</a:t>
            </a:r>
          </a:p>
        </p:txBody>
      </p:sp>
      <p:sp>
        <p:nvSpPr>
          <p:cNvPr id="3" name="Graphique 10" descr="Atos logo">
            <a:extLst>
              <a:ext uri="{FF2B5EF4-FFF2-40B4-BE49-F238E27FC236}">
                <a16:creationId xmlns:a16="http://schemas.microsoft.com/office/drawing/2014/main" id="{93908D97-756A-94B0-3B08-88685AE4598F}"/>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
        <p:nvSpPr>
          <p:cNvPr id="19" name="Picture Placeholder 6">
            <a:extLst>
              <a:ext uri="{FF2B5EF4-FFF2-40B4-BE49-F238E27FC236}">
                <a16:creationId xmlns:a16="http://schemas.microsoft.com/office/drawing/2014/main" id="{A25555FE-C8DD-623E-93FB-3A1B6E1E3091}"/>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1718616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Chapter 32">
    <p:bg>
      <p:bgPr>
        <a:solidFill>
          <a:schemeClr val="accent2"/>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AFEB385-6C15-1998-C95A-636D88E66DE8}"/>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accent3"/>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DFBAB907-EF18-597F-DC14-A83EBE422567}"/>
              </a:ext>
            </a:extLst>
          </p:cNvPr>
          <p:cNvSpPr>
            <a:spLocks noGrp="1"/>
          </p:cNvSpPr>
          <p:nvPr>
            <p:ph type="body" sz="quarter" idx="14" hasCustomPrompt="1"/>
          </p:nvPr>
        </p:nvSpPr>
        <p:spPr>
          <a:xfrm>
            <a:off x="390098" y="389618"/>
            <a:ext cx="1439497"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accent3"/>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32</a:t>
            </a:r>
          </a:p>
        </p:txBody>
      </p:sp>
      <p:sp>
        <p:nvSpPr>
          <p:cNvPr id="3" name="Graphique 10" descr="Atos logo">
            <a:extLst>
              <a:ext uri="{FF2B5EF4-FFF2-40B4-BE49-F238E27FC236}">
                <a16:creationId xmlns:a16="http://schemas.microsoft.com/office/drawing/2014/main" id="{955EAE60-076F-B3BA-2FD9-F291924DE944}"/>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1" name="Picture Placeholder 6">
            <a:extLst>
              <a:ext uri="{FF2B5EF4-FFF2-40B4-BE49-F238E27FC236}">
                <a16:creationId xmlns:a16="http://schemas.microsoft.com/office/drawing/2014/main" id="{8FC58AAA-366C-B87C-83CD-72182A819A9C}"/>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lvl1pPr>
          </a:lstStyle>
          <a:p>
            <a:r>
              <a:rPr lang="fr-FR"/>
              <a:t>Cliquez sur l'icône pour ajouter une image</a:t>
            </a:r>
            <a:endParaRPr lang="en-US"/>
          </a:p>
        </p:txBody>
      </p:sp>
    </p:spTree>
    <p:extLst>
      <p:ext uri="{BB962C8B-B14F-4D97-AF65-F5344CB8AC3E}">
        <p14:creationId xmlns:p14="http://schemas.microsoft.com/office/powerpoint/2010/main" val="39313288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hapter 33">
    <p:bg>
      <p:bgPr>
        <a:solidFill>
          <a:schemeClr val="accent3"/>
        </a:solid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9778FBFA-9C80-C717-AECD-AD7663400FAF}"/>
              </a:ext>
            </a:extLst>
          </p:cNvPr>
          <p:cNvSpPr>
            <a:spLocks noGrp="1"/>
          </p:cNvSpPr>
          <p:nvPr>
            <p:ph type="title" hasCustomPrompt="1"/>
          </p:nvPr>
        </p:nvSpPr>
        <p:spPr>
          <a:xfrm>
            <a:off x="413247" y="1895312"/>
            <a:ext cx="5486400" cy="1920240"/>
          </a:xfrm>
        </p:spPr>
        <p:txBody>
          <a:bodyPr/>
          <a:lstStyle>
            <a:lvl1pPr>
              <a:spcAft>
                <a:spcPts val="300"/>
              </a:spcAft>
              <a:defRPr lang="en-US" sz="4800" kern="1200" dirty="0">
                <a:solidFill>
                  <a:schemeClr val="bg1"/>
                </a:solidFill>
                <a:latin typeface="+mj-lt"/>
                <a:ea typeface="+mn-ea"/>
                <a:cs typeface="+mn-cs"/>
              </a:defRPr>
            </a:lvl1pPr>
          </a:lstStyle>
          <a:p>
            <a:pPr lvl="0"/>
            <a:r>
              <a:rPr lang="en-US"/>
              <a:t>Chapter title</a:t>
            </a:r>
            <a:br>
              <a:rPr lang="en-US"/>
            </a:br>
            <a:r>
              <a:rPr lang="en-US"/>
              <a:t>two lines</a:t>
            </a:r>
          </a:p>
        </p:txBody>
      </p:sp>
      <p:sp>
        <p:nvSpPr>
          <p:cNvPr id="6" name="Text Placeholder 8">
            <a:extLst>
              <a:ext uri="{FF2B5EF4-FFF2-40B4-BE49-F238E27FC236}">
                <a16:creationId xmlns:a16="http://schemas.microsoft.com/office/drawing/2014/main" id="{C7E16845-FE66-9F38-5076-6B9C6444A612}"/>
              </a:ext>
            </a:extLst>
          </p:cNvPr>
          <p:cNvSpPr>
            <a:spLocks noGrp="1"/>
          </p:cNvSpPr>
          <p:nvPr>
            <p:ph type="body" sz="quarter" idx="14" hasCustomPrompt="1"/>
          </p:nvPr>
        </p:nvSpPr>
        <p:spPr>
          <a:xfrm>
            <a:off x="390098" y="389618"/>
            <a:ext cx="1445909" cy="1477328"/>
          </a:xfrm>
        </p:spPr>
        <p:txBody>
          <a:bodyPr wrap="none">
            <a:spAutoFit/>
          </a:bodyPr>
          <a:lstStyle>
            <a:lvl1pPr marL="0" indent="0" algn="l" defTabSz="914400" rtl="0" eaLnBrk="1" latinLnBrk="0" hangingPunct="1">
              <a:lnSpc>
                <a:spcPct val="100000"/>
              </a:lnSpc>
              <a:spcBef>
                <a:spcPct val="0"/>
              </a:spcBef>
              <a:buNone/>
              <a:defRPr lang="en-US" sz="9600" kern="1200" dirty="0">
                <a:solidFill>
                  <a:schemeClr val="bg1"/>
                </a:solidFill>
                <a:latin typeface="+mj-lt"/>
                <a:ea typeface="+mj-ea"/>
                <a:cs typeface="+mj-cs"/>
              </a:defRPr>
            </a:lvl1pPr>
            <a:lvl2pPr marL="228600" indent="0">
              <a:buNone/>
              <a:defRPr sz="3200">
                <a:solidFill>
                  <a:srgbClr val="3DC7FF"/>
                </a:solidFill>
                <a:latin typeface="+mj-lt"/>
              </a:defRPr>
            </a:lvl2pPr>
            <a:lvl3pPr marL="457200" indent="0">
              <a:buNone/>
              <a:defRPr sz="3200">
                <a:solidFill>
                  <a:srgbClr val="3DC7FF"/>
                </a:solidFill>
                <a:latin typeface="+mj-lt"/>
              </a:defRPr>
            </a:lvl3pPr>
            <a:lvl4pPr marL="685800" indent="0">
              <a:buNone/>
              <a:defRPr sz="3200">
                <a:solidFill>
                  <a:srgbClr val="3DC7FF"/>
                </a:solidFill>
                <a:latin typeface="+mj-lt"/>
              </a:defRPr>
            </a:lvl4pPr>
            <a:lvl5pPr marL="914400" indent="0">
              <a:buNone/>
              <a:defRPr sz="3200">
                <a:solidFill>
                  <a:srgbClr val="3DC7FF"/>
                </a:solidFill>
                <a:latin typeface="+mj-lt"/>
              </a:defRPr>
            </a:lvl5pPr>
          </a:lstStyle>
          <a:p>
            <a:pPr lvl="0"/>
            <a:r>
              <a:rPr lang="en-US"/>
              <a:t>33</a:t>
            </a:r>
          </a:p>
        </p:txBody>
      </p:sp>
      <p:sp>
        <p:nvSpPr>
          <p:cNvPr id="3" name="Graphique 10" descr="Atos logo">
            <a:extLst>
              <a:ext uri="{FF2B5EF4-FFF2-40B4-BE49-F238E27FC236}">
                <a16:creationId xmlns:a16="http://schemas.microsoft.com/office/drawing/2014/main" id="{73155FAC-6202-FC96-C442-D15F7CE1A2BA}"/>
              </a:ext>
              <a:ext uri="{C183D7F6-B498-43B3-948B-1728B52AA6E4}">
                <adec:decorative xmlns:adec="http://schemas.microsoft.com/office/drawing/2017/decorative" val="0"/>
              </a:ext>
            </a:extLst>
          </p:cNvPr>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7" name="Picture Placeholder 6">
            <a:extLst>
              <a:ext uri="{FF2B5EF4-FFF2-40B4-BE49-F238E27FC236}">
                <a16:creationId xmlns:a16="http://schemas.microsoft.com/office/drawing/2014/main" id="{63FFF2BC-0633-62B6-C5A8-79CD51B6B2D7}"/>
              </a:ext>
              <a:ext uri="{C183D7F6-B498-43B3-948B-1728B52AA6E4}">
                <adec:decorative xmlns:adec="http://schemas.microsoft.com/office/drawing/2017/decorative" val="1"/>
              </a:ext>
            </a:extLst>
          </p:cNvPr>
          <p:cNvSpPr>
            <a:spLocks noGrp="1" noChangeAspect="1"/>
          </p:cNvSpPr>
          <p:nvPr>
            <p:ph type="pic" sz="quarter" idx="12"/>
          </p:nvPr>
        </p:nvSpPr>
        <p:spPr>
          <a:xfrm>
            <a:off x="5333999" y="-2"/>
            <a:ext cx="6859655" cy="6862329"/>
          </a:xfrm>
          <a:custGeom>
            <a:avLst/>
            <a:gdLst>
              <a:gd name="connsiteX0" fmla="*/ 0 w 13716008"/>
              <a:gd name="connsiteY0" fmla="*/ 6858000 h 13716000"/>
              <a:gd name="connsiteX1" fmla="*/ 6858004 w 13716008"/>
              <a:gd name="connsiteY1" fmla="*/ 0 h 13716000"/>
              <a:gd name="connsiteX2" fmla="*/ 13716008 w 13716008"/>
              <a:gd name="connsiteY2" fmla="*/ 6858000 h 13716000"/>
              <a:gd name="connsiteX3" fmla="*/ 6858004 w 13716008"/>
              <a:gd name="connsiteY3" fmla="*/ 13716000 h 13716000"/>
              <a:gd name="connsiteX4" fmla="*/ 0 w 13716008"/>
              <a:gd name="connsiteY4" fmla="*/ 6858000 h 13716000"/>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7199252 h 14057252"/>
              <a:gd name="connsiteX1" fmla="*/ 6858004 w 13836759"/>
              <a:gd name="connsiteY1" fmla="*/ 341252 h 14057252"/>
              <a:gd name="connsiteX2" fmla="*/ 10915650 w 13836759"/>
              <a:gd name="connsiteY2" fmla="*/ 1674752 h 14057252"/>
              <a:gd name="connsiteX3" fmla="*/ 13716008 w 13836759"/>
              <a:gd name="connsiteY3" fmla="*/ 7199252 h 14057252"/>
              <a:gd name="connsiteX4" fmla="*/ 6858004 w 13836759"/>
              <a:gd name="connsiteY4" fmla="*/ 14057252 h 14057252"/>
              <a:gd name="connsiteX5" fmla="*/ 0 w 13836759"/>
              <a:gd name="connsiteY5" fmla="*/ 7199252 h 14057252"/>
              <a:gd name="connsiteX0" fmla="*/ 0 w 13836759"/>
              <a:gd name="connsiteY0" fmla="*/ 6858000 h 13716000"/>
              <a:gd name="connsiteX1" fmla="*/ 6858004 w 13836759"/>
              <a:gd name="connsiteY1" fmla="*/ 0 h 13716000"/>
              <a:gd name="connsiteX2" fmla="*/ 10915650 w 13836759"/>
              <a:gd name="connsiteY2" fmla="*/ 1333500 h 13716000"/>
              <a:gd name="connsiteX3" fmla="*/ 13716008 w 13836759"/>
              <a:gd name="connsiteY3" fmla="*/ 6858000 h 13716000"/>
              <a:gd name="connsiteX4" fmla="*/ 6858004 w 13836759"/>
              <a:gd name="connsiteY4" fmla="*/ 13716000 h 13716000"/>
              <a:gd name="connsiteX5" fmla="*/ 0 w 13836759"/>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6467"/>
              <a:gd name="connsiteY0" fmla="*/ 6858000 h 13716000"/>
              <a:gd name="connsiteX1" fmla="*/ 6858004 w 13766467"/>
              <a:gd name="connsiteY1" fmla="*/ 0 h 13716000"/>
              <a:gd name="connsiteX2" fmla="*/ 6924222 w 13766467"/>
              <a:gd name="connsiteY2" fmla="*/ 2784928 h 13716000"/>
              <a:gd name="connsiteX3" fmla="*/ 13716008 w 13766467"/>
              <a:gd name="connsiteY3" fmla="*/ 6858000 h 13716000"/>
              <a:gd name="connsiteX4" fmla="*/ 6858004 w 13766467"/>
              <a:gd name="connsiteY4" fmla="*/ 13716000 h 13716000"/>
              <a:gd name="connsiteX5" fmla="*/ 0 w 13766467"/>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13765909"/>
              <a:gd name="connsiteY0" fmla="*/ 6858000 h 13716000"/>
              <a:gd name="connsiteX1" fmla="*/ 6858004 w 13765909"/>
              <a:gd name="connsiteY1" fmla="*/ 0 h 13716000"/>
              <a:gd name="connsiteX2" fmla="*/ 6848022 w 13765909"/>
              <a:gd name="connsiteY2" fmla="*/ 2784928 h 13716000"/>
              <a:gd name="connsiteX3" fmla="*/ 13716008 w 13765909"/>
              <a:gd name="connsiteY3" fmla="*/ 6858000 h 13716000"/>
              <a:gd name="connsiteX4" fmla="*/ 6858004 w 13765909"/>
              <a:gd name="connsiteY4" fmla="*/ 13716000 h 13716000"/>
              <a:gd name="connsiteX5" fmla="*/ 0 w 13765909"/>
              <a:gd name="connsiteY5" fmla="*/ 6858000 h 13716000"/>
              <a:gd name="connsiteX0" fmla="*/ 0 w 7128220"/>
              <a:gd name="connsiteY0" fmla="*/ 6858000 h 13738479"/>
              <a:gd name="connsiteX1" fmla="*/ 6858004 w 7128220"/>
              <a:gd name="connsiteY1" fmla="*/ 0 h 13738479"/>
              <a:gd name="connsiteX2" fmla="*/ 6848022 w 7128220"/>
              <a:gd name="connsiteY2" fmla="*/ 2784928 h 13738479"/>
              <a:gd name="connsiteX3" fmla="*/ 4635508 w 7128220"/>
              <a:gd name="connsiteY3" fmla="*/ 4864100 h 13738479"/>
              <a:gd name="connsiteX4" fmla="*/ 6858004 w 7128220"/>
              <a:gd name="connsiteY4" fmla="*/ 13716000 h 13738479"/>
              <a:gd name="connsiteX5" fmla="*/ 0 w 7128220"/>
              <a:gd name="connsiteY5" fmla="*/ 6858000 h 13738479"/>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99728 w 7227948"/>
              <a:gd name="connsiteY0" fmla="*/ 6858000 h 7668464"/>
              <a:gd name="connsiteX1" fmla="*/ 6957732 w 7227948"/>
              <a:gd name="connsiteY1" fmla="*/ 0 h 7668464"/>
              <a:gd name="connsiteX2" fmla="*/ 6947750 w 7227948"/>
              <a:gd name="connsiteY2" fmla="*/ 2784928 h 7668464"/>
              <a:gd name="connsiteX3" fmla="*/ 4735236 w 7227948"/>
              <a:gd name="connsiteY3" fmla="*/ 4864100 h 7668464"/>
              <a:gd name="connsiteX4" fmla="*/ 3005164 w 7227948"/>
              <a:gd name="connsiteY4" fmla="*/ 7315200 h 7668464"/>
              <a:gd name="connsiteX5" fmla="*/ 99728 w 7227948"/>
              <a:gd name="connsiteY5" fmla="*/ 6858000 h 7668464"/>
              <a:gd name="connsiteX0" fmla="*/ 0 w 7128220"/>
              <a:gd name="connsiteY0" fmla="*/ 6858000 h 7395439"/>
              <a:gd name="connsiteX1" fmla="*/ 6858004 w 7128220"/>
              <a:gd name="connsiteY1" fmla="*/ 0 h 7395439"/>
              <a:gd name="connsiteX2" fmla="*/ 6848022 w 7128220"/>
              <a:gd name="connsiteY2" fmla="*/ 2784928 h 7395439"/>
              <a:gd name="connsiteX3" fmla="*/ 4635508 w 7128220"/>
              <a:gd name="connsiteY3" fmla="*/ 4864100 h 7395439"/>
              <a:gd name="connsiteX4" fmla="*/ 2905436 w 7128220"/>
              <a:gd name="connsiteY4" fmla="*/ 7315200 h 7395439"/>
              <a:gd name="connsiteX5" fmla="*/ 0 w 7128220"/>
              <a:gd name="connsiteY5" fmla="*/ 6858000 h 739543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7016049"/>
              <a:gd name="connsiteX1" fmla="*/ 6858004 w 7128220"/>
              <a:gd name="connsiteY1" fmla="*/ 0 h 7016049"/>
              <a:gd name="connsiteX2" fmla="*/ 6848022 w 7128220"/>
              <a:gd name="connsiteY2" fmla="*/ 2784928 h 7016049"/>
              <a:gd name="connsiteX3" fmla="*/ 4635508 w 7128220"/>
              <a:gd name="connsiteY3" fmla="*/ 4864100 h 7016049"/>
              <a:gd name="connsiteX4" fmla="*/ 2810186 w 7128220"/>
              <a:gd name="connsiteY4" fmla="*/ 6877050 h 7016049"/>
              <a:gd name="connsiteX5" fmla="*/ 0 w 7128220"/>
              <a:gd name="connsiteY5" fmla="*/ 6858000 h 7016049"/>
              <a:gd name="connsiteX0" fmla="*/ 0 w 7128220"/>
              <a:gd name="connsiteY0" fmla="*/ 6858000 h 6877050"/>
              <a:gd name="connsiteX1" fmla="*/ 6858004 w 7128220"/>
              <a:gd name="connsiteY1" fmla="*/ 0 h 6877050"/>
              <a:gd name="connsiteX2" fmla="*/ 6848022 w 7128220"/>
              <a:gd name="connsiteY2" fmla="*/ 2784928 h 6877050"/>
              <a:gd name="connsiteX3" fmla="*/ 4635508 w 7128220"/>
              <a:gd name="connsiteY3" fmla="*/ 4864100 h 6877050"/>
              <a:gd name="connsiteX4" fmla="*/ 2810186 w 7128220"/>
              <a:gd name="connsiteY4" fmla="*/ 6877050 h 6877050"/>
              <a:gd name="connsiteX5" fmla="*/ 0 w 7128220"/>
              <a:gd name="connsiteY5" fmla="*/ 6858000 h 6877050"/>
              <a:gd name="connsiteX0" fmla="*/ 0 w 7128220"/>
              <a:gd name="connsiteY0" fmla="*/ 6858000 h 6858000"/>
              <a:gd name="connsiteX1" fmla="*/ 6858004 w 7128220"/>
              <a:gd name="connsiteY1" fmla="*/ 0 h 6858000"/>
              <a:gd name="connsiteX2" fmla="*/ 6848022 w 7128220"/>
              <a:gd name="connsiteY2" fmla="*/ 2784928 h 6858000"/>
              <a:gd name="connsiteX3" fmla="*/ 4635508 w 7128220"/>
              <a:gd name="connsiteY3" fmla="*/ 4864100 h 6858000"/>
              <a:gd name="connsiteX4" fmla="*/ 2772086 w 7128220"/>
              <a:gd name="connsiteY4" fmla="*/ 6848475 h 6858000"/>
              <a:gd name="connsiteX5" fmla="*/ 0 w 7128220"/>
              <a:gd name="connsiteY5"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8895"/>
              <a:gd name="connsiteY0" fmla="*/ 6858000 h 6858000"/>
              <a:gd name="connsiteX1" fmla="*/ 6858004 w 6858895"/>
              <a:gd name="connsiteY1" fmla="*/ 0 h 6858000"/>
              <a:gd name="connsiteX2" fmla="*/ 6848022 w 6858895"/>
              <a:gd name="connsiteY2" fmla="*/ 2784928 h 6858000"/>
              <a:gd name="connsiteX3" fmla="*/ 2772086 w 6858895"/>
              <a:gd name="connsiteY3" fmla="*/ 6848475 h 6858000"/>
              <a:gd name="connsiteX4" fmla="*/ 0 w 685889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72086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827504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58000"/>
              <a:gd name="connsiteX1" fmla="*/ 6858004 w 6859655"/>
              <a:gd name="connsiteY1" fmla="*/ 0 h 6858000"/>
              <a:gd name="connsiteX2" fmla="*/ 6857547 w 6859655"/>
              <a:gd name="connsiteY2" fmla="*/ 2775403 h 6858000"/>
              <a:gd name="connsiteX3" fmla="*/ 2785941 w 6859655"/>
              <a:gd name="connsiteY3" fmla="*/ 6848475 h 6858000"/>
              <a:gd name="connsiteX4" fmla="*/ 0 w 6859655"/>
              <a:gd name="connsiteY4" fmla="*/ 6858000 h 6858000"/>
              <a:gd name="connsiteX0" fmla="*/ 0 w 6859655"/>
              <a:gd name="connsiteY0" fmla="*/ 6858000 h 6876184"/>
              <a:gd name="connsiteX1" fmla="*/ 6858004 w 6859655"/>
              <a:gd name="connsiteY1" fmla="*/ 0 h 6876184"/>
              <a:gd name="connsiteX2" fmla="*/ 6857547 w 6859655"/>
              <a:gd name="connsiteY2" fmla="*/ 2775403 h 6876184"/>
              <a:gd name="connsiteX3" fmla="*/ 2785941 w 6859655"/>
              <a:gd name="connsiteY3" fmla="*/ 6876184 h 6876184"/>
              <a:gd name="connsiteX4" fmla="*/ 0 w 6859655"/>
              <a:gd name="connsiteY4" fmla="*/ 6858000 h 6876184"/>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 name="connsiteX0" fmla="*/ 0 w 6859655"/>
              <a:gd name="connsiteY0" fmla="*/ 6858000 h 6862329"/>
              <a:gd name="connsiteX1" fmla="*/ 6858004 w 6859655"/>
              <a:gd name="connsiteY1" fmla="*/ 0 h 6862329"/>
              <a:gd name="connsiteX2" fmla="*/ 6857547 w 6859655"/>
              <a:gd name="connsiteY2" fmla="*/ 2775403 h 6862329"/>
              <a:gd name="connsiteX3" fmla="*/ 2785941 w 6859655"/>
              <a:gd name="connsiteY3" fmla="*/ 6862329 h 6862329"/>
              <a:gd name="connsiteX4" fmla="*/ 0 w 6859655"/>
              <a:gd name="connsiteY4" fmla="*/ 6858000 h 6862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655" h="6862329">
                <a:moveTo>
                  <a:pt x="0" y="6858000"/>
                </a:moveTo>
                <a:cubicBezTo>
                  <a:pt x="92703" y="2794000"/>
                  <a:pt x="3259119" y="29029"/>
                  <a:pt x="6858004" y="0"/>
                </a:cubicBezTo>
                <a:cubicBezTo>
                  <a:pt x="6862993" y="1749878"/>
                  <a:pt x="6854824" y="2086881"/>
                  <a:pt x="6857547" y="2775403"/>
                </a:cubicBezTo>
                <a:cubicBezTo>
                  <a:pt x="3237665" y="2988560"/>
                  <a:pt x="2735787" y="6128065"/>
                  <a:pt x="2785941" y="6862329"/>
                </a:cubicBezTo>
                <a:cubicBezTo>
                  <a:pt x="1965731" y="6851746"/>
                  <a:pt x="2255889" y="6838950"/>
                  <a:pt x="0" y="6858000"/>
                </a:cubicBezTo>
                <a:close/>
              </a:path>
            </a:pathLst>
          </a:custGeom>
        </p:spPr>
        <p:txBody>
          <a:bodyPr bIns="822960" anchor="ctr"/>
          <a:lstStyle>
            <a:lvl1pPr marL="0" indent="0" algn="ctr">
              <a:buNone/>
              <a:defRPr>
                <a:solidFill>
                  <a:schemeClr val="bg1"/>
                </a:solidFill>
              </a:defRPr>
            </a:lvl1pPr>
          </a:lstStyle>
          <a:p>
            <a:r>
              <a:rPr lang="fr-FR"/>
              <a:t>Cliquez sur l'icône pour ajouter une image</a:t>
            </a:r>
            <a:endParaRPr lang="en-US"/>
          </a:p>
        </p:txBody>
      </p:sp>
    </p:spTree>
    <p:extLst>
      <p:ext uri="{BB962C8B-B14F-4D97-AF65-F5344CB8AC3E}">
        <p14:creationId xmlns:p14="http://schemas.microsoft.com/office/powerpoint/2010/main" val="15388600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Questions">
    <p:bg>
      <p:bgPr>
        <a:solidFill>
          <a:schemeClr val="accent3"/>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AB316-183C-82C5-C1A7-C4659A85C6A7}"/>
              </a:ext>
              <a:ext uri="{C183D7F6-B498-43B3-948B-1728B52AA6E4}">
                <adec:decorative xmlns:adec="http://schemas.microsoft.com/office/drawing/2017/decorative" val="1"/>
              </a:ext>
            </a:extLst>
          </p:cNvPr>
          <p:cNvGrpSpPr/>
          <p:nvPr userDrawn="1"/>
        </p:nvGrpSpPr>
        <p:grpSpPr>
          <a:xfrm>
            <a:off x="3189525" y="522525"/>
            <a:ext cx="5812951" cy="5812951"/>
            <a:chOff x="6364404" y="688572"/>
            <a:chExt cx="5398971" cy="5398971"/>
          </a:xfrm>
        </p:grpSpPr>
        <p:pic>
          <p:nvPicPr>
            <p:cNvPr id="7" name="Graphic 6">
              <a:extLst>
                <a:ext uri="{FF2B5EF4-FFF2-40B4-BE49-F238E27FC236}">
                  <a16:creationId xmlns:a16="http://schemas.microsoft.com/office/drawing/2014/main" id="{7CBB66C1-6853-8EB3-75B2-B940DFD44C1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V="1">
              <a:off x="6364404" y="3388057"/>
              <a:ext cx="2699486" cy="2699486"/>
            </a:xfrm>
            <a:prstGeom prst="rect">
              <a:avLst/>
            </a:prstGeom>
          </p:spPr>
        </p:pic>
        <p:pic>
          <p:nvPicPr>
            <p:cNvPr id="9" name="Graphic 8">
              <a:extLst>
                <a:ext uri="{FF2B5EF4-FFF2-40B4-BE49-F238E27FC236}">
                  <a16:creationId xmlns:a16="http://schemas.microsoft.com/office/drawing/2014/main" id="{D8FE0FFE-617B-11DD-4D76-3FF2529238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9063889" y="688572"/>
              <a:ext cx="2699486" cy="2699486"/>
            </a:xfrm>
            <a:prstGeom prst="rect">
              <a:avLst/>
            </a:prstGeom>
          </p:spPr>
        </p:pic>
      </p:grpSp>
      <p:sp>
        <p:nvSpPr>
          <p:cNvPr id="3" name="Title 1">
            <a:extLst>
              <a:ext uri="{FF2B5EF4-FFF2-40B4-BE49-F238E27FC236}">
                <a16:creationId xmlns:a16="http://schemas.microsoft.com/office/drawing/2014/main" id="{3F73AD35-6458-4A2A-9A03-0222FC4D9395}"/>
              </a:ext>
            </a:extLst>
          </p:cNvPr>
          <p:cNvSpPr>
            <a:spLocks noGrp="1"/>
          </p:cNvSpPr>
          <p:nvPr>
            <p:ph type="title" hasCustomPrompt="1"/>
          </p:nvPr>
        </p:nvSpPr>
        <p:spPr>
          <a:xfrm>
            <a:off x="4385482" y="2731826"/>
            <a:ext cx="3421036" cy="1394348"/>
          </a:xfrm>
        </p:spPr>
        <p:txBody>
          <a:bodyPr wrap="none" anchor="ctr">
            <a:noAutofit/>
          </a:bodyPr>
          <a:lstStyle>
            <a:lvl1pPr algn="ctr">
              <a:lnSpc>
                <a:spcPct val="100000"/>
              </a:lnSpc>
              <a:defRPr sz="4400">
                <a:solidFill>
                  <a:schemeClr val="bg1"/>
                </a:solidFill>
              </a:defRPr>
            </a:lvl1pPr>
          </a:lstStyle>
          <a:p>
            <a:r>
              <a:rPr lang="en-US"/>
              <a:t>Questions</a:t>
            </a:r>
          </a:p>
        </p:txBody>
      </p:sp>
      <p:sp>
        <p:nvSpPr>
          <p:cNvPr id="4" name="Graphique 10" descr="Atos logo">
            <a:extLst>
              <a:ext uri="{FF2B5EF4-FFF2-40B4-BE49-F238E27FC236}">
                <a16:creationId xmlns:a16="http://schemas.microsoft.com/office/drawing/2014/main" id="{00F5AF71-3625-304B-2633-DA8784159D71}"/>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983756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70"/>
            <a:ext cx="33832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EB50BEC9-5EE0-B57E-CAE5-7C3F4E023F33}"/>
              </a:ext>
            </a:extLst>
          </p:cNvPr>
          <p:cNvSpPr>
            <a:spLocks noGrp="1"/>
          </p:cNvSpPr>
          <p:nvPr>
            <p:ph type="body" sz="quarter" idx="11"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80262933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with QR">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8A606E8-B755-D267-3334-BB72D31CE5DD}"/>
              </a:ext>
              <a:ext uri="{C183D7F6-B498-43B3-948B-1728B52AA6E4}">
                <adec:decorative xmlns:adec="http://schemas.microsoft.com/office/drawing/2017/decorative" val="1"/>
              </a:ext>
            </a:extLst>
          </p:cNvPr>
          <p:cNvGrpSpPr/>
          <p:nvPr userDrawn="1"/>
        </p:nvGrpSpPr>
        <p:grpSpPr>
          <a:xfrm>
            <a:off x="0" y="1"/>
            <a:ext cx="12192000" cy="6857999"/>
            <a:chOff x="0" y="1"/>
            <a:chExt cx="12192000" cy="6857999"/>
          </a:xfrm>
        </p:grpSpPr>
        <p:pic>
          <p:nvPicPr>
            <p:cNvPr id="11" name="Graphic 10">
              <a:extLst>
                <a:ext uri="{FF2B5EF4-FFF2-40B4-BE49-F238E27FC236}">
                  <a16:creationId xmlns:a16="http://schemas.microsoft.com/office/drawing/2014/main" id="{B37E38E8-ADCB-8E97-E61A-DDC65AF315C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flipH="1">
              <a:off x="0" y="3474720"/>
              <a:ext cx="3383280" cy="3383280"/>
            </a:xfrm>
            <a:prstGeom prst="rect">
              <a:avLst/>
            </a:prstGeom>
          </p:spPr>
        </p:pic>
        <p:pic>
          <p:nvPicPr>
            <p:cNvPr id="9" name="Graphic 8">
              <a:extLst>
                <a:ext uri="{FF2B5EF4-FFF2-40B4-BE49-F238E27FC236}">
                  <a16:creationId xmlns:a16="http://schemas.microsoft.com/office/drawing/2014/main" id="{D4E82305-2CFC-B442-7D06-48C49A6D08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6200000">
              <a:off x="8808720" y="1"/>
              <a:ext cx="3383280" cy="3383280"/>
            </a:xfrm>
            <a:prstGeom prst="rect">
              <a:avLst/>
            </a:prstGeom>
          </p:spPr>
        </p:pic>
      </p:grpSp>
      <p:sp>
        <p:nvSpPr>
          <p:cNvPr id="8" name="Title 1">
            <a:extLst>
              <a:ext uri="{FF2B5EF4-FFF2-40B4-BE49-F238E27FC236}">
                <a16:creationId xmlns:a16="http://schemas.microsoft.com/office/drawing/2014/main" id="{499553CC-D1FC-0BF8-65E8-622A9A598473}"/>
              </a:ext>
            </a:extLst>
          </p:cNvPr>
          <p:cNvSpPr>
            <a:spLocks noGrp="1"/>
          </p:cNvSpPr>
          <p:nvPr>
            <p:ph type="title" hasCustomPrompt="1"/>
          </p:nvPr>
        </p:nvSpPr>
        <p:spPr>
          <a:xfrm>
            <a:off x="428625" y="678310"/>
            <a:ext cx="3784561" cy="830997"/>
          </a:xfrm>
        </p:spPr>
        <p:txBody>
          <a:bodyPr wrap="none">
            <a:noAutofit/>
          </a:bodyPr>
          <a:lstStyle>
            <a:lvl1pPr>
              <a:lnSpc>
                <a:spcPct val="100000"/>
              </a:lnSpc>
              <a:defRPr sz="5400">
                <a:solidFill>
                  <a:schemeClr val="accent2"/>
                </a:solidFill>
              </a:defRPr>
            </a:lvl1pPr>
          </a:lstStyle>
          <a:p>
            <a:r>
              <a:rPr lang="en-US"/>
              <a:t>Thank you!</a:t>
            </a:r>
          </a:p>
        </p:txBody>
      </p:sp>
      <p:sp>
        <p:nvSpPr>
          <p:cNvPr id="13" name="Text Placeholder 12">
            <a:extLst>
              <a:ext uri="{FF2B5EF4-FFF2-40B4-BE49-F238E27FC236}">
                <a16:creationId xmlns:a16="http://schemas.microsoft.com/office/drawing/2014/main" id="{F2E6D97E-7A6D-5A28-FF0A-4786C40756EC}"/>
              </a:ext>
            </a:extLst>
          </p:cNvPr>
          <p:cNvSpPr>
            <a:spLocks noGrp="1"/>
          </p:cNvSpPr>
          <p:nvPr>
            <p:ph type="body" sz="quarter" idx="10" hasCustomPrompt="1"/>
          </p:nvPr>
        </p:nvSpPr>
        <p:spPr>
          <a:xfrm>
            <a:off x="428624" y="1691640"/>
            <a:ext cx="3784561" cy="1190456"/>
          </a:xfrm>
        </p:spPr>
        <p:txBody>
          <a:bodyPr wrap="none"/>
          <a:lstStyle>
            <a:lvl1pPr marL="0" indent="0">
              <a:spcAft>
                <a:spcPts val="0"/>
              </a:spcAft>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For more information please contact:</a:t>
            </a:r>
            <a:br>
              <a:rPr lang="en-US"/>
            </a:br>
            <a:r>
              <a:rPr lang="en-US"/>
              <a:t>T+ 33 1 98765432</a:t>
            </a:r>
            <a:br>
              <a:rPr lang="en-US"/>
            </a:br>
            <a:r>
              <a:rPr lang="en-US"/>
              <a:t>M+ 33 6 44445678</a:t>
            </a:r>
            <a:br>
              <a:rPr lang="en-US"/>
            </a:br>
            <a:r>
              <a:rPr lang="en-US"/>
              <a:t>firstname.lastname@atos.net</a:t>
            </a:r>
          </a:p>
        </p:txBody>
      </p:sp>
      <p:sp>
        <p:nvSpPr>
          <p:cNvPr id="3" name="AddNotifier#1">
            <a:extLst>
              <a:ext uri="{FF2B5EF4-FFF2-40B4-BE49-F238E27FC236}">
                <a16:creationId xmlns:a16="http://schemas.microsoft.com/office/drawing/2014/main" id="{DEB32E4C-FD35-01ED-4923-78A44A2BBA63}"/>
              </a:ext>
            </a:extLst>
          </p:cNvPr>
          <p:cNvSpPr txBox="1">
            <a:spLocks noChangeArrowheads="1"/>
          </p:cNvSpPr>
          <p:nvPr userDrawn="1"/>
        </p:nvSpPr>
        <p:spPr bwMode="invGray">
          <a:xfrm>
            <a:off x="3511965" y="5580669"/>
            <a:ext cx="338328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r>
              <a:rPr lang="en-US" sz="800" kern="1200" baseline="0">
                <a:solidFill>
                  <a:schemeClr val="bg1"/>
                </a:solidFill>
                <a:latin typeface="+mn-lt"/>
                <a:ea typeface="Verdana" pitchFamily="34" charset="0"/>
                <a:cs typeface="Verdana" pitchFamily="34" charset="0"/>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800" baseline="0">
              <a:solidFill>
                <a:schemeClr val="bg1"/>
              </a:solidFill>
              <a:latin typeface="+mn-lt"/>
              <a:ea typeface="Verdana" pitchFamily="34" charset="0"/>
              <a:cs typeface="Verdana" pitchFamily="34" charset="0"/>
            </a:endParaRPr>
          </a:p>
        </p:txBody>
      </p:sp>
      <p:sp>
        <p:nvSpPr>
          <p:cNvPr id="4" name="Text Placeholder 12">
            <a:extLst>
              <a:ext uri="{FF2B5EF4-FFF2-40B4-BE49-F238E27FC236}">
                <a16:creationId xmlns:a16="http://schemas.microsoft.com/office/drawing/2014/main" id="{6781CC69-B03E-7287-C774-E4C42AD5B4B1}"/>
              </a:ext>
            </a:extLst>
          </p:cNvPr>
          <p:cNvSpPr>
            <a:spLocks noGrp="1"/>
          </p:cNvSpPr>
          <p:nvPr>
            <p:ph type="body" sz="quarter" idx="12" hasCustomPrompt="1"/>
          </p:nvPr>
        </p:nvSpPr>
        <p:spPr>
          <a:xfrm>
            <a:off x="3511965" y="6316314"/>
            <a:ext cx="2560320" cy="92333"/>
          </a:xfrm>
        </p:spPr>
        <p:txBody>
          <a:bodyPr wrap="none" anchor="ctr">
            <a:noAutofit/>
          </a:bodyPr>
          <a:lstStyle>
            <a:lvl1pPr marL="0" indent="0">
              <a:spcAft>
                <a:spcPts val="0"/>
              </a:spcAft>
              <a:buNone/>
              <a:defRPr sz="600">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Job Number-Designer-BP</a:t>
            </a:r>
          </a:p>
        </p:txBody>
      </p:sp>
      <p:sp>
        <p:nvSpPr>
          <p:cNvPr id="5" name="Graphique 10" descr="Atos logo">
            <a:extLst>
              <a:ext uri="{FF2B5EF4-FFF2-40B4-BE49-F238E27FC236}">
                <a16:creationId xmlns:a16="http://schemas.microsoft.com/office/drawing/2014/main" id="{19A80A2F-D5E3-6F7F-C1EB-15EBCE6C6CAC}"/>
              </a:ext>
            </a:extLst>
          </p:cNvPr>
          <p:cNvSpPr>
            <a:spLocks noChangeAspect="1"/>
          </p:cNvSpPr>
          <p:nvPr userDrawn="1"/>
        </p:nvSpPr>
        <p:spPr>
          <a:xfrm>
            <a:off x="9848292" y="5921362"/>
            <a:ext cx="1920640" cy="587312"/>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bg1"/>
          </a:solidFill>
          <a:ln w="5690"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8296AC93-851F-8873-EB9F-A167B6F3D50B}"/>
              </a:ext>
              <a:ext uri="{C183D7F6-B498-43B3-948B-1728B52AA6E4}">
                <adec:decorative xmlns:adec="http://schemas.microsoft.com/office/drawing/2017/decorative" val="1"/>
              </a:ext>
            </a:extLst>
          </p:cNvPr>
          <p:cNvSpPr/>
          <p:nvPr userDrawn="1"/>
        </p:nvSpPr>
        <p:spPr>
          <a:xfrm>
            <a:off x="4967288" y="678310"/>
            <a:ext cx="2194560" cy="219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664728D3-787C-00B9-69B8-1EF2872881D8}"/>
              </a:ext>
              <a:ext uri="{C183D7F6-B498-43B3-948B-1728B52AA6E4}">
                <adec:decorative xmlns:adec="http://schemas.microsoft.com/office/drawing/2017/decorative" val="1"/>
              </a:ext>
            </a:extLst>
          </p:cNvPr>
          <p:cNvSpPr>
            <a:spLocks noGrp="1"/>
          </p:cNvSpPr>
          <p:nvPr>
            <p:ph type="pic" sz="quarter" idx="11" hasCustomPrompt="1"/>
          </p:nvPr>
        </p:nvSpPr>
        <p:spPr>
          <a:xfrm>
            <a:off x="5035868" y="746890"/>
            <a:ext cx="2057400" cy="2057400"/>
          </a:xfrm>
        </p:spPr>
        <p:txBody>
          <a:bodyPr tIns="1097280" bIns="0" anchor="ctr"/>
          <a:lstStyle>
            <a:lvl1pPr marL="0" indent="0" algn="ctr">
              <a:buNone/>
              <a:defRPr sz="1400">
                <a:solidFill>
                  <a:schemeClr val="accent3"/>
                </a:solidFill>
              </a:defRPr>
            </a:lvl1pPr>
          </a:lstStyle>
          <a:p>
            <a:r>
              <a:rPr lang="en-US" noProof="0"/>
              <a:t>Click icon to add QR Code</a:t>
            </a:r>
            <a:endParaRPr lang="en-US"/>
          </a:p>
        </p:txBody>
      </p:sp>
    </p:spTree>
    <p:extLst>
      <p:ext uri="{BB962C8B-B14F-4D97-AF65-F5344CB8AC3E}">
        <p14:creationId xmlns:p14="http://schemas.microsoft.com/office/powerpoint/2010/main" val="41205864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11/8/2025</a:t>
            </a:r>
          </a:p>
        </p:txBody>
      </p:sp>
      <p:sp>
        <p:nvSpPr>
          <p:cNvPr id="6" name="Espace réservé du numéro de diapositive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‹N°›</a:t>
            </a:fld>
            <a:endParaRPr lang="en-US"/>
          </a:p>
        </p:txBody>
      </p:sp>
      <p:cxnSp>
        <p:nvCxnSpPr>
          <p:cNvPr id="15" name="Connecteur droit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9698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01F8-4569-D994-7D8E-BEBB0E6ACA50}"/>
              </a:ext>
            </a:extLst>
          </p:cNvPr>
          <p:cNvSpPr>
            <a:spLocks noGrp="1"/>
          </p:cNvSpPr>
          <p:nvPr>
            <p:ph type="title" hasCustomPrompt="1"/>
          </p:nvPr>
        </p:nvSpPr>
        <p:spPr>
          <a:xfrm>
            <a:off x="428624" y="291451"/>
            <a:ext cx="11337925" cy="912315"/>
          </a:xfrm>
        </p:spPr>
        <p:txBody>
          <a:bodyPr/>
          <a:lstStyle>
            <a:lvl1pPr>
              <a:lnSpc>
                <a:spcPct val="100000"/>
              </a:lnSpc>
              <a:defRPr/>
            </a:lvl1pPr>
          </a:lstStyle>
          <a:p>
            <a:r>
              <a:rPr lang="en-US"/>
              <a:t>Title</a:t>
            </a:r>
          </a:p>
        </p:txBody>
      </p:sp>
      <p:sp>
        <p:nvSpPr>
          <p:cNvPr id="4" name="Text Placeholder 7">
            <a:extLst>
              <a:ext uri="{FF2B5EF4-FFF2-40B4-BE49-F238E27FC236}">
                <a16:creationId xmlns:a16="http://schemas.microsoft.com/office/drawing/2014/main" id="{F0FEDF7D-16CB-CED7-A7AF-90CBDF7D6705}"/>
              </a:ext>
            </a:extLst>
          </p:cNvPr>
          <p:cNvSpPr>
            <a:spLocks noGrp="1"/>
          </p:cNvSpPr>
          <p:nvPr>
            <p:ph type="body" sz="quarter" idx="10" hasCustomPrompt="1"/>
          </p:nvPr>
        </p:nvSpPr>
        <p:spPr>
          <a:xfrm>
            <a:off x="428625" y="709990"/>
            <a:ext cx="11337925" cy="493776"/>
          </a:xfrm>
        </p:spPr>
        <p:txBody>
          <a:bodyPr/>
          <a:lstStyle>
            <a:lvl1pPr marL="0" indent="0">
              <a:spcAft>
                <a:spcPts val="0"/>
              </a:spcAft>
              <a:buNone/>
              <a:defRPr sz="1800">
                <a:solidFill>
                  <a:schemeClr val="accent3"/>
                </a:solidFill>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Subtitle</a:t>
            </a:r>
          </a:p>
        </p:txBody>
      </p:sp>
      <p:sp>
        <p:nvSpPr>
          <p:cNvPr id="3" name="Slide Number Placeholder 5">
            <a:extLst>
              <a:ext uri="{FF2B5EF4-FFF2-40B4-BE49-F238E27FC236}">
                <a16:creationId xmlns:a16="http://schemas.microsoft.com/office/drawing/2014/main" id="{835715C9-752F-27C5-8AC2-5672C84C6123}"/>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Tree>
    <p:extLst>
      <p:ext uri="{BB962C8B-B14F-4D97-AF65-F5344CB8AC3E}">
        <p14:creationId xmlns:p14="http://schemas.microsoft.com/office/powerpoint/2010/main" val="427869490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F9D3E5-713E-2458-85D8-863C02E33FC9}"/>
              </a:ext>
            </a:extLst>
          </p:cNvPr>
          <p:cNvSpPr>
            <a:spLocks noGrp="1"/>
          </p:cNvSpPr>
          <p:nvPr>
            <p:ph type="title"/>
          </p:nvPr>
        </p:nvSpPr>
        <p:spPr>
          <a:xfrm>
            <a:off x="428624" y="291452"/>
            <a:ext cx="11337925" cy="796568"/>
          </a:xfrm>
          <a:prstGeom prst="rect">
            <a:avLst/>
          </a:prstGeom>
        </p:spPr>
        <p:txBody>
          <a:bodyPr vert="horz" lIns="0" tIns="0" rIns="0" bIns="0" rtlCol="0" anchor="t">
            <a:noAutofit/>
          </a:bodyPr>
          <a:lstStyle/>
          <a:p>
            <a:r>
              <a:rPr lang="en-US"/>
              <a:t>Title</a:t>
            </a:r>
          </a:p>
        </p:txBody>
      </p:sp>
      <p:sp>
        <p:nvSpPr>
          <p:cNvPr id="3" name="Text Placeholder 2">
            <a:extLst>
              <a:ext uri="{FF2B5EF4-FFF2-40B4-BE49-F238E27FC236}">
                <a16:creationId xmlns:a16="http://schemas.microsoft.com/office/drawing/2014/main" id="{F4BE1C79-616F-D7C0-02B1-92ECF462DD0D}"/>
              </a:ext>
            </a:extLst>
          </p:cNvPr>
          <p:cNvSpPr>
            <a:spLocks noGrp="1"/>
          </p:cNvSpPr>
          <p:nvPr>
            <p:ph type="body" idx="1"/>
          </p:nvPr>
        </p:nvSpPr>
        <p:spPr>
          <a:xfrm>
            <a:off x="428624" y="1446212"/>
            <a:ext cx="11337926" cy="4630737"/>
          </a:xfrm>
          <a:prstGeom prst="rect">
            <a:avLst/>
          </a:prstGeom>
        </p:spPr>
        <p:txBody>
          <a:bodyPr vert="horz" lIns="0" tIns="0" rIns="0" bIns="0" rtlCol="0">
            <a:noAutofit/>
          </a:bodyPr>
          <a:lstStyle/>
          <a:p>
            <a:pPr lvl="0"/>
            <a:r>
              <a:rPr lang="en-US"/>
              <a:t>Level 01</a:t>
            </a:r>
          </a:p>
          <a:p>
            <a:pPr lvl="1"/>
            <a:r>
              <a:rPr lang="en-US"/>
              <a:t>Level 02</a:t>
            </a:r>
          </a:p>
          <a:p>
            <a:pPr lvl="2"/>
            <a:r>
              <a:rPr lang="en-US"/>
              <a:t>Level 03</a:t>
            </a:r>
          </a:p>
          <a:p>
            <a:pPr lvl="3"/>
            <a:r>
              <a:rPr lang="en-US"/>
              <a:t>Level 04</a:t>
            </a:r>
          </a:p>
          <a:p>
            <a:pPr marL="1143000" marR="0" lvl="4"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05</a:t>
            </a:r>
          </a:p>
          <a:p>
            <a:pPr marL="1371600" marR="0" lvl="0" indent="-228600" algn="l" defTabSz="914400" rtl="0" eaLnBrk="1" fontAlgn="auto" latinLnBrk="0" hangingPunct="1">
              <a:lnSpc>
                <a:spcPct val="100000"/>
              </a:lnSpc>
              <a:spcBef>
                <a:spcPts val="0"/>
              </a:spcBef>
              <a:spcAft>
                <a:spcPts val="600"/>
              </a:spcAft>
              <a:buClr>
                <a:schemeClr val="accent3"/>
              </a:buClr>
              <a:buSzTx/>
              <a:buFont typeface="Arial" panose="020B0604020202020204" pitchFamily="34" charset="0"/>
              <a:buChar char="•"/>
              <a:tabLst/>
              <a:defRPr/>
            </a:pPr>
            <a:r>
              <a:rPr lang="en-US"/>
              <a:t>Level 06</a:t>
            </a:r>
          </a:p>
        </p:txBody>
      </p:sp>
      <p:sp>
        <p:nvSpPr>
          <p:cNvPr id="6" name="Slide Number Placeholder 5">
            <a:extLst>
              <a:ext uri="{FF2B5EF4-FFF2-40B4-BE49-F238E27FC236}">
                <a16:creationId xmlns:a16="http://schemas.microsoft.com/office/drawing/2014/main" id="{9F567185-ACB9-908F-2962-5980CB3C095C}"/>
              </a:ext>
            </a:extLst>
          </p:cNvPr>
          <p:cNvSpPr>
            <a:spLocks noGrp="1"/>
          </p:cNvSpPr>
          <p:nvPr>
            <p:ph type="sldNum" sz="quarter" idx="4"/>
          </p:nvPr>
        </p:nvSpPr>
        <p:spPr>
          <a:xfrm>
            <a:off x="428625" y="6420355"/>
            <a:ext cx="161904" cy="153888"/>
          </a:xfrm>
          <a:prstGeom prst="rect">
            <a:avLst/>
          </a:prstGeom>
        </p:spPr>
        <p:txBody>
          <a:bodyPr vert="horz" wrap="none" lIns="0" tIns="0" rIns="0" bIns="0" rtlCol="0" anchor="ctr">
            <a:spAutoFit/>
          </a:bodyPr>
          <a:lstStyle>
            <a:lvl1pPr algn="l">
              <a:defRPr sz="1000">
                <a:solidFill>
                  <a:schemeClr val="accent3"/>
                </a:solidFill>
                <a:latin typeface="+mn-lt"/>
                <a:ea typeface="Verdana" pitchFamily="34" charset="0"/>
                <a:cs typeface="Raleway Medium" pitchFamily="2" charset="0"/>
              </a:defRPr>
            </a:lvl1pPr>
          </a:lstStyle>
          <a:p>
            <a:fld id="{DAF489CC-3B7A-4DA5-A8C0-4984788D0EC5}" type="slidenum">
              <a:rPr lang="nl-NL" smtClean="0"/>
              <a:pPr/>
              <a:t>‹N°›</a:t>
            </a:fld>
            <a:endParaRPr lang="nl-NL"/>
          </a:p>
        </p:txBody>
      </p:sp>
      <p:sp>
        <p:nvSpPr>
          <p:cNvPr id="7" name="AddCustomFooter#1">
            <a:extLst>
              <a:ext uri="{FF2B5EF4-FFF2-40B4-BE49-F238E27FC236}">
                <a16:creationId xmlns:a16="http://schemas.microsoft.com/office/drawing/2014/main" id="{E00FAE01-94EC-1357-62EB-1169EE36702E}"/>
              </a:ext>
            </a:extLst>
          </p:cNvPr>
          <p:cNvSpPr txBox="1"/>
          <p:nvPr userDrawn="1"/>
        </p:nvSpPr>
        <p:spPr bwMode="gray">
          <a:xfrm>
            <a:off x="428625" y="6420355"/>
            <a:ext cx="5317481" cy="153888"/>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274320" algn="l"/>
                <a:tab pos="411480" algn="l"/>
              </a:tabLst>
              <a:defRPr/>
            </a:pP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	14/10/2026 | Orientation </a:t>
            </a:r>
            <a:r>
              <a:rPr kumimoji="0" lang="en-US" sz="1000" b="0" i="0" u="none" strike="noStrike" kern="1200" cap="none" spc="0" normalizeH="0" baseline="0" noProof="0" dirty="0" err="1">
                <a:ln>
                  <a:noFill/>
                </a:ln>
                <a:solidFill>
                  <a:schemeClr val="accent3"/>
                </a:solidFill>
                <a:effectLst/>
                <a:uLnTx/>
                <a:uFillTx/>
                <a:latin typeface="+mn-lt"/>
                <a:ea typeface="Verdana" pitchFamily="34" charset="0"/>
                <a:cs typeface="Verdana" pitchFamily="34" charset="0"/>
              </a:rPr>
              <a:t>multimodale</a:t>
            </a:r>
            <a:r>
              <a:rPr kumimoji="0" lang="en-US" sz="1000" b="0" i="0" u="none" strike="noStrike" kern="1200" cap="none" spc="0" normalizeH="0" baseline="0" noProof="0" dirty="0">
                <a:ln>
                  <a:noFill/>
                </a:ln>
                <a:solidFill>
                  <a:schemeClr val="accent3"/>
                </a:solidFill>
                <a:effectLst/>
                <a:uLnTx/>
                <a:uFillTx/>
                <a:latin typeface="+mn-lt"/>
                <a:ea typeface="Verdana" pitchFamily="34" charset="0"/>
                <a:cs typeface="Verdana" pitchFamily="34" charset="0"/>
              </a:rPr>
              <a:t> | Certification CISIA | © Atos - for internal use</a:t>
            </a:r>
            <a:endParaRPr lang="nl-NL" sz="900" baseline="0" dirty="0">
              <a:solidFill>
                <a:schemeClr val="accent3"/>
              </a:solidFill>
              <a:latin typeface="+mn-lt"/>
              <a:ea typeface="Verdana" pitchFamily="34" charset="0"/>
              <a:cs typeface="Verdana" pitchFamily="34" charset="0"/>
            </a:endParaRPr>
          </a:p>
        </p:txBody>
      </p:sp>
      <p:sp>
        <p:nvSpPr>
          <p:cNvPr id="5" name="Graphique 10" descr="Atos logo">
            <a:extLst>
              <a:ext uri="{FF2B5EF4-FFF2-40B4-BE49-F238E27FC236}">
                <a16:creationId xmlns:a16="http://schemas.microsoft.com/office/drawing/2014/main" id="{1C95FD47-5D5D-CF7D-07B8-ABFE4BCD951D}"/>
              </a:ext>
            </a:extLst>
          </p:cNvPr>
          <p:cNvSpPr>
            <a:spLocks noChangeAspect="1"/>
          </p:cNvSpPr>
          <p:nvPr userDrawn="1"/>
        </p:nvSpPr>
        <p:spPr>
          <a:xfrm>
            <a:off x="10944224" y="6309897"/>
            <a:ext cx="819151" cy="250488"/>
          </a:xfrm>
          <a:custGeom>
            <a:avLst/>
            <a:gdLst>
              <a:gd name="connsiteX0" fmla="*/ 4187367 w 5964662"/>
              <a:gd name="connsiteY0" fmla="*/ 1039710 h 1823933"/>
              <a:gd name="connsiteX1" fmla="*/ 3832431 w 5964662"/>
              <a:gd name="connsiteY1" fmla="*/ 574448 h 1823933"/>
              <a:gd name="connsiteX2" fmla="*/ 3809216 w 5964662"/>
              <a:gd name="connsiteY2" fmla="*/ 721945 h 1823933"/>
              <a:gd name="connsiteX3" fmla="*/ 4164152 w 5964662"/>
              <a:gd name="connsiteY3" fmla="*/ 1187094 h 1823933"/>
              <a:gd name="connsiteX4" fmla="*/ 4187367 w 5964662"/>
              <a:gd name="connsiteY4" fmla="*/ 1039710 h 1823933"/>
              <a:gd name="connsiteX5" fmla="*/ 4541506 w 5964662"/>
              <a:gd name="connsiteY5" fmla="*/ 1039710 h 1823933"/>
              <a:gd name="connsiteX6" fmla="*/ 3703839 w 5964662"/>
              <a:gd name="connsiteY6" fmla="*/ 1823933 h 1823933"/>
              <a:gd name="connsiteX7" fmla="*/ 3123868 w 5964662"/>
              <a:gd name="connsiteY7" fmla="*/ 1605164 h 1823933"/>
              <a:gd name="connsiteX8" fmla="*/ 2607339 w 5964662"/>
              <a:gd name="connsiteY8" fmla="*/ 1822112 h 1823933"/>
              <a:gd name="connsiteX9" fmla="*/ 2055020 w 5964662"/>
              <a:gd name="connsiteY9" fmla="*/ 1321669 h 1823933"/>
              <a:gd name="connsiteX10" fmla="*/ 2055020 w 5964662"/>
              <a:gd name="connsiteY10" fmla="*/ 588566 h 1823933"/>
              <a:gd name="connsiteX11" fmla="*/ 1770469 w 5964662"/>
              <a:gd name="connsiteY11" fmla="*/ 588566 h 1823933"/>
              <a:gd name="connsiteX12" fmla="*/ 1770469 w 5964662"/>
              <a:gd name="connsiteY12" fmla="*/ 310820 h 1823933"/>
              <a:gd name="connsiteX13" fmla="*/ 2055020 w 5964662"/>
              <a:gd name="connsiteY13" fmla="*/ 310820 h 1823933"/>
              <a:gd name="connsiteX14" fmla="*/ 2055020 w 5964662"/>
              <a:gd name="connsiteY14" fmla="*/ 10873 h 1823933"/>
              <a:gd name="connsiteX15" fmla="*/ 2442616 w 5964662"/>
              <a:gd name="connsiteY15" fmla="*/ 10873 h 1823933"/>
              <a:gd name="connsiteX16" fmla="*/ 2442616 w 5964662"/>
              <a:gd name="connsiteY16" fmla="*/ 310820 h 1823933"/>
              <a:gd name="connsiteX17" fmla="*/ 2874309 w 5964662"/>
              <a:gd name="connsiteY17" fmla="*/ 310820 h 1823933"/>
              <a:gd name="connsiteX18" fmla="*/ 2874309 w 5964662"/>
              <a:gd name="connsiteY18" fmla="*/ 588566 h 1823933"/>
              <a:gd name="connsiteX19" fmla="*/ 2442616 w 5964662"/>
              <a:gd name="connsiteY19" fmla="*/ 588566 h 1823933"/>
              <a:gd name="connsiteX20" fmla="*/ 2442616 w 5964662"/>
              <a:gd name="connsiteY20" fmla="*/ 1285976 h 1823933"/>
              <a:gd name="connsiteX21" fmla="*/ 2680511 w 5964662"/>
              <a:gd name="connsiteY21" fmla="*/ 1539584 h 1823933"/>
              <a:gd name="connsiteX22" fmla="*/ 2969159 w 5964662"/>
              <a:gd name="connsiteY22" fmla="*/ 1416736 h 1823933"/>
              <a:gd name="connsiteX23" fmla="*/ 2866172 w 5964662"/>
              <a:gd name="connsiteY23" fmla="*/ 1039710 h 1823933"/>
              <a:gd name="connsiteX24" fmla="*/ 3444494 w 5964662"/>
              <a:gd name="connsiteY24" fmla="*/ 294027 h 1823933"/>
              <a:gd name="connsiteX25" fmla="*/ 3327964 w 5964662"/>
              <a:gd name="connsiteY25" fmla="*/ 736348 h 1823933"/>
              <a:gd name="connsiteX26" fmla="*/ 3220368 w 5964662"/>
              <a:gd name="connsiteY26" fmla="*/ 1039710 h 1823933"/>
              <a:gd name="connsiteX27" fmla="*/ 3703782 w 5964662"/>
              <a:gd name="connsiteY27" fmla="*/ 1522677 h 1823933"/>
              <a:gd name="connsiteX28" fmla="*/ 3966485 w 5964662"/>
              <a:gd name="connsiteY28" fmla="*/ 1444630 h 1823933"/>
              <a:gd name="connsiteX29" fmla="*/ 3454735 w 5964662"/>
              <a:gd name="connsiteY29" fmla="*/ 722002 h 1823933"/>
              <a:gd name="connsiteX30" fmla="*/ 3615930 w 5964662"/>
              <a:gd name="connsiteY30" fmla="*/ 259643 h 1823933"/>
              <a:gd name="connsiteX31" fmla="*/ 3703782 w 5964662"/>
              <a:gd name="connsiteY31" fmla="*/ 255317 h 1823933"/>
              <a:gd name="connsiteX32" fmla="*/ 4029699 w 5964662"/>
              <a:gd name="connsiteY32" fmla="*/ 316968 h 1823933"/>
              <a:gd name="connsiteX33" fmla="*/ 4029472 w 5964662"/>
              <a:gd name="connsiteY33" fmla="*/ 317196 h 1823933"/>
              <a:gd name="connsiteX34" fmla="*/ 4541449 w 5964662"/>
              <a:gd name="connsiteY34" fmla="*/ 1039710 h 1823933"/>
              <a:gd name="connsiteX35" fmla="*/ 1240284 w 5964662"/>
              <a:gd name="connsiteY35" fmla="*/ 1050470 h 1823933"/>
              <a:gd name="connsiteX36" fmla="*/ 977012 w 5964662"/>
              <a:gd name="connsiteY36" fmla="*/ 355451 h 1823933"/>
              <a:gd name="connsiteX37" fmla="*/ 714310 w 5964662"/>
              <a:gd name="connsiteY37" fmla="*/ 1050470 h 1823933"/>
              <a:gd name="connsiteX38" fmla="*/ 1240341 w 5964662"/>
              <a:gd name="connsiteY38" fmla="*/ 1050470 h 1823933"/>
              <a:gd name="connsiteX39" fmla="*/ 1861336 w 5964662"/>
              <a:gd name="connsiteY39" fmla="*/ 1568958 h 1823933"/>
              <a:gd name="connsiteX40" fmla="*/ 2012403 w 5964662"/>
              <a:gd name="connsiteY40" fmla="*/ 1568958 h 1823933"/>
              <a:gd name="connsiteX41" fmla="*/ 2012403 w 5964662"/>
              <a:gd name="connsiteY41" fmla="*/ 1790916 h 1823933"/>
              <a:gd name="connsiteX42" fmla="*/ 1287681 w 5964662"/>
              <a:gd name="connsiteY42" fmla="*/ 1790916 h 1823933"/>
              <a:gd name="connsiteX43" fmla="*/ 1287681 w 5964662"/>
              <a:gd name="connsiteY43" fmla="*/ 1568958 h 1823933"/>
              <a:gd name="connsiteX44" fmla="*/ 1436699 w 5964662"/>
              <a:gd name="connsiteY44" fmla="*/ 1568958 h 1823933"/>
              <a:gd name="connsiteX45" fmla="*/ 1344466 w 5964662"/>
              <a:gd name="connsiteY45" fmla="*/ 1325369 h 1823933"/>
              <a:gd name="connsiteX46" fmla="*/ 610298 w 5964662"/>
              <a:gd name="connsiteY46" fmla="*/ 1325369 h 1823933"/>
              <a:gd name="connsiteX47" fmla="*/ 518293 w 5964662"/>
              <a:gd name="connsiteY47" fmla="*/ 1568958 h 1823933"/>
              <a:gd name="connsiteX48" fmla="*/ 677325 w 5964662"/>
              <a:gd name="connsiteY48" fmla="*/ 1568958 h 1823933"/>
              <a:gd name="connsiteX49" fmla="*/ 677325 w 5964662"/>
              <a:gd name="connsiteY49" fmla="*/ 1790916 h 1823933"/>
              <a:gd name="connsiteX50" fmla="*/ 0 w 5964662"/>
              <a:gd name="connsiteY50" fmla="*/ 1790916 h 1823933"/>
              <a:gd name="connsiteX51" fmla="*/ 0 w 5964662"/>
              <a:gd name="connsiteY51" fmla="*/ 1568958 h 1823933"/>
              <a:gd name="connsiteX52" fmla="*/ 161366 w 5964662"/>
              <a:gd name="connsiteY52" fmla="*/ 1568958 h 1823933"/>
              <a:gd name="connsiteX53" fmla="*/ 666344 w 5964662"/>
              <a:gd name="connsiteY53" fmla="*/ 233286 h 1823933"/>
              <a:gd name="connsiteX54" fmla="*/ 463727 w 5964662"/>
              <a:gd name="connsiteY54" fmla="*/ 233286 h 1823933"/>
              <a:gd name="connsiteX55" fmla="*/ 463727 w 5964662"/>
              <a:gd name="connsiteY55" fmla="*/ 11499 h 1823933"/>
              <a:gd name="connsiteX56" fmla="*/ 1271123 w 5964662"/>
              <a:gd name="connsiteY56" fmla="*/ 11499 h 1823933"/>
              <a:gd name="connsiteX57" fmla="*/ 1861279 w 5964662"/>
              <a:gd name="connsiteY57" fmla="*/ 1568958 h 1823933"/>
              <a:gd name="connsiteX58" fmla="*/ 5964663 w 5964662"/>
              <a:gd name="connsiteY58" fmla="*/ 1273509 h 1823933"/>
              <a:gd name="connsiteX59" fmla="*/ 5196527 w 5964662"/>
              <a:gd name="connsiteY59" fmla="*/ 1823023 h 1823933"/>
              <a:gd name="connsiteX60" fmla="*/ 4478860 w 5964662"/>
              <a:gd name="connsiteY60" fmla="*/ 1661465 h 1823933"/>
              <a:gd name="connsiteX61" fmla="*/ 4648647 w 5964662"/>
              <a:gd name="connsiteY61" fmla="*/ 1389184 h 1823933"/>
              <a:gd name="connsiteX62" fmla="*/ 5210581 w 5964662"/>
              <a:gd name="connsiteY62" fmla="*/ 1506453 h 1823933"/>
              <a:gd name="connsiteX63" fmla="*/ 5561021 w 5964662"/>
              <a:gd name="connsiteY63" fmla="*/ 1326450 h 1823933"/>
              <a:gd name="connsiteX64" fmla="*/ 5215190 w 5964662"/>
              <a:gd name="connsiteY64" fmla="*/ 1075233 h 1823933"/>
              <a:gd name="connsiteX65" fmla="*/ 4581051 w 5964662"/>
              <a:gd name="connsiteY65" fmla="*/ 520652 h 1823933"/>
              <a:gd name="connsiteX66" fmla="*/ 5327963 w 5964662"/>
              <a:gd name="connsiteY66" fmla="*/ 0 h 1823933"/>
              <a:gd name="connsiteX67" fmla="*/ 5864407 w 5964662"/>
              <a:gd name="connsiteY67" fmla="*/ 69166 h 1823933"/>
              <a:gd name="connsiteX68" fmla="*/ 5843411 w 5964662"/>
              <a:gd name="connsiteY68" fmla="*/ 557313 h 1823933"/>
              <a:gd name="connsiteX69" fmla="*/ 5546399 w 5964662"/>
              <a:gd name="connsiteY69" fmla="*/ 552246 h 1823933"/>
              <a:gd name="connsiteX70" fmla="*/ 5547821 w 5964662"/>
              <a:gd name="connsiteY70" fmla="*/ 309511 h 1823933"/>
              <a:gd name="connsiteX71" fmla="*/ 5353511 w 5964662"/>
              <a:gd name="connsiteY71" fmla="*/ 292888 h 1823933"/>
              <a:gd name="connsiteX72" fmla="*/ 4972345 w 5964662"/>
              <a:gd name="connsiteY72" fmla="*/ 488602 h 1823933"/>
              <a:gd name="connsiteX73" fmla="*/ 5376612 w 5964662"/>
              <a:gd name="connsiteY73" fmla="*/ 752629 h 1823933"/>
              <a:gd name="connsiteX74" fmla="*/ 5964492 w 5964662"/>
              <a:gd name="connsiteY74" fmla="*/ 1273395 h 1823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964662" h="1823933">
                <a:moveTo>
                  <a:pt x="4187367" y="1039710"/>
                </a:moveTo>
                <a:cubicBezTo>
                  <a:pt x="4187367" y="817411"/>
                  <a:pt x="4036983" y="630749"/>
                  <a:pt x="3832431" y="574448"/>
                </a:cubicBezTo>
                <a:cubicBezTo>
                  <a:pt x="3817409" y="620900"/>
                  <a:pt x="3809216" y="670483"/>
                  <a:pt x="3809216" y="721945"/>
                </a:cubicBezTo>
                <a:cubicBezTo>
                  <a:pt x="3809216" y="944244"/>
                  <a:pt x="3959714" y="1130907"/>
                  <a:pt x="4164152" y="1187094"/>
                </a:cubicBezTo>
                <a:cubicBezTo>
                  <a:pt x="4179287" y="1140642"/>
                  <a:pt x="4187367" y="1091058"/>
                  <a:pt x="4187367" y="1039710"/>
                </a:cubicBezTo>
                <a:moveTo>
                  <a:pt x="4541506" y="1039710"/>
                </a:moveTo>
                <a:cubicBezTo>
                  <a:pt x="4541506" y="1475029"/>
                  <a:pt x="4160112" y="1823933"/>
                  <a:pt x="3703839" y="1823933"/>
                </a:cubicBezTo>
                <a:cubicBezTo>
                  <a:pt x="3478746" y="1823933"/>
                  <a:pt x="3274365" y="1740536"/>
                  <a:pt x="3123868" y="1605164"/>
                </a:cubicBezTo>
                <a:cubicBezTo>
                  <a:pt x="3020938" y="1721579"/>
                  <a:pt x="2835276" y="1822112"/>
                  <a:pt x="2607339" y="1822112"/>
                </a:cubicBezTo>
                <a:cubicBezTo>
                  <a:pt x="2335305" y="1822112"/>
                  <a:pt x="2055020" y="1698410"/>
                  <a:pt x="2055020" y="1321669"/>
                </a:cubicBezTo>
                <a:lnTo>
                  <a:pt x="2055020" y="588566"/>
                </a:lnTo>
                <a:lnTo>
                  <a:pt x="1770469" y="588566"/>
                </a:lnTo>
                <a:lnTo>
                  <a:pt x="1770469" y="310820"/>
                </a:lnTo>
                <a:lnTo>
                  <a:pt x="2055020" y="310820"/>
                </a:lnTo>
                <a:lnTo>
                  <a:pt x="2055020" y="10873"/>
                </a:lnTo>
                <a:lnTo>
                  <a:pt x="2442616" y="10873"/>
                </a:lnTo>
                <a:lnTo>
                  <a:pt x="2442616" y="310820"/>
                </a:lnTo>
                <a:lnTo>
                  <a:pt x="2874309" y="310820"/>
                </a:lnTo>
                <a:lnTo>
                  <a:pt x="2874309" y="588566"/>
                </a:lnTo>
                <a:lnTo>
                  <a:pt x="2442616" y="588566"/>
                </a:lnTo>
                <a:lnTo>
                  <a:pt x="2442616" y="1285976"/>
                </a:lnTo>
                <a:cubicBezTo>
                  <a:pt x="2442616" y="1437970"/>
                  <a:pt x="2542246" y="1539584"/>
                  <a:pt x="2680511" y="1539584"/>
                </a:cubicBezTo>
                <a:cubicBezTo>
                  <a:pt x="2782588" y="1539584"/>
                  <a:pt x="2889785" y="1495068"/>
                  <a:pt x="2969159" y="1416736"/>
                </a:cubicBezTo>
                <a:cubicBezTo>
                  <a:pt x="2903668" y="1304648"/>
                  <a:pt x="2866172" y="1176392"/>
                  <a:pt x="2866172" y="1039710"/>
                </a:cubicBezTo>
                <a:cubicBezTo>
                  <a:pt x="2866172" y="695930"/>
                  <a:pt x="3106798" y="395983"/>
                  <a:pt x="3444494" y="294027"/>
                </a:cubicBezTo>
                <a:cubicBezTo>
                  <a:pt x="3374621" y="391542"/>
                  <a:pt x="3328192" y="613841"/>
                  <a:pt x="3327964" y="736348"/>
                </a:cubicBezTo>
                <a:cubicBezTo>
                  <a:pt x="3260880" y="819176"/>
                  <a:pt x="3220368" y="924832"/>
                  <a:pt x="3220368" y="1039710"/>
                </a:cubicBezTo>
                <a:cubicBezTo>
                  <a:pt x="3220368" y="1306412"/>
                  <a:pt x="3436983" y="1522677"/>
                  <a:pt x="3703782" y="1522677"/>
                </a:cubicBezTo>
                <a:cubicBezTo>
                  <a:pt x="3800795" y="1522677"/>
                  <a:pt x="3890866" y="1493815"/>
                  <a:pt x="3966485" y="1444630"/>
                </a:cubicBezTo>
                <a:cubicBezTo>
                  <a:pt x="3665944" y="1325654"/>
                  <a:pt x="3454735" y="1046940"/>
                  <a:pt x="3454735" y="722002"/>
                </a:cubicBezTo>
                <a:cubicBezTo>
                  <a:pt x="3454735" y="549059"/>
                  <a:pt x="3514707" y="389265"/>
                  <a:pt x="3615930" y="259643"/>
                </a:cubicBezTo>
                <a:cubicBezTo>
                  <a:pt x="3644892" y="256911"/>
                  <a:pt x="3674081" y="255317"/>
                  <a:pt x="3703782" y="255317"/>
                </a:cubicBezTo>
                <a:cubicBezTo>
                  <a:pt x="3819458" y="255317"/>
                  <a:pt x="3929500" y="277177"/>
                  <a:pt x="4029699" y="316968"/>
                </a:cubicBezTo>
                <a:cubicBezTo>
                  <a:pt x="4029699" y="316968"/>
                  <a:pt x="4029472" y="317082"/>
                  <a:pt x="4029472" y="317196"/>
                </a:cubicBezTo>
                <a:cubicBezTo>
                  <a:pt x="4330297" y="436116"/>
                  <a:pt x="4541449" y="714715"/>
                  <a:pt x="4541449" y="1039710"/>
                </a:cubicBezTo>
                <a:moveTo>
                  <a:pt x="1240284" y="1050470"/>
                </a:moveTo>
                <a:lnTo>
                  <a:pt x="977012" y="355451"/>
                </a:lnTo>
                <a:lnTo>
                  <a:pt x="714310" y="1050470"/>
                </a:lnTo>
                <a:lnTo>
                  <a:pt x="1240341" y="1050470"/>
                </a:lnTo>
                <a:close/>
                <a:moveTo>
                  <a:pt x="1861336" y="1568958"/>
                </a:moveTo>
                <a:lnTo>
                  <a:pt x="2012403" y="1568958"/>
                </a:lnTo>
                <a:lnTo>
                  <a:pt x="2012403" y="1790916"/>
                </a:lnTo>
                <a:lnTo>
                  <a:pt x="1287681" y="1790916"/>
                </a:lnTo>
                <a:lnTo>
                  <a:pt x="1287681" y="1568958"/>
                </a:lnTo>
                <a:lnTo>
                  <a:pt x="1436699" y="1568958"/>
                </a:lnTo>
                <a:lnTo>
                  <a:pt x="1344466" y="1325369"/>
                </a:lnTo>
                <a:lnTo>
                  <a:pt x="610298" y="1325369"/>
                </a:lnTo>
                <a:lnTo>
                  <a:pt x="518293" y="1568958"/>
                </a:lnTo>
                <a:lnTo>
                  <a:pt x="677325" y="1568958"/>
                </a:lnTo>
                <a:lnTo>
                  <a:pt x="677325" y="1790916"/>
                </a:lnTo>
                <a:lnTo>
                  <a:pt x="0" y="1790916"/>
                </a:lnTo>
                <a:lnTo>
                  <a:pt x="0" y="1568958"/>
                </a:lnTo>
                <a:lnTo>
                  <a:pt x="161366" y="1568958"/>
                </a:lnTo>
                <a:lnTo>
                  <a:pt x="666344" y="233286"/>
                </a:lnTo>
                <a:lnTo>
                  <a:pt x="463727" y="233286"/>
                </a:lnTo>
                <a:lnTo>
                  <a:pt x="463727" y="11499"/>
                </a:lnTo>
                <a:lnTo>
                  <a:pt x="1271123" y="11499"/>
                </a:lnTo>
                <a:lnTo>
                  <a:pt x="1861279" y="1568958"/>
                </a:lnTo>
                <a:close/>
                <a:moveTo>
                  <a:pt x="5964663" y="1273509"/>
                </a:moveTo>
                <a:cubicBezTo>
                  <a:pt x="5964663" y="1638694"/>
                  <a:pt x="5612117" y="1823023"/>
                  <a:pt x="5196527" y="1823023"/>
                </a:cubicBezTo>
                <a:cubicBezTo>
                  <a:pt x="4924492" y="1823023"/>
                  <a:pt x="4681989" y="1766039"/>
                  <a:pt x="4478860" y="1661465"/>
                </a:cubicBezTo>
                <a:cubicBezTo>
                  <a:pt x="4531662" y="1589566"/>
                  <a:pt x="4611491" y="1463872"/>
                  <a:pt x="4648647" y="1389184"/>
                </a:cubicBezTo>
                <a:cubicBezTo>
                  <a:pt x="4785830" y="1442524"/>
                  <a:pt x="5009101" y="1506453"/>
                  <a:pt x="5210581" y="1506453"/>
                </a:cubicBezTo>
                <a:cubicBezTo>
                  <a:pt x="5412060" y="1506453"/>
                  <a:pt x="5561021" y="1429602"/>
                  <a:pt x="5561021" y="1326450"/>
                </a:cubicBezTo>
                <a:cubicBezTo>
                  <a:pt x="5561021" y="1236734"/>
                  <a:pt x="5528134" y="1166543"/>
                  <a:pt x="5215190" y="1075233"/>
                </a:cubicBezTo>
                <a:cubicBezTo>
                  <a:pt x="4809955" y="957280"/>
                  <a:pt x="4581051" y="839328"/>
                  <a:pt x="4581051" y="520652"/>
                </a:cubicBezTo>
                <a:cubicBezTo>
                  <a:pt x="4581051" y="185410"/>
                  <a:pt x="4910552" y="0"/>
                  <a:pt x="5327963" y="0"/>
                </a:cubicBezTo>
                <a:cubicBezTo>
                  <a:pt x="5508163" y="0"/>
                  <a:pt x="5723923" y="37572"/>
                  <a:pt x="5864407" y="69166"/>
                </a:cubicBezTo>
                <a:lnTo>
                  <a:pt x="5843411" y="557313"/>
                </a:lnTo>
                <a:lnTo>
                  <a:pt x="5546399" y="552246"/>
                </a:lnTo>
                <a:lnTo>
                  <a:pt x="5547821" y="309511"/>
                </a:lnTo>
                <a:cubicBezTo>
                  <a:pt x="5503952" y="300460"/>
                  <a:pt x="5440851" y="292888"/>
                  <a:pt x="5353511" y="292888"/>
                </a:cubicBezTo>
                <a:cubicBezTo>
                  <a:pt x="5127679" y="292888"/>
                  <a:pt x="4972345" y="365698"/>
                  <a:pt x="4972345" y="488602"/>
                </a:cubicBezTo>
                <a:cubicBezTo>
                  <a:pt x="4972345" y="575643"/>
                  <a:pt x="5061506" y="657675"/>
                  <a:pt x="5376612" y="752629"/>
                </a:cubicBezTo>
                <a:cubicBezTo>
                  <a:pt x="5782472" y="874737"/>
                  <a:pt x="5964492" y="989615"/>
                  <a:pt x="5964492" y="1273395"/>
                </a:cubicBezTo>
              </a:path>
            </a:pathLst>
          </a:custGeom>
          <a:solidFill>
            <a:schemeClr val="accent1"/>
          </a:solidFill>
          <a:ln w="5690" cap="flat">
            <a:noFill/>
            <a:prstDash val="solid"/>
            <a:miter/>
          </a:ln>
        </p:spPr>
        <p:txBody>
          <a:bodyPr rtlCol="0" anchor="ctr"/>
          <a:lstStyle/>
          <a:p>
            <a:endParaRPr lang="fr-FR"/>
          </a:p>
        </p:txBody>
      </p:sp>
    </p:spTree>
    <p:extLst>
      <p:ext uri="{BB962C8B-B14F-4D97-AF65-F5344CB8AC3E}">
        <p14:creationId xmlns:p14="http://schemas.microsoft.com/office/powerpoint/2010/main" val="523802451"/>
      </p:ext>
    </p:extLst>
  </p:cSld>
  <p:clrMap bg1="lt1" tx1="dk1" bg2="lt2" tx2="dk2" accent1="accent1" accent2="accent2" accent3="accent3" accent4="accent4" accent5="accent5" accent6="accent6" hlink="hlink" folHlink="folHlink"/>
  <p:sldLayoutIdLst>
    <p:sldLayoutId id="2147483765" r:id="rId1"/>
    <p:sldLayoutId id="2147483831" r:id="rId2"/>
    <p:sldLayoutId id="2147483766" r:id="rId3"/>
    <p:sldLayoutId id="2147483792" r:id="rId4"/>
    <p:sldLayoutId id="2147483793" r:id="rId5"/>
    <p:sldLayoutId id="2147483767"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782" r:id="rId18"/>
    <p:sldLayoutId id="2147483783" r:id="rId19"/>
    <p:sldLayoutId id="2147483650" r:id="rId20"/>
    <p:sldLayoutId id="2147483693" r:id="rId21"/>
    <p:sldLayoutId id="2147483751" r:id="rId22"/>
    <p:sldLayoutId id="2147483752" r:id="rId23"/>
    <p:sldLayoutId id="2147483753" r:id="rId24"/>
    <p:sldLayoutId id="2147483695"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656" r:id="rId34"/>
    <p:sldLayoutId id="2147483746" r:id="rId35"/>
    <p:sldLayoutId id="2147483655" r:id="rId36"/>
    <p:sldLayoutId id="2147483696" r:id="rId37"/>
    <p:sldLayoutId id="2147483697" r:id="rId38"/>
    <p:sldLayoutId id="2147483722" r:id="rId39"/>
    <p:sldLayoutId id="2147483699" r:id="rId40"/>
    <p:sldLayoutId id="2147483703" r:id="rId41"/>
    <p:sldLayoutId id="2147483701" r:id="rId42"/>
    <p:sldLayoutId id="2147483702" r:id="rId43"/>
    <p:sldLayoutId id="2147483704" r:id="rId44"/>
    <p:sldLayoutId id="2147483707" r:id="rId45"/>
    <p:sldLayoutId id="2147483706" r:id="rId46"/>
    <p:sldLayoutId id="2147483705" r:id="rId47"/>
    <p:sldLayoutId id="2147483708" r:id="rId48"/>
    <p:sldLayoutId id="2147483709" r:id="rId49"/>
    <p:sldLayoutId id="2147483724" r:id="rId50"/>
    <p:sldLayoutId id="2147483712" r:id="rId51"/>
    <p:sldLayoutId id="2147483737" r:id="rId52"/>
    <p:sldLayoutId id="2147483739" r:id="rId53"/>
    <p:sldLayoutId id="2147483738" r:id="rId54"/>
    <p:sldLayoutId id="2147483729" r:id="rId55"/>
    <p:sldLayoutId id="2147483730" r:id="rId56"/>
    <p:sldLayoutId id="2147483731" r:id="rId57"/>
    <p:sldLayoutId id="2147483727" r:id="rId58"/>
    <p:sldLayoutId id="2147483750" r:id="rId59"/>
    <p:sldLayoutId id="2147483805" r:id="rId60"/>
    <p:sldLayoutId id="2147483806" r:id="rId61"/>
    <p:sldLayoutId id="2147483807" r:id="rId62"/>
    <p:sldLayoutId id="2147483832" r:id="rId63"/>
    <p:sldLayoutId id="2147483788" r:id="rId64"/>
    <p:sldLayoutId id="2147483790" r:id="rId65"/>
    <p:sldLayoutId id="2147483791" r:id="rId66"/>
    <p:sldLayoutId id="2147483771" r:id="rId67"/>
    <p:sldLayoutId id="2147483772" r:id="rId68"/>
    <p:sldLayoutId id="2147483773" r:id="rId69"/>
    <p:sldLayoutId id="2147483774" r:id="rId70"/>
    <p:sldLayoutId id="2147483775" r:id="rId71"/>
    <p:sldLayoutId id="2147483776" r:id="rId72"/>
    <p:sldLayoutId id="2147483777" r:id="rId73"/>
    <p:sldLayoutId id="2147483781" r:id="rId74"/>
    <p:sldLayoutId id="2147483780" r:id="rId75"/>
    <p:sldLayoutId id="2147483779" r:id="rId76"/>
    <p:sldLayoutId id="2147483778" r:id="rId77"/>
    <p:sldLayoutId id="2147483808" r:id="rId78"/>
    <p:sldLayoutId id="2147483809" r:id="rId79"/>
    <p:sldLayoutId id="2147483810" r:id="rId80"/>
    <p:sldLayoutId id="2147483811" r:id="rId81"/>
    <p:sldLayoutId id="2147483812" r:id="rId82"/>
    <p:sldLayoutId id="2147483813" r:id="rId83"/>
    <p:sldLayoutId id="2147483814" r:id="rId84"/>
    <p:sldLayoutId id="2147483815" r:id="rId85"/>
    <p:sldLayoutId id="2147483816" r:id="rId86"/>
    <p:sldLayoutId id="2147483817" r:id="rId87"/>
    <p:sldLayoutId id="2147483818" r:id="rId88"/>
    <p:sldLayoutId id="2147483819" r:id="rId89"/>
    <p:sldLayoutId id="2147483820" r:id="rId90"/>
    <p:sldLayoutId id="2147483821" r:id="rId91"/>
    <p:sldLayoutId id="2147483822" r:id="rId92"/>
    <p:sldLayoutId id="2147483823" r:id="rId93"/>
    <p:sldLayoutId id="2147483824" r:id="rId94"/>
    <p:sldLayoutId id="2147483825" r:id="rId95"/>
    <p:sldLayoutId id="2147483826" r:id="rId96"/>
    <p:sldLayoutId id="2147483827" r:id="rId97"/>
    <p:sldLayoutId id="2147483828" r:id="rId98"/>
    <p:sldLayoutId id="2147483748" r:id="rId99"/>
    <p:sldLayoutId id="2147483829" r:id="rId100"/>
    <p:sldLayoutId id="2147483830" r:id="rId101"/>
    <p:sldLayoutId id="2147483833" r:id="rId102"/>
    <p:sldLayoutId id="2147483835" r:id="rId103"/>
  </p:sldLayoutIdLst>
  <p:hf hdr="0" ft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600" kern="1200">
          <a:solidFill>
            <a:schemeClr val="accent3"/>
          </a:solidFill>
          <a:latin typeface="+mn-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a:solidFill>
            <a:schemeClr val="accent3"/>
          </a:solidFill>
          <a:latin typeface="+mn-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8" userDrawn="1">
          <p15:clr>
            <a:srgbClr val="F26B43"/>
          </p15:clr>
        </p15:guide>
        <p15:guide id="2" pos="270" userDrawn="1">
          <p15:clr>
            <a:srgbClr val="F26B43"/>
          </p15:clr>
        </p15:guide>
        <p15:guide id="3" pos="7412" userDrawn="1">
          <p15:clr>
            <a:srgbClr val="F26B43"/>
          </p15:clr>
        </p15:guide>
        <p15:guide id="4" orient="horz" pos="91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297B73-84AF-6280-8B35-127DA8A99D79}"/>
              </a:ext>
            </a:extLst>
          </p:cNvPr>
          <p:cNvSpPr>
            <a:spLocks noGrp="1"/>
          </p:cNvSpPr>
          <p:nvPr>
            <p:ph type="title"/>
          </p:nvPr>
        </p:nvSpPr>
        <p:spPr>
          <a:xfrm>
            <a:off x="428625" y="1258848"/>
            <a:ext cx="9790642" cy="1554480"/>
          </a:xfrm>
        </p:spPr>
        <p:txBody>
          <a:bodyPr/>
          <a:lstStyle/>
          <a:p>
            <a:r>
              <a:rPr lang="fr-FR" b="1" dirty="0"/>
              <a:t>Orientation multimodale des demandeurs d'emploi par l'Intelligence Artificielle</a:t>
            </a:r>
            <a:endParaRPr lang="fr-FR" dirty="0"/>
          </a:p>
        </p:txBody>
      </p:sp>
      <p:sp>
        <p:nvSpPr>
          <p:cNvPr id="3" name="Espace réservé du texte 2">
            <a:extLst>
              <a:ext uri="{FF2B5EF4-FFF2-40B4-BE49-F238E27FC236}">
                <a16:creationId xmlns:a16="http://schemas.microsoft.com/office/drawing/2014/main" id="{9967F8C2-B9E9-59AF-1A20-F45D3867693D}"/>
              </a:ext>
            </a:extLst>
          </p:cNvPr>
          <p:cNvSpPr>
            <a:spLocks noGrp="1"/>
          </p:cNvSpPr>
          <p:nvPr>
            <p:ph type="body" sz="quarter" idx="13"/>
          </p:nvPr>
        </p:nvSpPr>
        <p:spPr>
          <a:xfrm>
            <a:off x="428625" y="2937555"/>
            <a:ext cx="6766560" cy="1216152"/>
          </a:xfrm>
        </p:spPr>
        <p:txBody>
          <a:bodyPr/>
          <a:lstStyle/>
          <a:p>
            <a:r>
              <a:rPr lang="fr-FR" sz="1600" dirty="0"/>
              <a:t>Théo Capitaine</a:t>
            </a:r>
          </a:p>
        </p:txBody>
      </p:sp>
      <p:sp>
        <p:nvSpPr>
          <p:cNvPr id="4" name="Espace réservé du texte 3">
            <a:extLst>
              <a:ext uri="{FF2B5EF4-FFF2-40B4-BE49-F238E27FC236}">
                <a16:creationId xmlns:a16="http://schemas.microsoft.com/office/drawing/2014/main" id="{7AE657ED-8755-DF57-9924-1202477FBCFA}"/>
              </a:ext>
            </a:extLst>
          </p:cNvPr>
          <p:cNvSpPr>
            <a:spLocks noGrp="1"/>
          </p:cNvSpPr>
          <p:nvPr>
            <p:ph type="body" sz="quarter" idx="15"/>
          </p:nvPr>
        </p:nvSpPr>
        <p:spPr/>
        <p:txBody>
          <a:bodyPr/>
          <a:lstStyle/>
          <a:p>
            <a:r>
              <a:rPr lang="fr-FR" dirty="0"/>
              <a:t>14/10/2026</a:t>
            </a:r>
          </a:p>
        </p:txBody>
      </p:sp>
    </p:spTree>
    <p:extLst>
      <p:ext uri="{BB962C8B-B14F-4D97-AF65-F5344CB8AC3E}">
        <p14:creationId xmlns:p14="http://schemas.microsoft.com/office/powerpoint/2010/main" val="597526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 </a:t>
            </a:r>
            <a:r>
              <a:rPr dirty="0" err="1"/>
              <a:t>d’usage</a:t>
            </a:r>
            <a:r>
              <a:rPr dirty="0"/>
              <a:t> et cadre </a:t>
            </a:r>
            <a:r>
              <a:rPr dirty="0" err="1"/>
              <a:t>réglementaire</a:t>
            </a:r>
            <a:endParaRPr dirty="0"/>
          </a:p>
        </p:txBody>
      </p:sp>
      <p:sp>
        <p:nvSpPr>
          <p:cNvPr id="3" name="Text Placeholder 2"/>
          <p:cNvSpPr>
            <a:spLocks noGrp="1"/>
          </p:cNvSpPr>
          <p:nvPr>
            <p:ph type="body" sz="quarter" idx="10"/>
          </p:nvPr>
        </p:nvSpPr>
        <p:spPr/>
        <p:txBody>
          <a:bodyPr/>
          <a:lstStyle/>
          <a:p>
            <a:r>
              <a:rPr dirty="0" err="1"/>
              <a:t>Conséquences</a:t>
            </a:r>
            <a:r>
              <a:rPr dirty="0"/>
              <a:t> </a:t>
            </a:r>
            <a:r>
              <a:rPr dirty="0" err="1"/>
              <a:t>réelles</a:t>
            </a:r>
            <a:r>
              <a:rPr dirty="0"/>
              <a:t>, supervision humaine et cadres à confirmer avec DPO/</a:t>
            </a:r>
            <a:r>
              <a:rPr dirty="0" err="1"/>
              <a:t>juridique</a:t>
            </a:r>
            <a:endParaRPr dirty="0"/>
          </a:p>
        </p:txBody>
      </p:sp>
      <p:sp>
        <p:nvSpPr>
          <p:cNvPr id="6" name="Rounded Rectangle 5"/>
          <p:cNvSpPr/>
          <p:nvPr/>
        </p:nvSpPr>
        <p:spPr>
          <a:xfrm>
            <a:off x="640080" y="1463040"/>
            <a:ext cx="5212080" cy="3383280"/>
          </a:xfrm>
          <a:prstGeom prst="roundRect">
            <a:avLst/>
          </a:prstGeom>
          <a:solidFill>
            <a:srgbClr val="EEF5FB"/>
          </a:solidFill>
          <a:ln w="15240">
            <a:solidFill>
              <a:srgbClr val="0070E6"/>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0070E6"/>
                </a:solidFill>
              </a:defRPr>
            </a:pPr>
            <a:r>
              <a:rPr dirty="0">
                <a:latin typeface="+mj-lt"/>
              </a:rPr>
              <a:t>USAGE MÉTIER</a:t>
            </a:r>
            <a:endParaRPr lang="fr-FR" dirty="0">
              <a:latin typeface="+mj-lt"/>
            </a:endParaRPr>
          </a:p>
          <a:p>
            <a:pPr algn="ctr">
              <a:defRPr sz="1600" b="1">
                <a:solidFill>
                  <a:srgbClr val="0070E6"/>
                </a:solidFill>
              </a:defRPr>
            </a:pPr>
            <a:endParaRPr dirty="0"/>
          </a:p>
          <a:p>
            <a:pPr>
              <a:spcAft>
                <a:spcPts val="600"/>
              </a:spcAft>
              <a:defRPr sz="1500">
                <a:solidFill>
                  <a:srgbClr val="1C2530"/>
                </a:solidFill>
              </a:defRPr>
            </a:pPr>
            <a:r>
              <a:rPr dirty="0"/>
              <a:t>• Le </a:t>
            </a:r>
            <a:r>
              <a:rPr dirty="0" err="1"/>
              <a:t>classement</a:t>
            </a:r>
            <a:r>
              <a:rPr dirty="0"/>
              <a:t> </a:t>
            </a:r>
            <a:r>
              <a:rPr dirty="0" err="1"/>
              <a:t>peut</a:t>
            </a:r>
            <a:r>
              <a:rPr dirty="0"/>
              <a:t> </a:t>
            </a:r>
            <a:r>
              <a:rPr dirty="0" err="1"/>
              <a:t>influer</a:t>
            </a:r>
            <a:r>
              <a:rPr dirty="0"/>
              <a:t> sur </a:t>
            </a:r>
            <a:r>
              <a:rPr dirty="0" err="1"/>
              <a:t>l’accompagnement</a:t>
            </a:r>
            <a:r>
              <a:rPr dirty="0"/>
              <a:t> </a:t>
            </a:r>
            <a:r>
              <a:rPr dirty="0" err="1"/>
              <a:t>proposé</a:t>
            </a:r>
            <a:r>
              <a:rPr dirty="0"/>
              <a:t>.</a:t>
            </a:r>
          </a:p>
          <a:p>
            <a:pPr>
              <a:spcAft>
                <a:spcPts val="600"/>
              </a:spcAft>
              <a:defRPr sz="1500">
                <a:solidFill>
                  <a:srgbClr val="1C2530"/>
                </a:solidFill>
              </a:defRPr>
            </a:pPr>
            <a:r>
              <a:rPr dirty="0"/>
              <a:t>• Le </a:t>
            </a:r>
            <a:r>
              <a:rPr dirty="0" err="1"/>
              <a:t>conseiller</a:t>
            </a:r>
            <a:r>
              <a:rPr dirty="0"/>
              <a:t> </a:t>
            </a:r>
            <a:r>
              <a:rPr dirty="0" err="1"/>
              <a:t>confirme</a:t>
            </a:r>
            <a:r>
              <a:rPr dirty="0"/>
              <a:t>, </a:t>
            </a:r>
            <a:r>
              <a:rPr dirty="0" err="1"/>
              <a:t>corrige</a:t>
            </a:r>
            <a:r>
              <a:rPr dirty="0"/>
              <a:t> </a:t>
            </a:r>
            <a:r>
              <a:rPr dirty="0" err="1"/>
              <a:t>ou</a:t>
            </a:r>
            <a:r>
              <a:rPr dirty="0"/>
              <a:t> </a:t>
            </a:r>
            <a:r>
              <a:rPr dirty="0" err="1"/>
              <a:t>conteste</a:t>
            </a:r>
            <a:r>
              <a:rPr dirty="0"/>
              <a:t> la </a:t>
            </a:r>
            <a:r>
              <a:rPr dirty="0" err="1"/>
              <a:t>recommandation</a:t>
            </a:r>
            <a:r>
              <a:rPr dirty="0"/>
              <a:t>.</a:t>
            </a:r>
          </a:p>
          <a:p>
            <a:pPr>
              <a:spcAft>
                <a:spcPts val="600"/>
              </a:spcAft>
              <a:defRPr sz="1500">
                <a:solidFill>
                  <a:srgbClr val="1C2530"/>
                </a:solidFill>
              </a:defRPr>
            </a:pPr>
            <a:r>
              <a:rPr dirty="0"/>
              <a:t>• Une </a:t>
            </a:r>
            <a:r>
              <a:rPr dirty="0" err="1"/>
              <a:t>procédure</a:t>
            </a:r>
            <a:r>
              <a:rPr dirty="0"/>
              <a:t> de contestation et </a:t>
            </a:r>
            <a:r>
              <a:rPr dirty="0" err="1"/>
              <a:t>une</a:t>
            </a:r>
            <a:r>
              <a:rPr dirty="0"/>
              <a:t> trace des </a:t>
            </a:r>
            <a:r>
              <a:rPr dirty="0" err="1"/>
              <a:t>décisions</a:t>
            </a:r>
            <a:r>
              <a:rPr dirty="0"/>
              <a:t> </a:t>
            </a:r>
            <a:r>
              <a:rPr dirty="0" err="1"/>
              <a:t>sont</a:t>
            </a:r>
            <a:r>
              <a:rPr dirty="0"/>
              <a:t> </a:t>
            </a:r>
            <a:r>
              <a:rPr dirty="0" err="1"/>
              <a:t>nécessaires</a:t>
            </a:r>
            <a:r>
              <a:rPr dirty="0"/>
              <a:t>.</a:t>
            </a:r>
          </a:p>
        </p:txBody>
      </p:sp>
      <p:sp>
        <p:nvSpPr>
          <p:cNvPr id="7" name="Rounded Rectangle 6"/>
          <p:cNvSpPr/>
          <p:nvPr/>
        </p:nvSpPr>
        <p:spPr>
          <a:xfrm>
            <a:off x="6126480" y="1463040"/>
            <a:ext cx="5212080" cy="3383280"/>
          </a:xfrm>
          <a:prstGeom prst="roundRect">
            <a:avLst/>
          </a:prstGeom>
          <a:solidFill>
            <a:srgbClr val="FFFFFF"/>
          </a:solidFill>
          <a:ln w="15240">
            <a:solidFill>
              <a:srgbClr val="6548AA"/>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6548AA"/>
                </a:solidFill>
              </a:defRPr>
            </a:pPr>
            <a:r>
              <a:rPr dirty="0">
                <a:latin typeface="+mj-lt"/>
              </a:rPr>
              <a:t>CADRES À PRENDRE EN COMPTE</a:t>
            </a:r>
            <a:endParaRPr lang="fr-FR" dirty="0">
              <a:latin typeface="+mj-lt"/>
            </a:endParaRPr>
          </a:p>
          <a:p>
            <a:pPr algn="ctr">
              <a:defRPr sz="1600" b="1">
                <a:solidFill>
                  <a:srgbClr val="6548AA"/>
                </a:solidFill>
              </a:defRPr>
            </a:pPr>
            <a:endParaRPr dirty="0"/>
          </a:p>
          <a:p>
            <a:pPr>
              <a:spcAft>
                <a:spcPts val="600"/>
              </a:spcAft>
              <a:defRPr sz="1500">
                <a:solidFill>
                  <a:srgbClr val="1C2530"/>
                </a:solidFill>
              </a:defRPr>
            </a:pPr>
            <a:r>
              <a:rPr dirty="0"/>
              <a:t>• AI Act : qualification « haut </a:t>
            </a:r>
            <a:r>
              <a:rPr dirty="0" err="1"/>
              <a:t>risque</a:t>
            </a:r>
            <a:r>
              <a:rPr dirty="0"/>
              <a:t> » </a:t>
            </a:r>
            <a:r>
              <a:rPr dirty="0" err="1"/>
              <a:t>dépend</a:t>
            </a:r>
            <a:r>
              <a:rPr dirty="0"/>
              <a:t> de la </a:t>
            </a:r>
            <a:r>
              <a:rPr dirty="0" err="1"/>
              <a:t>finalité</a:t>
            </a:r>
            <a:r>
              <a:rPr dirty="0"/>
              <a:t> et de </a:t>
            </a:r>
            <a:r>
              <a:rPr dirty="0" err="1"/>
              <a:t>l’usage</a:t>
            </a:r>
            <a:r>
              <a:rPr dirty="0"/>
              <a:t> </a:t>
            </a:r>
            <a:r>
              <a:rPr dirty="0" err="1"/>
              <a:t>effectif</a:t>
            </a:r>
            <a:r>
              <a:rPr dirty="0"/>
              <a:t>.</a:t>
            </a:r>
          </a:p>
          <a:p>
            <a:pPr>
              <a:spcAft>
                <a:spcPts val="600"/>
              </a:spcAft>
              <a:defRPr sz="1500">
                <a:solidFill>
                  <a:srgbClr val="1C2530"/>
                </a:solidFill>
              </a:defRPr>
            </a:pPr>
            <a:r>
              <a:rPr dirty="0"/>
              <a:t>• RGPD : </a:t>
            </a:r>
            <a:r>
              <a:rPr dirty="0" err="1"/>
              <a:t>minimisation</a:t>
            </a:r>
            <a:r>
              <a:rPr dirty="0"/>
              <a:t>, justification, transparence et </a:t>
            </a:r>
            <a:r>
              <a:rPr dirty="0" err="1"/>
              <a:t>qualité</a:t>
            </a:r>
            <a:r>
              <a:rPr dirty="0"/>
              <a:t> des données.</a:t>
            </a:r>
          </a:p>
          <a:p>
            <a:pPr>
              <a:spcAft>
                <a:spcPts val="600"/>
              </a:spcAft>
              <a:defRPr sz="1500">
                <a:solidFill>
                  <a:srgbClr val="1C2530"/>
                </a:solidFill>
              </a:defRPr>
            </a:pPr>
            <a:r>
              <a:rPr dirty="0"/>
              <a:t>• </a:t>
            </a:r>
            <a:r>
              <a:rPr dirty="0" err="1"/>
              <a:t>Retirer</a:t>
            </a:r>
            <a:r>
              <a:rPr dirty="0"/>
              <a:t> </a:t>
            </a:r>
            <a:r>
              <a:rPr dirty="0" err="1"/>
              <a:t>une</a:t>
            </a:r>
            <a:r>
              <a:rPr dirty="0"/>
              <a:t> variable ne </a:t>
            </a:r>
            <a:r>
              <a:rPr dirty="0" err="1"/>
              <a:t>vaut</a:t>
            </a:r>
            <a:r>
              <a:rPr dirty="0"/>
              <a:t> </a:t>
            </a:r>
            <a:r>
              <a:rPr dirty="0" err="1"/>
              <a:t>ni</a:t>
            </a:r>
            <a:r>
              <a:rPr dirty="0"/>
              <a:t> </a:t>
            </a:r>
            <a:r>
              <a:rPr dirty="0" err="1"/>
              <a:t>conformité</a:t>
            </a:r>
            <a:r>
              <a:rPr dirty="0"/>
              <a:t> </a:t>
            </a:r>
            <a:r>
              <a:rPr dirty="0" err="1"/>
              <a:t>ni</a:t>
            </a:r>
            <a:r>
              <a:rPr dirty="0"/>
              <a:t> certification.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474894" y="1633651"/>
            <a:ext cx="2852928" cy="100584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57774" y="1789099"/>
            <a:ext cx="2487168" cy="256032"/>
          </a:xfrm>
          <a:prstGeom prst="rect">
            <a:avLst/>
          </a:prstGeom>
          <a:noFill/>
        </p:spPr>
        <p:txBody>
          <a:bodyPr wrap="square" lIns="45720" rIns="45720" anchor="ctr">
            <a:spAutoFit/>
          </a:bodyPr>
          <a:lstStyle/>
          <a:p>
            <a:pPr algn="ctr"/>
            <a:r>
              <a:rPr sz="1500" b="1">
                <a:solidFill>
                  <a:srgbClr val="0070E6"/>
                </a:solidFill>
                <a:latin typeface="Arial"/>
              </a:rPr>
              <a:t>CLASSE 0</a:t>
            </a:r>
          </a:p>
        </p:txBody>
      </p:sp>
      <p:sp>
        <p:nvSpPr>
          <p:cNvPr id="9" name="TextBox 8"/>
          <p:cNvSpPr txBox="1"/>
          <p:nvPr/>
        </p:nvSpPr>
        <p:spPr>
          <a:xfrm>
            <a:off x="1657774" y="2154859"/>
            <a:ext cx="2487168" cy="228600"/>
          </a:xfrm>
          <a:prstGeom prst="rect">
            <a:avLst/>
          </a:prstGeom>
          <a:noFill/>
        </p:spPr>
        <p:txBody>
          <a:bodyPr wrap="square" lIns="45720" rIns="45720" anchor="ctr">
            <a:spAutoFit/>
          </a:bodyPr>
          <a:lstStyle/>
          <a:p>
            <a:pPr algn="ctr"/>
            <a:r>
              <a:rPr sz="1400" b="0">
                <a:solidFill>
                  <a:srgbClr val="1C2530"/>
                </a:solidFill>
                <a:latin typeface="Arial"/>
              </a:rPr>
              <a:t>Retour &lt; 6 mois</a:t>
            </a:r>
          </a:p>
        </p:txBody>
      </p:sp>
      <p:sp>
        <p:nvSpPr>
          <p:cNvPr id="10" name="Rounded Rectangle 9"/>
          <p:cNvSpPr/>
          <p:nvPr/>
        </p:nvSpPr>
        <p:spPr>
          <a:xfrm>
            <a:off x="4721014" y="1633651"/>
            <a:ext cx="2852928" cy="1005840"/>
          </a:xfrm>
          <a:prstGeom prst="roundRect">
            <a:avLst>
              <a:gd name="adj" fmla="val 8000"/>
            </a:avLst>
          </a:prstGeom>
          <a:solidFill>
            <a:srgbClr val="FFFFFF"/>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03893" y="1789099"/>
            <a:ext cx="2487168" cy="256032"/>
          </a:xfrm>
          <a:prstGeom prst="rect">
            <a:avLst/>
          </a:prstGeom>
          <a:noFill/>
        </p:spPr>
        <p:txBody>
          <a:bodyPr wrap="square" lIns="45720" rIns="45720" anchor="ctr">
            <a:spAutoFit/>
          </a:bodyPr>
          <a:lstStyle/>
          <a:p>
            <a:pPr algn="ctr"/>
            <a:r>
              <a:rPr sz="1500" b="1">
                <a:solidFill>
                  <a:srgbClr val="37BEEB"/>
                </a:solidFill>
                <a:latin typeface="Arial"/>
              </a:rPr>
              <a:t>CLASSE 1</a:t>
            </a:r>
          </a:p>
        </p:txBody>
      </p:sp>
      <p:sp>
        <p:nvSpPr>
          <p:cNvPr id="12" name="TextBox 11"/>
          <p:cNvSpPr txBox="1"/>
          <p:nvPr/>
        </p:nvSpPr>
        <p:spPr>
          <a:xfrm>
            <a:off x="4903893" y="2154859"/>
            <a:ext cx="2487168" cy="228600"/>
          </a:xfrm>
          <a:prstGeom prst="rect">
            <a:avLst/>
          </a:prstGeom>
          <a:noFill/>
        </p:spPr>
        <p:txBody>
          <a:bodyPr wrap="square" lIns="45720" rIns="45720" anchor="ctr">
            <a:spAutoFit/>
          </a:bodyPr>
          <a:lstStyle/>
          <a:p>
            <a:pPr algn="ctr"/>
            <a:r>
              <a:rPr sz="1400" b="0">
                <a:solidFill>
                  <a:srgbClr val="1C2530"/>
                </a:solidFill>
                <a:latin typeface="Arial"/>
              </a:rPr>
              <a:t>Retour 6 à 12 mois</a:t>
            </a:r>
          </a:p>
        </p:txBody>
      </p:sp>
      <p:sp>
        <p:nvSpPr>
          <p:cNvPr id="13" name="Rounded Rectangle 12"/>
          <p:cNvSpPr/>
          <p:nvPr/>
        </p:nvSpPr>
        <p:spPr>
          <a:xfrm>
            <a:off x="7967134" y="1633651"/>
            <a:ext cx="2852928" cy="1005840"/>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0013" y="1789099"/>
            <a:ext cx="2487168" cy="256032"/>
          </a:xfrm>
          <a:prstGeom prst="rect">
            <a:avLst/>
          </a:prstGeom>
          <a:noFill/>
        </p:spPr>
        <p:txBody>
          <a:bodyPr wrap="square" lIns="45720" rIns="45720" anchor="ctr">
            <a:spAutoFit/>
          </a:bodyPr>
          <a:lstStyle/>
          <a:p>
            <a:pPr algn="ctr"/>
            <a:r>
              <a:rPr sz="1500" b="1">
                <a:solidFill>
                  <a:srgbClr val="6548AA"/>
                </a:solidFill>
                <a:latin typeface="Arial"/>
              </a:rPr>
              <a:t>CLASSE 2</a:t>
            </a:r>
          </a:p>
        </p:txBody>
      </p:sp>
      <p:sp>
        <p:nvSpPr>
          <p:cNvPr id="15" name="TextBox 14"/>
          <p:cNvSpPr txBox="1"/>
          <p:nvPr/>
        </p:nvSpPr>
        <p:spPr>
          <a:xfrm>
            <a:off x="8150013" y="2154859"/>
            <a:ext cx="2487168" cy="228600"/>
          </a:xfrm>
          <a:prstGeom prst="rect">
            <a:avLst/>
          </a:prstGeom>
          <a:noFill/>
        </p:spPr>
        <p:txBody>
          <a:bodyPr wrap="square" lIns="45720" rIns="45720" anchor="ctr">
            <a:spAutoFit/>
          </a:bodyPr>
          <a:lstStyle/>
          <a:p>
            <a:pPr algn="ctr"/>
            <a:r>
              <a:rPr sz="1400" b="0">
                <a:solidFill>
                  <a:srgbClr val="1C2530"/>
                </a:solidFill>
                <a:latin typeface="Arial"/>
              </a:rPr>
              <a:t>Risque &gt; 12 mois</a:t>
            </a:r>
          </a:p>
        </p:txBody>
      </p:sp>
      <p:sp>
        <p:nvSpPr>
          <p:cNvPr id="16" name="Rounded Rectangle 15"/>
          <p:cNvSpPr/>
          <p:nvPr/>
        </p:nvSpPr>
        <p:spPr>
          <a:xfrm>
            <a:off x="914400" y="3063240"/>
            <a:ext cx="10332720" cy="196596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3265855"/>
            <a:ext cx="2743200" cy="646331"/>
          </a:xfrm>
          <a:prstGeom prst="rect">
            <a:avLst/>
          </a:prstGeom>
          <a:noFill/>
        </p:spPr>
        <p:txBody>
          <a:bodyPr wrap="square" lIns="45720" rIns="45720" anchor="ctr">
            <a:spAutoFit/>
          </a:bodyPr>
          <a:lstStyle/>
          <a:p>
            <a:pPr algn="ctr"/>
            <a:r>
              <a:rPr sz="1800" b="1" dirty="0">
                <a:solidFill>
                  <a:srgbClr val="6548AA"/>
                </a:solidFill>
                <a:latin typeface="Arial"/>
              </a:rPr>
              <a:t>Situation </a:t>
            </a:r>
            <a:r>
              <a:rPr sz="1800" b="1" dirty="0" err="1">
                <a:solidFill>
                  <a:srgbClr val="6548AA"/>
                </a:solidFill>
                <a:latin typeface="Arial"/>
              </a:rPr>
              <a:t>réelle</a:t>
            </a:r>
            <a:r>
              <a:rPr sz="1800" b="1" dirty="0">
                <a:solidFill>
                  <a:srgbClr val="6548AA"/>
                </a:solidFill>
                <a:latin typeface="Arial"/>
              </a:rPr>
              <a:t> : </a:t>
            </a:r>
            <a:endParaRPr lang="fr-FR" sz="1800" b="1" dirty="0">
              <a:solidFill>
                <a:srgbClr val="6548AA"/>
              </a:solidFill>
              <a:latin typeface="Arial"/>
            </a:endParaRPr>
          </a:p>
          <a:p>
            <a:pPr algn="ctr"/>
            <a:r>
              <a:rPr sz="1800" b="1" dirty="0" err="1">
                <a:solidFill>
                  <a:srgbClr val="6548AA"/>
                </a:solidFill>
                <a:latin typeface="Arial"/>
              </a:rPr>
              <a:t>classe</a:t>
            </a:r>
            <a:r>
              <a:rPr sz="1800" b="1" dirty="0">
                <a:solidFill>
                  <a:srgbClr val="6548AA"/>
                </a:solidFill>
                <a:latin typeface="Arial"/>
              </a:rPr>
              <a:t> 2</a:t>
            </a:r>
          </a:p>
        </p:txBody>
      </p:sp>
      <p:cxnSp>
        <p:nvCxnSpPr>
          <p:cNvPr id="18" name="Connector 17"/>
          <p:cNvCxnSpPr/>
          <p:nvPr/>
        </p:nvCxnSpPr>
        <p:spPr>
          <a:xfrm>
            <a:off x="3977639" y="3657600"/>
            <a:ext cx="1600201" cy="1"/>
          </a:xfrm>
          <a:prstGeom prst="line">
            <a:avLst/>
          </a:prstGeom>
          <a:ln w="63500">
            <a:solidFill>
              <a:srgbClr val="DA364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14800" y="3273552"/>
            <a:ext cx="1325880" cy="274320"/>
          </a:xfrm>
          <a:prstGeom prst="rect">
            <a:avLst/>
          </a:prstGeom>
          <a:noFill/>
        </p:spPr>
        <p:txBody>
          <a:bodyPr wrap="square" lIns="45720" rIns="45720" anchor="ctr">
            <a:spAutoFit/>
          </a:bodyPr>
          <a:lstStyle/>
          <a:p>
            <a:pPr algn="ctr"/>
            <a:r>
              <a:rPr sz="1200" b="1">
                <a:solidFill>
                  <a:srgbClr val="5C6974"/>
                </a:solidFill>
                <a:latin typeface="Arial"/>
              </a:rPr>
              <a:t>prédite comme</a:t>
            </a:r>
          </a:p>
        </p:txBody>
      </p:sp>
      <p:sp>
        <p:nvSpPr>
          <p:cNvPr id="20" name="TextBox 19"/>
          <p:cNvSpPr txBox="1"/>
          <p:nvPr/>
        </p:nvSpPr>
        <p:spPr>
          <a:xfrm>
            <a:off x="5715000" y="3429000"/>
            <a:ext cx="1920240" cy="320040"/>
          </a:xfrm>
          <a:prstGeom prst="rect">
            <a:avLst/>
          </a:prstGeom>
          <a:noFill/>
        </p:spPr>
        <p:txBody>
          <a:bodyPr wrap="square" lIns="45720" rIns="45720" anchor="ctr">
            <a:spAutoFit/>
          </a:bodyPr>
          <a:lstStyle/>
          <a:p>
            <a:pPr algn="ctr"/>
            <a:r>
              <a:rPr sz="1800" b="1">
                <a:solidFill>
                  <a:srgbClr val="0070E6"/>
                </a:solidFill>
                <a:latin typeface="Arial"/>
              </a:rPr>
              <a:t>classe 0</a:t>
            </a:r>
          </a:p>
        </p:txBody>
      </p:sp>
      <p:cxnSp>
        <p:nvCxnSpPr>
          <p:cNvPr id="21" name="Connector 20"/>
          <p:cNvCxnSpPr/>
          <p:nvPr/>
        </p:nvCxnSpPr>
        <p:spPr>
          <a:xfrm>
            <a:off x="7726679" y="3657600"/>
            <a:ext cx="914401" cy="1"/>
          </a:xfrm>
          <a:prstGeom prst="line">
            <a:avLst/>
          </a:prstGeom>
          <a:ln w="63500">
            <a:solidFill>
              <a:srgbClr val="DA364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686800" y="3310128"/>
            <a:ext cx="2240280" cy="594360"/>
          </a:xfrm>
          <a:prstGeom prst="rect">
            <a:avLst/>
          </a:prstGeom>
          <a:noFill/>
        </p:spPr>
        <p:txBody>
          <a:bodyPr wrap="square" lIns="45720" rIns="45720" anchor="ctr">
            <a:spAutoFit/>
          </a:bodyPr>
          <a:lstStyle/>
          <a:p>
            <a:pPr algn="ctr"/>
            <a:r>
              <a:rPr sz="1800" b="1">
                <a:solidFill>
                  <a:srgbClr val="DA3641"/>
                </a:solidFill>
                <a:latin typeface="Arial"/>
              </a:rPr>
              <a:t>DOSSIER NON PRIORISÉ</a:t>
            </a:r>
          </a:p>
        </p:txBody>
      </p:sp>
      <p:sp>
        <p:nvSpPr>
          <p:cNvPr id="23" name="TextBox 22"/>
          <p:cNvSpPr txBox="1"/>
          <p:nvPr/>
        </p:nvSpPr>
        <p:spPr>
          <a:xfrm>
            <a:off x="1097280" y="4315968"/>
            <a:ext cx="9875520" cy="384048"/>
          </a:xfrm>
          <a:prstGeom prst="rect">
            <a:avLst/>
          </a:prstGeom>
          <a:noFill/>
        </p:spPr>
        <p:txBody>
          <a:bodyPr wrap="square" lIns="45720" rIns="45720" anchor="ctr">
            <a:spAutoFit/>
          </a:bodyPr>
          <a:lstStyle/>
          <a:p>
            <a:pPr algn="ctr"/>
            <a:r>
              <a:rPr sz="1700" b="1">
                <a:solidFill>
                  <a:srgbClr val="00125B"/>
                </a:solidFill>
                <a:latin typeface="Arial"/>
              </a:rPr>
              <a:t>Objectif : réduire ce risque sans automatiser la décision du conseiller.</a:t>
            </a:r>
          </a:p>
        </p:txBody>
      </p:sp>
      <p:sp>
        <p:nvSpPr>
          <p:cNvPr id="32" name="Titre 31">
            <a:extLst>
              <a:ext uri="{FF2B5EF4-FFF2-40B4-BE49-F238E27FC236}">
                <a16:creationId xmlns:a16="http://schemas.microsoft.com/office/drawing/2014/main" id="{18B177DE-64DD-B345-02C1-962692F6A6DD}"/>
              </a:ext>
            </a:extLst>
          </p:cNvPr>
          <p:cNvSpPr>
            <a:spLocks noGrp="1"/>
          </p:cNvSpPr>
          <p:nvPr>
            <p:ph type="title"/>
          </p:nvPr>
        </p:nvSpPr>
        <p:spPr/>
        <p:txBody>
          <a:bodyPr/>
          <a:lstStyle/>
          <a:p>
            <a:r>
              <a:rPr lang="fr-FR" b="1" dirty="0">
                <a:solidFill>
                  <a:srgbClr val="0073E6"/>
                </a:solidFill>
              </a:rPr>
              <a:t>L’erreur critique</a:t>
            </a:r>
            <a:endParaRPr lang="fr-FR" dirty="0">
              <a:solidFill>
                <a:srgbClr val="0073E6"/>
              </a:solidFill>
            </a:endParaRPr>
          </a:p>
        </p:txBody>
      </p:sp>
      <p:sp>
        <p:nvSpPr>
          <p:cNvPr id="33" name="Espace réservé du texte 32">
            <a:extLst>
              <a:ext uri="{FF2B5EF4-FFF2-40B4-BE49-F238E27FC236}">
                <a16:creationId xmlns:a16="http://schemas.microsoft.com/office/drawing/2014/main" id="{F1CAE8EC-1753-41A3-6FED-E76EDDAE7931}"/>
              </a:ext>
            </a:extLst>
          </p:cNvPr>
          <p:cNvSpPr>
            <a:spLocks noGrp="1"/>
          </p:cNvSpPr>
          <p:nvPr>
            <p:ph type="body" sz="quarter" idx="10"/>
          </p:nvPr>
        </p:nvSpPr>
        <p:spPr/>
        <p:txBody>
          <a:bodyPr/>
          <a:lstStyle/>
          <a:p>
            <a:r>
              <a:rPr lang="fr-FR" b="1" dirty="0">
                <a:solidFill>
                  <a:srgbClr val="00005C"/>
                </a:solidFill>
              </a:rPr>
              <a:t>Toutes les erreurs ne se valent pas</a:t>
            </a:r>
          </a:p>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1508760"/>
            <a:ext cx="2057400" cy="2743200"/>
          </a:xfrm>
          <a:prstGeom prst="roundRect">
            <a:avLst>
              <a:gd name="adj" fmla="val 8000"/>
            </a:avLst>
          </a:prstGeom>
          <a:solidFill>
            <a:srgbClr val="0070E6"/>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1783080" cy="320040"/>
          </a:xfrm>
          <a:prstGeom prst="rect">
            <a:avLst/>
          </a:prstGeom>
          <a:noFill/>
        </p:spPr>
        <p:txBody>
          <a:bodyPr wrap="square" lIns="45720" rIns="45720" anchor="ctr">
            <a:spAutoFit/>
          </a:bodyPr>
          <a:lstStyle/>
          <a:p>
            <a:pPr algn="ctr"/>
            <a:r>
              <a:rPr sz="1300" b="1">
                <a:solidFill>
                  <a:srgbClr val="FFFFFF"/>
                </a:solidFill>
                <a:latin typeface="Arial"/>
              </a:rPr>
              <a:t>NUMÉRIQUE</a:t>
            </a:r>
          </a:p>
        </p:txBody>
      </p:sp>
      <p:sp>
        <p:nvSpPr>
          <p:cNvPr id="9" name="TextBox 8"/>
          <p:cNvSpPr txBox="1"/>
          <p:nvPr/>
        </p:nvSpPr>
        <p:spPr>
          <a:xfrm>
            <a:off x="576072" y="2468880"/>
            <a:ext cx="1728216" cy="1051560"/>
          </a:xfrm>
          <a:prstGeom prst="rect">
            <a:avLst/>
          </a:prstGeom>
          <a:noFill/>
        </p:spPr>
        <p:txBody>
          <a:bodyPr wrap="square" lIns="45720" rIns="45720" anchor="ctr">
            <a:spAutoFit/>
          </a:bodyPr>
          <a:lstStyle/>
          <a:p>
            <a:pPr algn="ctr"/>
            <a:r>
              <a:rPr sz="1700" b="1">
                <a:solidFill>
                  <a:srgbClr val="FFFFFF"/>
                </a:solidFill>
                <a:latin typeface="Arial"/>
              </a:rPr>
              <a:t>âge
ancienneté</a:t>
            </a:r>
          </a:p>
        </p:txBody>
      </p:sp>
      <p:sp>
        <p:nvSpPr>
          <p:cNvPr id="10" name="Rounded Rectangle 9"/>
          <p:cNvSpPr/>
          <p:nvPr/>
        </p:nvSpPr>
        <p:spPr>
          <a:xfrm>
            <a:off x="2743200" y="1508760"/>
            <a:ext cx="2057400" cy="2743200"/>
          </a:xfrm>
          <a:prstGeom prst="roundRect">
            <a:avLst>
              <a:gd name="adj" fmla="val 8000"/>
            </a:avLst>
          </a:prstGeom>
          <a:solidFill>
            <a:srgbClr val="37BEEB"/>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0360" y="1783080"/>
            <a:ext cx="1783080" cy="320040"/>
          </a:xfrm>
          <a:prstGeom prst="rect">
            <a:avLst/>
          </a:prstGeom>
          <a:noFill/>
        </p:spPr>
        <p:txBody>
          <a:bodyPr wrap="square" lIns="45720" rIns="45720" anchor="ctr">
            <a:spAutoFit/>
          </a:bodyPr>
          <a:lstStyle/>
          <a:p>
            <a:pPr algn="ctr"/>
            <a:r>
              <a:rPr sz="1300" b="1">
                <a:solidFill>
                  <a:srgbClr val="FFFFFF"/>
                </a:solidFill>
                <a:latin typeface="Arial"/>
              </a:rPr>
              <a:t>CATÉGORIEL</a:t>
            </a:r>
          </a:p>
        </p:txBody>
      </p:sp>
      <p:sp>
        <p:nvSpPr>
          <p:cNvPr id="12" name="TextBox 11"/>
          <p:cNvSpPr txBox="1"/>
          <p:nvPr/>
        </p:nvSpPr>
        <p:spPr>
          <a:xfrm>
            <a:off x="2907792" y="2425273"/>
            <a:ext cx="1728216" cy="1138773"/>
          </a:xfrm>
          <a:prstGeom prst="rect">
            <a:avLst/>
          </a:prstGeom>
          <a:noFill/>
        </p:spPr>
        <p:txBody>
          <a:bodyPr wrap="square" lIns="45720" rIns="45720" anchor="ctr">
            <a:spAutoFit/>
          </a:bodyPr>
          <a:lstStyle/>
          <a:p>
            <a:pPr algn="ctr"/>
            <a:r>
              <a:rPr lang="fr-FR" sz="1700" b="1" dirty="0">
                <a:solidFill>
                  <a:srgbClr val="FFFFFF"/>
                </a:solidFill>
                <a:latin typeface="Arial"/>
              </a:rPr>
              <a:t>d</a:t>
            </a:r>
            <a:r>
              <a:rPr sz="1700" b="1" dirty="0" err="1">
                <a:solidFill>
                  <a:srgbClr val="FFFFFF"/>
                </a:solidFill>
                <a:latin typeface="Arial"/>
              </a:rPr>
              <a:t>iplôme</a:t>
            </a:r>
            <a:endParaRPr lang="fr-FR" sz="1700" b="1" dirty="0">
              <a:solidFill>
                <a:srgbClr val="FFFFFF"/>
              </a:solidFill>
              <a:latin typeface="Arial"/>
            </a:endParaRPr>
          </a:p>
          <a:p>
            <a:pPr algn="ctr"/>
            <a:r>
              <a:rPr sz="1700" b="1" dirty="0">
                <a:solidFill>
                  <a:srgbClr val="FFFFFF"/>
                </a:solidFill>
                <a:latin typeface="Arial"/>
              </a:rPr>
              <a:t> métier
allocation </a:t>
            </a:r>
            <a:r>
              <a:rPr sz="1700" b="1" dirty="0" err="1">
                <a:solidFill>
                  <a:srgbClr val="FFFFFF"/>
                </a:solidFill>
                <a:latin typeface="Arial"/>
              </a:rPr>
              <a:t>géographie</a:t>
            </a:r>
            <a:endParaRPr sz="1700" b="1" dirty="0">
              <a:solidFill>
                <a:srgbClr val="FFFFFF"/>
              </a:solidFill>
              <a:latin typeface="Arial"/>
            </a:endParaRPr>
          </a:p>
        </p:txBody>
      </p:sp>
      <p:sp>
        <p:nvSpPr>
          <p:cNvPr id="13" name="Rounded Rectangle 12"/>
          <p:cNvSpPr/>
          <p:nvPr/>
        </p:nvSpPr>
        <p:spPr>
          <a:xfrm>
            <a:off x="5074920" y="1508760"/>
            <a:ext cx="2057400" cy="2743200"/>
          </a:xfrm>
          <a:prstGeom prst="roundRect">
            <a:avLst>
              <a:gd name="adj" fmla="val 8000"/>
            </a:avLst>
          </a:prstGeom>
          <a:solidFill>
            <a:srgbClr val="6548AA"/>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0" y="1783080"/>
            <a:ext cx="1783080" cy="320040"/>
          </a:xfrm>
          <a:prstGeom prst="rect">
            <a:avLst/>
          </a:prstGeom>
          <a:noFill/>
        </p:spPr>
        <p:txBody>
          <a:bodyPr wrap="square" lIns="45720" rIns="45720" anchor="ctr">
            <a:spAutoFit/>
          </a:bodyPr>
          <a:lstStyle/>
          <a:p>
            <a:pPr algn="ctr"/>
            <a:r>
              <a:rPr sz="1300" b="1">
                <a:solidFill>
                  <a:srgbClr val="FFFFFF"/>
                </a:solidFill>
                <a:latin typeface="Arial"/>
              </a:rPr>
              <a:t>TEXTE LIBRE</a:t>
            </a:r>
          </a:p>
        </p:txBody>
      </p:sp>
      <p:sp>
        <p:nvSpPr>
          <p:cNvPr id="15" name="TextBox 14"/>
          <p:cNvSpPr txBox="1"/>
          <p:nvPr/>
        </p:nvSpPr>
        <p:spPr>
          <a:xfrm>
            <a:off x="5239512" y="2468880"/>
            <a:ext cx="1728216" cy="1051560"/>
          </a:xfrm>
          <a:prstGeom prst="rect">
            <a:avLst/>
          </a:prstGeom>
          <a:noFill/>
        </p:spPr>
        <p:txBody>
          <a:bodyPr wrap="square" lIns="45720" rIns="45720" anchor="ctr">
            <a:spAutoFit/>
          </a:bodyPr>
          <a:lstStyle/>
          <a:p>
            <a:pPr algn="ctr"/>
            <a:r>
              <a:rPr sz="1700" b="1">
                <a:solidFill>
                  <a:srgbClr val="FFFFFF"/>
                </a:solidFill>
                <a:latin typeface="Arial"/>
              </a:rPr>
              <a:t>synthèse
d’entretien</a:t>
            </a:r>
          </a:p>
        </p:txBody>
      </p:sp>
      <p:sp>
        <p:nvSpPr>
          <p:cNvPr id="16" name="Rounded Rectangle 15"/>
          <p:cNvSpPr/>
          <p:nvPr/>
        </p:nvSpPr>
        <p:spPr>
          <a:xfrm>
            <a:off x="7406640" y="1508760"/>
            <a:ext cx="2057400" cy="2743200"/>
          </a:xfrm>
          <a:prstGeom prst="roundRect">
            <a:avLst>
              <a:gd name="adj" fmla="val 8000"/>
            </a:avLst>
          </a:prstGeom>
          <a:solidFill>
            <a:srgbClr val="DA3641"/>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800" y="1783080"/>
            <a:ext cx="1783080" cy="320040"/>
          </a:xfrm>
          <a:prstGeom prst="rect">
            <a:avLst/>
          </a:prstGeom>
          <a:noFill/>
        </p:spPr>
        <p:txBody>
          <a:bodyPr wrap="square" lIns="45720" rIns="45720" anchor="ctr">
            <a:spAutoFit/>
          </a:bodyPr>
          <a:lstStyle/>
          <a:p>
            <a:pPr algn="ctr"/>
            <a:r>
              <a:rPr sz="1300" b="1">
                <a:solidFill>
                  <a:srgbClr val="FFFFFF"/>
                </a:solidFill>
                <a:latin typeface="Arial"/>
              </a:rPr>
              <a:t>SENSIBLE</a:t>
            </a:r>
          </a:p>
        </p:txBody>
      </p:sp>
      <p:sp>
        <p:nvSpPr>
          <p:cNvPr id="18" name="TextBox 17"/>
          <p:cNvSpPr txBox="1"/>
          <p:nvPr/>
        </p:nvSpPr>
        <p:spPr>
          <a:xfrm>
            <a:off x="7571231" y="2468880"/>
            <a:ext cx="1728216" cy="1051560"/>
          </a:xfrm>
          <a:prstGeom prst="rect">
            <a:avLst/>
          </a:prstGeom>
          <a:noFill/>
        </p:spPr>
        <p:txBody>
          <a:bodyPr wrap="square" lIns="45720" rIns="45720" anchor="ctr">
            <a:spAutoFit/>
          </a:bodyPr>
          <a:lstStyle/>
          <a:p>
            <a:pPr algn="ctr"/>
            <a:r>
              <a:rPr sz="1700" b="1">
                <a:solidFill>
                  <a:srgbClr val="FFFFFF"/>
                </a:solidFill>
                <a:latin typeface="Arial"/>
              </a:rPr>
              <a:t>nationalite_hors_ue</a:t>
            </a:r>
          </a:p>
        </p:txBody>
      </p:sp>
      <p:sp>
        <p:nvSpPr>
          <p:cNvPr id="19" name="Rounded Rectangle 18"/>
          <p:cNvSpPr/>
          <p:nvPr/>
        </p:nvSpPr>
        <p:spPr>
          <a:xfrm>
            <a:off x="9738359" y="1508760"/>
            <a:ext cx="2057400" cy="2743200"/>
          </a:xfrm>
          <a:prstGeom prst="roundRect">
            <a:avLst>
              <a:gd name="adj" fmla="val 8000"/>
            </a:avLst>
          </a:prstGeom>
          <a:solidFill>
            <a:srgbClr val="23925B"/>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19" y="1783080"/>
            <a:ext cx="1783080" cy="320040"/>
          </a:xfrm>
          <a:prstGeom prst="rect">
            <a:avLst/>
          </a:prstGeom>
          <a:noFill/>
        </p:spPr>
        <p:txBody>
          <a:bodyPr wrap="square" lIns="45720" rIns="45720" anchor="ctr">
            <a:spAutoFit/>
          </a:bodyPr>
          <a:lstStyle/>
          <a:p>
            <a:pPr algn="ctr"/>
            <a:r>
              <a:rPr sz="1300" b="1">
                <a:solidFill>
                  <a:srgbClr val="FFFFFF"/>
                </a:solidFill>
                <a:latin typeface="Arial"/>
              </a:rPr>
              <a:t>CIBLE</a:t>
            </a:r>
          </a:p>
        </p:txBody>
      </p:sp>
      <p:sp>
        <p:nvSpPr>
          <p:cNvPr id="21" name="TextBox 20"/>
          <p:cNvSpPr txBox="1"/>
          <p:nvPr/>
        </p:nvSpPr>
        <p:spPr>
          <a:xfrm>
            <a:off x="9902951" y="2468880"/>
            <a:ext cx="1728216" cy="1051560"/>
          </a:xfrm>
          <a:prstGeom prst="rect">
            <a:avLst/>
          </a:prstGeom>
          <a:noFill/>
        </p:spPr>
        <p:txBody>
          <a:bodyPr wrap="square" lIns="45720" rIns="45720" anchor="ctr">
            <a:spAutoFit/>
          </a:bodyPr>
          <a:lstStyle/>
          <a:p>
            <a:pPr algn="ctr"/>
            <a:r>
              <a:rPr sz="1700" b="1">
                <a:solidFill>
                  <a:srgbClr val="FFFFFF"/>
                </a:solidFill>
                <a:latin typeface="Arial"/>
              </a:rPr>
              <a:t>classe 0, 1 ou 2</a:t>
            </a:r>
          </a:p>
        </p:txBody>
      </p:sp>
      <p:sp>
        <p:nvSpPr>
          <p:cNvPr id="22" name="TextBox 21"/>
          <p:cNvSpPr txBox="1"/>
          <p:nvPr/>
        </p:nvSpPr>
        <p:spPr>
          <a:xfrm>
            <a:off x="594360" y="4709160"/>
            <a:ext cx="2560320" cy="320040"/>
          </a:xfrm>
          <a:prstGeom prst="rect">
            <a:avLst/>
          </a:prstGeom>
          <a:noFill/>
        </p:spPr>
        <p:txBody>
          <a:bodyPr wrap="square" lIns="45720" rIns="45720" anchor="ctr">
            <a:spAutoFit/>
          </a:bodyPr>
          <a:lstStyle/>
          <a:p>
            <a:pPr algn="l"/>
            <a:r>
              <a:rPr sz="1400" b="1" dirty="0" err="1">
                <a:solidFill>
                  <a:srgbClr val="00125B"/>
                </a:solidFill>
                <a:latin typeface="Arial"/>
              </a:rPr>
              <a:t>Limites</a:t>
            </a:r>
            <a:r>
              <a:rPr sz="1400" b="1" dirty="0">
                <a:solidFill>
                  <a:srgbClr val="00125B"/>
                </a:solidFill>
                <a:latin typeface="Arial"/>
              </a:rPr>
              <a:t> à </a:t>
            </a:r>
            <a:r>
              <a:rPr sz="1400" b="1" dirty="0" err="1">
                <a:solidFill>
                  <a:srgbClr val="00125B"/>
                </a:solidFill>
                <a:latin typeface="Arial"/>
              </a:rPr>
              <a:t>garder</a:t>
            </a:r>
            <a:r>
              <a:rPr sz="1400" b="1" dirty="0">
                <a:solidFill>
                  <a:srgbClr val="00125B"/>
                </a:solidFill>
                <a:latin typeface="Arial"/>
              </a:rPr>
              <a:t> </a:t>
            </a:r>
            <a:r>
              <a:rPr sz="1400" b="1" dirty="0" err="1">
                <a:solidFill>
                  <a:srgbClr val="00125B"/>
                </a:solidFill>
                <a:latin typeface="Arial"/>
              </a:rPr>
              <a:t>visibles</a:t>
            </a:r>
            <a:endParaRPr sz="1400" b="1" dirty="0">
              <a:solidFill>
                <a:srgbClr val="00125B"/>
              </a:solidFill>
              <a:latin typeface="Arial"/>
            </a:endParaRPr>
          </a:p>
        </p:txBody>
      </p:sp>
      <p:sp>
        <p:nvSpPr>
          <p:cNvPr id="23" name="Rounded Rectangle 22"/>
          <p:cNvSpPr/>
          <p:nvPr/>
        </p:nvSpPr>
        <p:spPr>
          <a:xfrm>
            <a:off x="2971800" y="4690872"/>
            <a:ext cx="2148840" cy="384048"/>
          </a:xfrm>
          <a:prstGeom prst="roundRect">
            <a:avLst>
              <a:gd name="adj" fmla="val 8000"/>
            </a:avLst>
          </a:prstGeom>
          <a:solidFill>
            <a:srgbClr val="F17E2F"/>
          </a:solidFill>
          <a:ln>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71800" y="4690872"/>
            <a:ext cx="2148840" cy="384048"/>
          </a:xfrm>
          <a:prstGeom prst="rect">
            <a:avLst/>
          </a:prstGeom>
          <a:noFill/>
        </p:spPr>
        <p:txBody>
          <a:bodyPr wrap="square" lIns="45720" rIns="45720" anchor="ctr">
            <a:spAutoFit/>
          </a:bodyPr>
          <a:lstStyle/>
          <a:p>
            <a:pPr algn="ctr"/>
            <a:r>
              <a:rPr sz="1200" b="1">
                <a:solidFill>
                  <a:srgbClr val="FFFFFF"/>
                </a:solidFill>
                <a:latin typeface="Arial"/>
              </a:rPr>
              <a:t>classe 2 minoritaire</a:t>
            </a:r>
          </a:p>
        </p:txBody>
      </p:sp>
      <p:sp>
        <p:nvSpPr>
          <p:cNvPr id="25" name="Rounded Rectangle 24"/>
          <p:cNvSpPr/>
          <p:nvPr/>
        </p:nvSpPr>
        <p:spPr>
          <a:xfrm>
            <a:off x="5303520" y="4690872"/>
            <a:ext cx="2148840" cy="384048"/>
          </a:xfrm>
          <a:prstGeom prst="roundRect">
            <a:avLst>
              <a:gd name="adj" fmla="val 8000"/>
            </a:avLst>
          </a:prstGeom>
          <a:solidFill>
            <a:srgbClr val="6548AA"/>
          </a:solidFill>
          <a:ln>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03520" y="4690872"/>
            <a:ext cx="2148840" cy="384048"/>
          </a:xfrm>
          <a:prstGeom prst="rect">
            <a:avLst/>
          </a:prstGeom>
          <a:noFill/>
        </p:spPr>
        <p:txBody>
          <a:bodyPr wrap="square" lIns="45720" rIns="45720" anchor="ctr">
            <a:spAutoFit/>
          </a:bodyPr>
          <a:lstStyle/>
          <a:p>
            <a:pPr algn="ctr"/>
            <a:r>
              <a:rPr sz="1200" b="1">
                <a:solidFill>
                  <a:srgbClr val="FFFFFF"/>
                </a:solidFill>
                <a:latin typeface="Arial"/>
              </a:rPr>
              <a:t>texte peu diversifié</a:t>
            </a:r>
          </a:p>
        </p:txBody>
      </p:sp>
      <p:sp>
        <p:nvSpPr>
          <p:cNvPr id="27" name="Rounded Rectangle 26"/>
          <p:cNvSpPr/>
          <p:nvPr/>
        </p:nvSpPr>
        <p:spPr>
          <a:xfrm>
            <a:off x="7635240" y="4690872"/>
            <a:ext cx="1920240" cy="384048"/>
          </a:xfrm>
          <a:prstGeom prst="roundRect">
            <a:avLst>
              <a:gd name="adj" fmla="val 8000"/>
            </a:avLst>
          </a:prstGeom>
          <a:solidFill>
            <a:srgbClr val="DA3641"/>
          </a:solidFill>
          <a:ln>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35240" y="4690872"/>
            <a:ext cx="1920240" cy="384048"/>
          </a:xfrm>
          <a:prstGeom prst="rect">
            <a:avLst/>
          </a:prstGeom>
          <a:noFill/>
        </p:spPr>
        <p:txBody>
          <a:bodyPr wrap="square" lIns="45720" rIns="45720" anchor="ctr">
            <a:spAutoFit/>
          </a:bodyPr>
          <a:lstStyle/>
          <a:p>
            <a:pPr algn="ctr"/>
            <a:r>
              <a:rPr sz="1200" b="1">
                <a:solidFill>
                  <a:srgbClr val="FFFFFF"/>
                </a:solidFill>
                <a:latin typeface="Arial"/>
              </a:rPr>
              <a:t>proxys possibles</a:t>
            </a:r>
          </a:p>
        </p:txBody>
      </p:sp>
      <p:sp>
        <p:nvSpPr>
          <p:cNvPr id="29" name="TextBox 28"/>
          <p:cNvSpPr txBox="1"/>
          <p:nvPr/>
        </p:nvSpPr>
        <p:spPr>
          <a:xfrm>
            <a:off x="685800" y="5513832"/>
            <a:ext cx="10789920" cy="384048"/>
          </a:xfrm>
          <a:prstGeom prst="rect">
            <a:avLst/>
          </a:prstGeom>
          <a:noFill/>
        </p:spPr>
        <p:txBody>
          <a:bodyPr wrap="square" lIns="45720" rIns="45720" anchor="ctr">
            <a:spAutoFit/>
          </a:bodyPr>
          <a:lstStyle/>
          <a:p>
            <a:pPr algn="ctr"/>
            <a:r>
              <a:rPr sz="1700" b="1">
                <a:solidFill>
                  <a:srgbClr val="1C2530"/>
                </a:solidFill>
                <a:latin typeface="Arial"/>
              </a:rPr>
              <a:t>Retirer une variable sensible directe ne suffit pas à garantir l’absence de biais.</a:t>
            </a:r>
          </a:p>
        </p:txBody>
      </p:sp>
      <p:sp>
        <p:nvSpPr>
          <p:cNvPr id="3" name="Titre 2">
            <a:extLst>
              <a:ext uri="{FF2B5EF4-FFF2-40B4-BE49-F238E27FC236}">
                <a16:creationId xmlns:a16="http://schemas.microsoft.com/office/drawing/2014/main" id="{36736304-8992-589B-7B1D-E089CE27A31B}"/>
              </a:ext>
            </a:extLst>
          </p:cNvPr>
          <p:cNvSpPr>
            <a:spLocks noGrp="1"/>
          </p:cNvSpPr>
          <p:nvPr>
            <p:ph type="title"/>
          </p:nvPr>
        </p:nvSpPr>
        <p:spPr/>
        <p:txBody>
          <a:bodyPr/>
          <a:lstStyle/>
          <a:p>
            <a:r>
              <a:rPr lang="fr-FR" b="1" dirty="0">
                <a:solidFill>
                  <a:srgbClr val="0073E6"/>
                </a:solidFill>
              </a:rPr>
              <a:t>Un même dossier combine données structurées, texte et cible</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F0BCB23D-FD46-46E2-1839-CF286D29291F}"/>
              </a:ext>
            </a:extLst>
          </p:cNvPr>
          <p:cNvSpPr>
            <a:spLocks noGrp="1"/>
          </p:cNvSpPr>
          <p:nvPr>
            <p:ph type="body" sz="quarter" idx="10"/>
          </p:nvPr>
        </p:nvSpPr>
        <p:spPr/>
        <p:txBody>
          <a:bodyPr/>
          <a:lstStyle/>
          <a:p>
            <a:r>
              <a:rPr lang="fr-FR" dirty="0">
                <a:solidFill>
                  <a:srgbClr val="00005C"/>
                </a:solidFill>
              </a:rPr>
              <a:t>2 500 dossiers • 10 colonnes • une variable sensible isolée</a:t>
            </a:r>
          </a:p>
          <a:p>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08760"/>
            <a:ext cx="1188720" cy="320040"/>
          </a:xfrm>
          <a:prstGeom prst="rect">
            <a:avLst/>
          </a:prstGeom>
          <a:noFill/>
        </p:spPr>
        <p:txBody>
          <a:bodyPr wrap="square" lIns="45720" rIns="45720" anchor="ctr">
            <a:spAutoFit/>
          </a:bodyPr>
          <a:lstStyle/>
          <a:p>
            <a:pPr algn="l"/>
            <a:r>
              <a:rPr sz="1500" b="1">
                <a:solidFill>
                  <a:srgbClr val="1C2530"/>
                </a:solidFill>
                <a:latin typeface="Arial"/>
              </a:rPr>
              <a:t>Classe 0</a:t>
            </a:r>
          </a:p>
        </p:txBody>
      </p:sp>
      <p:sp>
        <p:nvSpPr>
          <p:cNvPr id="8" name="Rectangle 7"/>
          <p:cNvSpPr/>
          <p:nvPr/>
        </p:nvSpPr>
        <p:spPr>
          <a:xfrm>
            <a:off x="1920240" y="1508760"/>
            <a:ext cx="5135270" cy="502920"/>
          </a:xfrm>
          <a:prstGeom prst="rect">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1508760"/>
            <a:ext cx="1828800" cy="502920"/>
          </a:xfrm>
          <a:prstGeom prst="rect">
            <a:avLst/>
          </a:prstGeom>
          <a:noFill/>
        </p:spPr>
        <p:txBody>
          <a:bodyPr wrap="square" lIns="45720" rIns="45720" anchor="ctr">
            <a:spAutoFit/>
          </a:bodyPr>
          <a:lstStyle/>
          <a:p>
            <a:pPr algn="l"/>
            <a:r>
              <a:rPr sz="1600" b="1">
                <a:solidFill>
                  <a:srgbClr val="FFFFFF"/>
                </a:solidFill>
                <a:latin typeface="Arial"/>
              </a:rPr>
              <a:t>37,44 %</a:t>
            </a:r>
          </a:p>
        </p:txBody>
      </p:sp>
      <p:sp>
        <p:nvSpPr>
          <p:cNvPr id="10" name="TextBox 9"/>
          <p:cNvSpPr txBox="1"/>
          <p:nvPr/>
        </p:nvSpPr>
        <p:spPr>
          <a:xfrm>
            <a:off x="640080" y="2560320"/>
            <a:ext cx="1188720" cy="320040"/>
          </a:xfrm>
          <a:prstGeom prst="rect">
            <a:avLst/>
          </a:prstGeom>
          <a:noFill/>
        </p:spPr>
        <p:txBody>
          <a:bodyPr wrap="square" lIns="45720" rIns="45720" anchor="ctr">
            <a:spAutoFit/>
          </a:bodyPr>
          <a:lstStyle/>
          <a:p>
            <a:pPr algn="l"/>
            <a:r>
              <a:rPr sz="1500" b="1">
                <a:solidFill>
                  <a:srgbClr val="1C2530"/>
                </a:solidFill>
                <a:latin typeface="Arial"/>
              </a:rPr>
              <a:t>Classe 1</a:t>
            </a:r>
          </a:p>
        </p:txBody>
      </p:sp>
      <p:sp>
        <p:nvSpPr>
          <p:cNvPr id="11" name="Rectangle 10"/>
          <p:cNvSpPr/>
          <p:nvPr/>
        </p:nvSpPr>
        <p:spPr>
          <a:xfrm>
            <a:off x="1920240" y="2560320"/>
            <a:ext cx="6100876" cy="502920"/>
          </a:xfrm>
          <a:prstGeom prst="rect">
            <a:avLst/>
          </a:prstGeom>
          <a:solidFill>
            <a:srgbClr val="37BEEB"/>
          </a:solidFill>
          <a:ln>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57400" y="2560320"/>
            <a:ext cx="1828800" cy="502920"/>
          </a:xfrm>
          <a:prstGeom prst="rect">
            <a:avLst/>
          </a:prstGeom>
          <a:noFill/>
        </p:spPr>
        <p:txBody>
          <a:bodyPr wrap="square" lIns="45720" rIns="45720" anchor="ctr">
            <a:spAutoFit/>
          </a:bodyPr>
          <a:lstStyle/>
          <a:p>
            <a:pPr algn="l"/>
            <a:r>
              <a:rPr sz="1600" b="1">
                <a:solidFill>
                  <a:srgbClr val="FFFFFF"/>
                </a:solidFill>
                <a:latin typeface="Arial"/>
              </a:rPr>
              <a:t>44,48 %</a:t>
            </a:r>
          </a:p>
        </p:txBody>
      </p:sp>
      <p:sp>
        <p:nvSpPr>
          <p:cNvPr id="13" name="TextBox 12"/>
          <p:cNvSpPr txBox="1"/>
          <p:nvPr/>
        </p:nvSpPr>
        <p:spPr>
          <a:xfrm>
            <a:off x="640080" y="3611879"/>
            <a:ext cx="1188720" cy="320040"/>
          </a:xfrm>
          <a:prstGeom prst="rect">
            <a:avLst/>
          </a:prstGeom>
          <a:noFill/>
        </p:spPr>
        <p:txBody>
          <a:bodyPr wrap="square" lIns="45720" rIns="45720" anchor="ctr">
            <a:spAutoFit/>
          </a:bodyPr>
          <a:lstStyle/>
          <a:p>
            <a:pPr algn="l"/>
            <a:r>
              <a:rPr sz="1500" b="1">
                <a:solidFill>
                  <a:srgbClr val="1C2530"/>
                </a:solidFill>
                <a:latin typeface="Arial"/>
              </a:rPr>
              <a:t>Classe 2</a:t>
            </a:r>
          </a:p>
        </p:txBody>
      </p:sp>
      <p:sp>
        <p:nvSpPr>
          <p:cNvPr id="14" name="Rectangle 13"/>
          <p:cNvSpPr/>
          <p:nvPr/>
        </p:nvSpPr>
        <p:spPr>
          <a:xfrm>
            <a:off x="1920240" y="3611879"/>
            <a:ext cx="2479852" cy="502920"/>
          </a:xfrm>
          <a:prstGeom prst="rect">
            <a:avLst/>
          </a:prstGeom>
          <a:solidFill>
            <a:srgbClr val="DA3641"/>
          </a:solidFill>
          <a:ln>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57400" y="3611879"/>
            <a:ext cx="1828800" cy="502920"/>
          </a:xfrm>
          <a:prstGeom prst="rect">
            <a:avLst/>
          </a:prstGeom>
          <a:noFill/>
        </p:spPr>
        <p:txBody>
          <a:bodyPr wrap="square" lIns="45720" rIns="45720" anchor="ctr">
            <a:spAutoFit/>
          </a:bodyPr>
          <a:lstStyle/>
          <a:p>
            <a:pPr algn="l"/>
            <a:r>
              <a:rPr sz="1600" b="1">
                <a:solidFill>
                  <a:srgbClr val="FFFFFF"/>
                </a:solidFill>
                <a:latin typeface="Arial"/>
              </a:rPr>
              <a:t>18,08 %</a:t>
            </a:r>
          </a:p>
        </p:txBody>
      </p:sp>
      <p:sp>
        <p:nvSpPr>
          <p:cNvPr id="16" name="Rounded Rectangle 15"/>
          <p:cNvSpPr/>
          <p:nvPr/>
        </p:nvSpPr>
        <p:spPr>
          <a:xfrm>
            <a:off x="8595360" y="1417320"/>
            <a:ext cx="2743200" cy="3246120"/>
          </a:xfrm>
          <a:prstGeom prst="roundRect">
            <a:avLst>
              <a:gd name="adj" fmla="val 8000"/>
            </a:avLst>
          </a:prstGeom>
          <a:solidFill>
            <a:srgbClr val="FFF3E7"/>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0" y="1673352"/>
            <a:ext cx="2194560" cy="292608"/>
          </a:xfrm>
          <a:prstGeom prst="rect">
            <a:avLst/>
          </a:prstGeom>
          <a:noFill/>
        </p:spPr>
        <p:txBody>
          <a:bodyPr wrap="square" lIns="45720" rIns="45720" anchor="ctr">
            <a:spAutoFit/>
          </a:bodyPr>
          <a:lstStyle/>
          <a:p>
            <a:pPr algn="ctr"/>
            <a:r>
              <a:rPr sz="1300" b="1">
                <a:solidFill>
                  <a:srgbClr val="F17E2F"/>
                </a:solidFill>
                <a:latin typeface="Arial"/>
              </a:rPr>
              <a:t>À SURVEILLER</a:t>
            </a:r>
          </a:p>
        </p:txBody>
      </p:sp>
      <p:sp>
        <p:nvSpPr>
          <p:cNvPr id="18" name="TextBox 17"/>
          <p:cNvSpPr txBox="1"/>
          <p:nvPr/>
        </p:nvSpPr>
        <p:spPr>
          <a:xfrm>
            <a:off x="8851392" y="2148840"/>
            <a:ext cx="2148840" cy="1762021"/>
          </a:xfrm>
          <a:prstGeom prst="rect">
            <a:avLst/>
          </a:prstGeom>
          <a:noFill/>
        </p:spPr>
        <p:txBody>
          <a:bodyPr wrap="square" lIns="73152" rIns="45720">
            <a:spAutoFit/>
          </a:bodyPr>
          <a:lstStyle/>
          <a:p>
            <a:pPr>
              <a:spcAft>
                <a:spcPts val="700"/>
              </a:spcAft>
              <a:defRPr sz="1300">
                <a:solidFill>
                  <a:srgbClr val="1C2530"/>
                </a:solidFill>
                <a:latin typeface="Arial"/>
              </a:defRPr>
            </a:pPr>
            <a:r>
              <a:rPr dirty="0"/>
              <a:t>• </a:t>
            </a:r>
            <a:r>
              <a:rPr dirty="0" err="1"/>
              <a:t>valeurs</a:t>
            </a:r>
            <a:r>
              <a:rPr dirty="0"/>
              <a:t> </a:t>
            </a:r>
            <a:r>
              <a:rPr dirty="0" err="1"/>
              <a:t>manquantes</a:t>
            </a:r>
            <a:r>
              <a:rPr dirty="0"/>
              <a:t> </a:t>
            </a:r>
            <a:r>
              <a:rPr dirty="0" err="1"/>
              <a:t>modérées</a:t>
            </a:r>
            <a:endParaRPr dirty="0"/>
          </a:p>
          <a:p>
            <a:pPr>
              <a:spcAft>
                <a:spcPts val="700"/>
              </a:spcAft>
              <a:defRPr sz="1300">
                <a:solidFill>
                  <a:srgbClr val="1C2530"/>
                </a:solidFill>
                <a:latin typeface="Arial"/>
              </a:defRPr>
            </a:pPr>
            <a:r>
              <a:rPr dirty="0"/>
              <a:t>• </a:t>
            </a:r>
            <a:r>
              <a:rPr dirty="0" err="1"/>
              <a:t>écarts</a:t>
            </a:r>
            <a:r>
              <a:rPr dirty="0"/>
              <a:t> </a:t>
            </a:r>
            <a:r>
              <a:rPr dirty="0" err="1"/>
              <a:t>liés</a:t>
            </a:r>
            <a:r>
              <a:rPr dirty="0"/>
              <a:t> à la </a:t>
            </a:r>
            <a:r>
              <a:rPr dirty="0" err="1"/>
              <a:t>nationalité</a:t>
            </a:r>
            <a:endParaRPr dirty="0"/>
          </a:p>
          <a:p>
            <a:pPr>
              <a:spcAft>
                <a:spcPts val="700"/>
              </a:spcAft>
              <a:defRPr sz="1300">
                <a:solidFill>
                  <a:srgbClr val="1C2530"/>
                </a:solidFill>
                <a:latin typeface="Arial"/>
              </a:defRPr>
            </a:pPr>
            <a:r>
              <a:rPr dirty="0"/>
              <a:t>• </a:t>
            </a:r>
            <a:r>
              <a:rPr dirty="0" err="1"/>
              <a:t>proxys</a:t>
            </a:r>
            <a:r>
              <a:rPr dirty="0"/>
              <a:t> : allocation, </a:t>
            </a:r>
            <a:r>
              <a:rPr dirty="0" err="1"/>
              <a:t>géographie</a:t>
            </a:r>
            <a:r>
              <a:rPr dirty="0"/>
              <a:t>, </a:t>
            </a:r>
            <a:r>
              <a:rPr dirty="0" err="1"/>
              <a:t>texte</a:t>
            </a:r>
            <a:endParaRPr dirty="0"/>
          </a:p>
          <a:p>
            <a:pPr>
              <a:spcAft>
                <a:spcPts val="700"/>
              </a:spcAft>
              <a:defRPr sz="1300">
                <a:solidFill>
                  <a:srgbClr val="1C2530"/>
                </a:solidFill>
                <a:latin typeface="Arial"/>
              </a:defRPr>
            </a:pPr>
            <a:r>
              <a:rPr dirty="0"/>
              <a:t>• </a:t>
            </a:r>
            <a:r>
              <a:rPr dirty="0" err="1"/>
              <a:t>texte</a:t>
            </a:r>
            <a:r>
              <a:rPr dirty="0"/>
              <a:t> </a:t>
            </a:r>
            <a:r>
              <a:rPr dirty="0" err="1"/>
              <a:t>répétitif</a:t>
            </a:r>
            <a:r>
              <a:rPr dirty="0"/>
              <a:t> : sur-</a:t>
            </a:r>
            <a:r>
              <a:rPr dirty="0" err="1"/>
              <a:t>apprentissage</a:t>
            </a:r>
            <a:endParaRPr dirty="0"/>
          </a:p>
        </p:txBody>
      </p:sp>
      <p:sp>
        <p:nvSpPr>
          <p:cNvPr id="3" name="Titre 2">
            <a:extLst>
              <a:ext uri="{FF2B5EF4-FFF2-40B4-BE49-F238E27FC236}">
                <a16:creationId xmlns:a16="http://schemas.microsoft.com/office/drawing/2014/main" id="{49E3EE81-5D26-14FE-10C5-F39E186E8FD0}"/>
              </a:ext>
            </a:extLst>
          </p:cNvPr>
          <p:cNvSpPr>
            <a:spLocks noGrp="1"/>
          </p:cNvSpPr>
          <p:nvPr>
            <p:ph type="title"/>
          </p:nvPr>
        </p:nvSpPr>
        <p:spPr/>
        <p:txBody>
          <a:bodyPr/>
          <a:lstStyle/>
          <a:p>
            <a:r>
              <a:rPr lang="fr-FR" b="1" dirty="0">
                <a:solidFill>
                  <a:srgbClr val="0073E6"/>
                </a:solidFill>
              </a:rPr>
              <a:t>La classe 2 est minoritaire : 18,08 % des dossiers</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35F0913C-BD43-CB11-1699-454CB42A0992}"/>
              </a:ext>
            </a:extLst>
          </p:cNvPr>
          <p:cNvSpPr>
            <a:spLocks noGrp="1"/>
          </p:cNvSpPr>
          <p:nvPr>
            <p:ph type="body" sz="quarter" idx="10"/>
          </p:nvPr>
        </p:nvSpPr>
        <p:spPr/>
        <p:txBody>
          <a:bodyPr/>
          <a:lstStyle/>
          <a:p>
            <a:r>
              <a:rPr lang="fr-FR" dirty="0">
                <a:solidFill>
                  <a:srgbClr val="00005C"/>
                </a:solidFill>
              </a:rPr>
              <a:t>Le déséquilibre et les proxys possibles guident la suite</a:t>
            </a:r>
          </a:p>
          <a:p>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Valeurs manquantes et imputation</a:t>
            </a:r>
          </a:p>
        </p:txBody>
      </p:sp>
      <p:sp>
        <p:nvSpPr>
          <p:cNvPr id="3" name="Text Placeholder 2"/>
          <p:cNvSpPr>
            <a:spLocks noGrp="1"/>
          </p:cNvSpPr>
          <p:nvPr>
            <p:ph type="body" sz="quarter" idx="10"/>
          </p:nvPr>
        </p:nvSpPr>
        <p:spPr/>
        <p:txBody>
          <a:bodyPr/>
          <a:lstStyle/>
          <a:p>
            <a:r>
              <a:rPr dirty="0"/>
              <a:t>Un </a:t>
            </a:r>
            <a:r>
              <a:rPr dirty="0" err="1"/>
              <a:t>blanc</a:t>
            </a:r>
            <a:r>
              <a:rPr dirty="0"/>
              <a:t> </a:t>
            </a:r>
            <a:r>
              <a:rPr dirty="0" err="1"/>
              <a:t>n’est</a:t>
            </a:r>
            <a:r>
              <a:rPr dirty="0"/>
              <a:t> </a:t>
            </a:r>
            <a:r>
              <a:rPr dirty="0" err="1"/>
              <a:t>ni</a:t>
            </a:r>
            <a:r>
              <a:rPr dirty="0"/>
              <a:t> </a:t>
            </a:r>
            <a:r>
              <a:rPr dirty="0" err="1"/>
              <a:t>automatiquement</a:t>
            </a:r>
            <a:r>
              <a:rPr dirty="0"/>
              <a:t> « Bac » au </a:t>
            </a:r>
            <a:r>
              <a:rPr dirty="0" err="1"/>
              <a:t>sens</a:t>
            </a:r>
            <a:r>
              <a:rPr dirty="0"/>
              <a:t> métier, </a:t>
            </a:r>
            <a:r>
              <a:rPr dirty="0" err="1"/>
              <a:t>ni</a:t>
            </a:r>
            <a:r>
              <a:rPr dirty="0"/>
              <a:t> « Sans diplôme »</a:t>
            </a:r>
          </a:p>
        </p:txBody>
      </p:sp>
      <p:sp>
        <p:nvSpPr>
          <p:cNvPr id="6" name="Rounded Rectangle 5"/>
          <p:cNvSpPr/>
          <p:nvPr/>
        </p:nvSpPr>
        <p:spPr>
          <a:xfrm>
            <a:off x="640080" y="1371600"/>
            <a:ext cx="5212080" cy="3566160"/>
          </a:xfrm>
          <a:prstGeom prst="roundRect">
            <a:avLst/>
          </a:prstGeom>
          <a:solidFill>
            <a:srgbClr val="EEF5FB"/>
          </a:solidFill>
          <a:ln w="15240">
            <a:solidFill>
              <a:srgbClr val="0070E6"/>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700" b="1">
                <a:solidFill>
                  <a:srgbClr val="0070E6"/>
                </a:solidFill>
              </a:defRPr>
            </a:pPr>
            <a:r>
              <a:rPr dirty="0">
                <a:latin typeface="+mj-lt"/>
              </a:rPr>
              <a:t>MANQUANTS OBSERVÉS</a:t>
            </a:r>
            <a:endParaRPr lang="fr-FR" dirty="0">
              <a:latin typeface="+mj-lt"/>
            </a:endParaRPr>
          </a:p>
          <a:p>
            <a:pPr algn="ctr">
              <a:defRPr sz="1700" b="1">
                <a:solidFill>
                  <a:srgbClr val="0070E6"/>
                </a:solidFill>
              </a:defRPr>
            </a:pPr>
            <a:endParaRPr dirty="0"/>
          </a:p>
          <a:p>
            <a:pPr>
              <a:spcAft>
                <a:spcPts val="600"/>
              </a:spcAft>
              <a:defRPr sz="1600">
                <a:solidFill>
                  <a:srgbClr val="1C2530"/>
                </a:solidFill>
              </a:defRPr>
            </a:pPr>
            <a:r>
              <a:rPr dirty="0"/>
              <a:t>• </a:t>
            </a:r>
            <a:r>
              <a:rPr dirty="0" err="1"/>
              <a:t>Âge</a:t>
            </a:r>
            <a:r>
              <a:rPr dirty="0"/>
              <a:t> : 4,88 % (122)</a:t>
            </a:r>
          </a:p>
          <a:p>
            <a:pPr>
              <a:spcAft>
                <a:spcPts val="600"/>
              </a:spcAft>
              <a:defRPr sz="1600">
                <a:solidFill>
                  <a:srgbClr val="1C2530"/>
                </a:solidFill>
              </a:defRPr>
            </a:pPr>
            <a:r>
              <a:rPr dirty="0"/>
              <a:t>• Diplôme : 3,36 % (84)</a:t>
            </a:r>
          </a:p>
          <a:p>
            <a:pPr>
              <a:spcAft>
                <a:spcPts val="600"/>
              </a:spcAft>
              <a:defRPr sz="1600">
                <a:solidFill>
                  <a:srgbClr val="1C2530"/>
                </a:solidFill>
              </a:defRPr>
            </a:pPr>
            <a:r>
              <a:rPr dirty="0"/>
              <a:t>• </a:t>
            </a:r>
            <a:r>
              <a:rPr dirty="0" err="1"/>
              <a:t>Synthèse</a:t>
            </a:r>
            <a:r>
              <a:rPr dirty="0"/>
              <a:t> : 3,24 % (81)</a:t>
            </a:r>
          </a:p>
          <a:p>
            <a:pPr>
              <a:spcAft>
                <a:spcPts val="600"/>
              </a:spcAft>
              <a:defRPr sz="1600">
                <a:solidFill>
                  <a:srgbClr val="1C2530"/>
                </a:solidFill>
              </a:defRPr>
            </a:pPr>
            <a:r>
              <a:rPr dirty="0"/>
              <a:t>• </a:t>
            </a:r>
            <a:r>
              <a:rPr dirty="0" err="1"/>
              <a:t>Statut</a:t>
            </a:r>
            <a:r>
              <a:rPr dirty="0"/>
              <a:t> </a:t>
            </a:r>
            <a:r>
              <a:rPr dirty="0" err="1"/>
              <a:t>allocataire</a:t>
            </a:r>
            <a:r>
              <a:rPr dirty="0"/>
              <a:t> : 1,76 % (44)</a:t>
            </a:r>
          </a:p>
        </p:txBody>
      </p:sp>
      <p:sp>
        <p:nvSpPr>
          <p:cNvPr id="7" name="Rounded Rectangle 6"/>
          <p:cNvSpPr/>
          <p:nvPr/>
        </p:nvSpPr>
        <p:spPr>
          <a:xfrm>
            <a:off x="6126480" y="1371600"/>
            <a:ext cx="5212080" cy="3566160"/>
          </a:xfrm>
          <a:prstGeom prst="roundRect">
            <a:avLst/>
          </a:prstGeom>
          <a:solidFill>
            <a:srgbClr val="FFFFFF"/>
          </a:solidFill>
          <a:ln w="15240">
            <a:solidFill>
              <a:srgbClr val="DA3641"/>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DA3641"/>
                </a:solidFill>
              </a:defRPr>
            </a:pPr>
            <a:r>
              <a:rPr dirty="0">
                <a:latin typeface="+mj-lt"/>
              </a:rPr>
              <a:t>TRAITEMENT ET LIMITE</a:t>
            </a:r>
            <a:endParaRPr lang="fr-FR" dirty="0">
              <a:latin typeface="+mj-lt"/>
            </a:endParaRPr>
          </a:p>
          <a:p>
            <a:pPr algn="ctr">
              <a:defRPr sz="1600" b="1">
                <a:solidFill>
                  <a:srgbClr val="DA3641"/>
                </a:solidFill>
              </a:defRPr>
            </a:pPr>
            <a:endParaRPr dirty="0"/>
          </a:p>
          <a:p>
            <a:pPr>
              <a:spcAft>
                <a:spcPts val="600"/>
              </a:spcAft>
              <a:defRPr sz="1500">
                <a:solidFill>
                  <a:srgbClr val="1C2530"/>
                </a:solidFill>
              </a:defRPr>
            </a:pPr>
            <a:r>
              <a:rPr dirty="0"/>
              <a:t>• Pipeline courant : mode pour les </a:t>
            </a:r>
            <a:r>
              <a:rPr dirty="0" err="1"/>
              <a:t>catégories</a:t>
            </a:r>
            <a:r>
              <a:rPr dirty="0"/>
              <a:t>.</a:t>
            </a:r>
          </a:p>
          <a:p>
            <a:pPr>
              <a:spcAft>
                <a:spcPts val="600"/>
              </a:spcAft>
              <a:defRPr sz="1500">
                <a:solidFill>
                  <a:srgbClr val="1C2530"/>
                </a:solidFill>
              </a:defRPr>
            </a:pPr>
            <a:r>
              <a:rPr dirty="0"/>
              <a:t>• Le mode du diplôme est « Bac » : 84 </a:t>
            </a:r>
            <a:r>
              <a:rPr dirty="0" err="1"/>
              <a:t>blancs</a:t>
            </a:r>
            <a:r>
              <a:rPr dirty="0"/>
              <a:t> </a:t>
            </a:r>
            <a:r>
              <a:rPr dirty="0" err="1"/>
              <a:t>sont</a:t>
            </a:r>
            <a:r>
              <a:rPr dirty="0"/>
              <a:t> </a:t>
            </a:r>
            <a:r>
              <a:rPr dirty="0" err="1"/>
              <a:t>donc</a:t>
            </a:r>
            <a:r>
              <a:rPr dirty="0"/>
              <a:t> </a:t>
            </a:r>
            <a:r>
              <a:rPr dirty="0" err="1"/>
              <a:t>imputés</a:t>
            </a:r>
            <a:r>
              <a:rPr dirty="0"/>
              <a:t> « Bac ».</a:t>
            </a:r>
          </a:p>
          <a:p>
            <a:pPr>
              <a:spcAft>
                <a:spcPts val="600"/>
              </a:spcAft>
              <a:defRPr sz="1500">
                <a:solidFill>
                  <a:srgbClr val="1C2530"/>
                </a:solidFill>
              </a:defRPr>
            </a:pPr>
            <a:r>
              <a:rPr dirty="0"/>
              <a:t>• À tester : </a:t>
            </a:r>
            <a:r>
              <a:rPr dirty="0" err="1"/>
              <a:t>modalité</a:t>
            </a:r>
            <a:r>
              <a:rPr dirty="0"/>
              <a:t> « inconnu » </a:t>
            </a:r>
            <a:r>
              <a:rPr dirty="0" err="1"/>
              <a:t>ou</a:t>
            </a:r>
            <a:r>
              <a:rPr dirty="0"/>
              <a:t> </a:t>
            </a:r>
            <a:r>
              <a:rPr dirty="0" err="1"/>
              <a:t>indicateur</a:t>
            </a:r>
            <a:r>
              <a:rPr dirty="0"/>
              <a:t> de donnée </a:t>
            </a:r>
            <a:r>
              <a:rPr dirty="0" err="1"/>
              <a:t>manquante</a:t>
            </a:r>
            <a:r>
              <a:rPr dirty="0"/>
              <a:t>.</a:t>
            </a:r>
          </a:p>
          <a:p>
            <a:pPr>
              <a:spcAft>
                <a:spcPts val="600"/>
              </a:spcAft>
              <a:defRPr sz="1500">
                <a:solidFill>
                  <a:srgbClr val="1C2530"/>
                </a:solidFill>
              </a:defRPr>
            </a:pPr>
            <a:r>
              <a:rPr dirty="0"/>
              <a:t>• À confirmer : </a:t>
            </a:r>
            <a:r>
              <a:rPr dirty="0" err="1"/>
              <a:t>sens</a:t>
            </a:r>
            <a:r>
              <a:rPr dirty="0"/>
              <a:t> du </a:t>
            </a:r>
            <a:r>
              <a:rPr dirty="0" err="1"/>
              <a:t>blanc</a:t>
            </a:r>
            <a:r>
              <a:rPr dirty="0"/>
              <a:t> dans la 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1508760"/>
            <a:ext cx="1874519" cy="1325880"/>
          </a:xfrm>
          <a:prstGeom prst="roundRect">
            <a:avLst>
              <a:gd name="adj" fmla="val 8000"/>
            </a:avLst>
          </a:prstGeom>
          <a:solidFill>
            <a:srgbClr val="5C6974"/>
          </a:solidFill>
          <a:ln w="12700">
            <a:solidFill>
              <a:srgbClr val="5C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115568" y="1298448"/>
            <a:ext cx="457200" cy="384048"/>
          </a:xfrm>
          <a:prstGeom prst="roundRect">
            <a:avLst>
              <a:gd name="adj" fmla="val 8000"/>
            </a:avLst>
          </a:prstGeom>
          <a:solidFill>
            <a:srgbClr val="5C6974"/>
          </a:solidFill>
          <a:ln>
            <a:solidFill>
              <a:srgbClr val="5C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1298448"/>
            <a:ext cx="457200" cy="384048"/>
          </a:xfrm>
          <a:prstGeom prst="rect">
            <a:avLst/>
          </a:prstGeom>
          <a:noFill/>
        </p:spPr>
        <p:txBody>
          <a:bodyPr wrap="square" lIns="45720" rIns="45720" anchor="ctr">
            <a:spAutoFit/>
          </a:bodyPr>
          <a:lstStyle/>
          <a:p>
            <a:pPr algn="ctr"/>
            <a:r>
              <a:rPr sz="1100" b="1">
                <a:solidFill>
                  <a:srgbClr val="FFFFFF"/>
                </a:solidFill>
                <a:latin typeface="Arial"/>
              </a:rPr>
              <a:t>1</a:t>
            </a:r>
          </a:p>
        </p:txBody>
      </p:sp>
      <p:sp>
        <p:nvSpPr>
          <p:cNvPr id="10" name="TextBox 9"/>
          <p:cNvSpPr txBox="1"/>
          <p:nvPr/>
        </p:nvSpPr>
        <p:spPr>
          <a:xfrm>
            <a:off x="566928" y="1783080"/>
            <a:ext cx="1572768" cy="685800"/>
          </a:xfrm>
          <a:prstGeom prst="rect">
            <a:avLst/>
          </a:prstGeom>
          <a:noFill/>
        </p:spPr>
        <p:txBody>
          <a:bodyPr wrap="square" lIns="45720" rIns="45720" anchor="ctr">
            <a:spAutoFit/>
          </a:bodyPr>
          <a:lstStyle/>
          <a:p>
            <a:pPr algn="ctr"/>
            <a:r>
              <a:rPr sz="1500" b="1">
                <a:solidFill>
                  <a:srgbClr val="FFFFFF"/>
                </a:solidFill>
                <a:latin typeface="Arial"/>
              </a:rPr>
              <a:t>Split stratifié</a:t>
            </a:r>
          </a:p>
        </p:txBody>
      </p:sp>
      <p:cxnSp>
        <p:nvCxnSpPr>
          <p:cNvPr id="11" name="Connector 10"/>
          <p:cNvCxnSpPr/>
          <p:nvPr/>
        </p:nvCxnSpPr>
        <p:spPr>
          <a:xfrm>
            <a:off x="2286000" y="216712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508760"/>
            <a:ext cx="1874519" cy="1325880"/>
          </a:xfrm>
          <a:prstGeom prst="roundRect">
            <a:avLst>
              <a:gd name="adj" fmla="val 8000"/>
            </a:avLst>
          </a:prstGeom>
          <a:solidFill>
            <a:srgbClr val="0070E6"/>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47288" y="1298448"/>
            <a:ext cx="457200"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47288" y="1298448"/>
            <a:ext cx="457200" cy="384048"/>
          </a:xfrm>
          <a:prstGeom prst="rect">
            <a:avLst/>
          </a:prstGeom>
          <a:noFill/>
        </p:spPr>
        <p:txBody>
          <a:bodyPr wrap="square" lIns="45720" rIns="45720" anchor="ctr">
            <a:spAutoFit/>
          </a:bodyPr>
          <a:lstStyle/>
          <a:p>
            <a:pPr algn="ctr"/>
            <a:r>
              <a:rPr sz="1100" b="1">
                <a:solidFill>
                  <a:srgbClr val="FFFFFF"/>
                </a:solidFill>
                <a:latin typeface="Arial"/>
              </a:rPr>
              <a:t>2</a:t>
            </a:r>
          </a:p>
        </p:txBody>
      </p:sp>
      <p:sp>
        <p:nvSpPr>
          <p:cNvPr id="15" name="TextBox 14"/>
          <p:cNvSpPr txBox="1"/>
          <p:nvPr/>
        </p:nvSpPr>
        <p:spPr>
          <a:xfrm>
            <a:off x="2898648" y="1783080"/>
            <a:ext cx="1572768" cy="685800"/>
          </a:xfrm>
          <a:prstGeom prst="rect">
            <a:avLst/>
          </a:prstGeom>
          <a:noFill/>
        </p:spPr>
        <p:txBody>
          <a:bodyPr wrap="square" lIns="45720" rIns="45720" anchor="ctr">
            <a:spAutoFit/>
          </a:bodyPr>
          <a:lstStyle/>
          <a:p>
            <a:pPr algn="ctr"/>
            <a:r>
              <a:rPr sz="1500" b="1">
                <a:solidFill>
                  <a:srgbClr val="FFFFFF"/>
                </a:solidFill>
                <a:latin typeface="Arial"/>
              </a:rPr>
              <a:t>Prétraitement
dans chaque fold</a:t>
            </a:r>
          </a:p>
        </p:txBody>
      </p:sp>
      <p:cxnSp>
        <p:nvCxnSpPr>
          <p:cNvPr id="16" name="Connector 15"/>
          <p:cNvCxnSpPr/>
          <p:nvPr/>
        </p:nvCxnSpPr>
        <p:spPr>
          <a:xfrm>
            <a:off x="4617720" y="216712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74920" y="1508760"/>
            <a:ext cx="1874519" cy="1325880"/>
          </a:xfrm>
          <a:prstGeom prst="roundRect">
            <a:avLst>
              <a:gd name="adj" fmla="val 8000"/>
            </a:avLst>
          </a:prstGeom>
          <a:solidFill>
            <a:srgbClr val="6548AA"/>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779008" y="1298448"/>
            <a:ext cx="457200" cy="384048"/>
          </a:xfrm>
          <a:prstGeom prst="roundRect">
            <a:avLst>
              <a:gd name="adj" fmla="val 8000"/>
            </a:avLst>
          </a:prstGeom>
          <a:solidFill>
            <a:srgbClr val="6548AA"/>
          </a:solidFill>
          <a:ln>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79008" y="1298448"/>
            <a:ext cx="457200" cy="384048"/>
          </a:xfrm>
          <a:prstGeom prst="rect">
            <a:avLst/>
          </a:prstGeom>
          <a:noFill/>
        </p:spPr>
        <p:txBody>
          <a:bodyPr wrap="square" lIns="45720" rIns="45720" anchor="ctr">
            <a:spAutoFit/>
          </a:bodyPr>
          <a:lstStyle/>
          <a:p>
            <a:pPr algn="ctr"/>
            <a:r>
              <a:rPr sz="1100" b="1">
                <a:solidFill>
                  <a:srgbClr val="FFFFFF"/>
                </a:solidFill>
                <a:latin typeface="Arial"/>
              </a:rPr>
              <a:t>3</a:t>
            </a:r>
          </a:p>
        </p:txBody>
      </p:sp>
      <p:sp>
        <p:nvSpPr>
          <p:cNvPr id="20" name="TextBox 19"/>
          <p:cNvSpPr txBox="1"/>
          <p:nvPr/>
        </p:nvSpPr>
        <p:spPr>
          <a:xfrm>
            <a:off x="5230368" y="1783080"/>
            <a:ext cx="1572768" cy="685800"/>
          </a:xfrm>
          <a:prstGeom prst="rect">
            <a:avLst/>
          </a:prstGeom>
          <a:noFill/>
        </p:spPr>
        <p:txBody>
          <a:bodyPr wrap="square" lIns="45720" rIns="45720" anchor="ctr">
            <a:spAutoFit/>
          </a:bodyPr>
          <a:lstStyle/>
          <a:p>
            <a:pPr algn="ctr"/>
            <a:r>
              <a:rPr sz="1500" b="1">
                <a:solidFill>
                  <a:srgbClr val="FFFFFF"/>
                </a:solidFill>
                <a:latin typeface="Arial"/>
              </a:rPr>
              <a:t>Prédictions OOF
validation croisée</a:t>
            </a:r>
          </a:p>
        </p:txBody>
      </p:sp>
      <p:cxnSp>
        <p:nvCxnSpPr>
          <p:cNvPr id="21" name="Connector 20"/>
          <p:cNvCxnSpPr/>
          <p:nvPr/>
        </p:nvCxnSpPr>
        <p:spPr>
          <a:xfrm>
            <a:off x="6949440" y="216712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06640" y="1508760"/>
            <a:ext cx="1874519" cy="1325880"/>
          </a:xfrm>
          <a:prstGeom prst="roundRect">
            <a:avLst>
              <a:gd name="adj" fmla="val 8000"/>
            </a:avLst>
          </a:prstGeom>
          <a:solidFill>
            <a:srgbClr val="F17E2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110727" y="1298448"/>
            <a:ext cx="457200" cy="384048"/>
          </a:xfrm>
          <a:prstGeom prst="roundRect">
            <a:avLst>
              <a:gd name="adj" fmla="val 8000"/>
            </a:avLst>
          </a:prstGeom>
          <a:solidFill>
            <a:srgbClr val="F17E2F"/>
          </a:solidFill>
          <a:ln>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10727" y="1298448"/>
            <a:ext cx="457200" cy="384048"/>
          </a:xfrm>
          <a:prstGeom prst="rect">
            <a:avLst/>
          </a:prstGeom>
          <a:noFill/>
        </p:spPr>
        <p:txBody>
          <a:bodyPr wrap="square" lIns="45720" rIns="45720" anchor="ctr">
            <a:spAutoFit/>
          </a:bodyPr>
          <a:lstStyle/>
          <a:p>
            <a:pPr algn="ctr"/>
            <a:r>
              <a:rPr sz="1100" b="1">
                <a:solidFill>
                  <a:srgbClr val="FFFFFF"/>
                </a:solidFill>
                <a:latin typeface="Arial"/>
              </a:rPr>
              <a:t>4</a:t>
            </a:r>
          </a:p>
        </p:txBody>
      </p:sp>
      <p:sp>
        <p:nvSpPr>
          <p:cNvPr id="25" name="TextBox 24"/>
          <p:cNvSpPr txBox="1"/>
          <p:nvPr/>
        </p:nvSpPr>
        <p:spPr>
          <a:xfrm>
            <a:off x="7562088" y="1783080"/>
            <a:ext cx="1572768" cy="685800"/>
          </a:xfrm>
          <a:prstGeom prst="rect">
            <a:avLst/>
          </a:prstGeom>
          <a:noFill/>
        </p:spPr>
        <p:txBody>
          <a:bodyPr wrap="square" lIns="45720" rIns="45720" anchor="ctr">
            <a:spAutoFit/>
          </a:bodyPr>
          <a:lstStyle/>
          <a:p>
            <a:pPr algn="ctr"/>
            <a:r>
              <a:rPr sz="1500" b="1">
                <a:solidFill>
                  <a:srgbClr val="FFFFFF"/>
                </a:solidFill>
                <a:latin typeface="Arial"/>
              </a:rPr>
              <a:t>Choix modèle
+ politique</a:t>
            </a:r>
          </a:p>
        </p:txBody>
      </p:sp>
      <p:cxnSp>
        <p:nvCxnSpPr>
          <p:cNvPr id="26" name="Connector 25"/>
          <p:cNvCxnSpPr/>
          <p:nvPr/>
        </p:nvCxnSpPr>
        <p:spPr>
          <a:xfrm>
            <a:off x="9281159" y="2167128"/>
            <a:ext cx="411481"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38359" y="1508760"/>
            <a:ext cx="1874519" cy="1325880"/>
          </a:xfrm>
          <a:prstGeom prst="roundRect">
            <a:avLst>
              <a:gd name="adj" fmla="val 8000"/>
            </a:avLst>
          </a:prstGeom>
          <a:solidFill>
            <a:srgbClr val="23925B"/>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442447" y="1298448"/>
            <a:ext cx="45720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42447" y="1298448"/>
            <a:ext cx="457200" cy="384048"/>
          </a:xfrm>
          <a:prstGeom prst="rect">
            <a:avLst/>
          </a:prstGeom>
          <a:noFill/>
        </p:spPr>
        <p:txBody>
          <a:bodyPr wrap="square" lIns="45720" rIns="45720" anchor="ctr">
            <a:spAutoFit/>
          </a:bodyPr>
          <a:lstStyle/>
          <a:p>
            <a:pPr algn="ctr"/>
            <a:r>
              <a:rPr sz="1100" b="1">
                <a:solidFill>
                  <a:srgbClr val="FFFFFF"/>
                </a:solidFill>
                <a:latin typeface="Arial"/>
              </a:rPr>
              <a:t>5</a:t>
            </a:r>
          </a:p>
        </p:txBody>
      </p:sp>
      <p:sp>
        <p:nvSpPr>
          <p:cNvPr id="30" name="TextBox 29"/>
          <p:cNvSpPr txBox="1"/>
          <p:nvPr/>
        </p:nvSpPr>
        <p:spPr>
          <a:xfrm>
            <a:off x="9893807" y="1783080"/>
            <a:ext cx="1572768" cy="685800"/>
          </a:xfrm>
          <a:prstGeom prst="rect">
            <a:avLst/>
          </a:prstGeom>
          <a:noFill/>
        </p:spPr>
        <p:txBody>
          <a:bodyPr wrap="square" lIns="45720" rIns="45720" anchor="ctr">
            <a:spAutoFit/>
          </a:bodyPr>
          <a:lstStyle/>
          <a:p>
            <a:pPr algn="ctr"/>
            <a:r>
              <a:rPr sz="1500" b="1">
                <a:solidFill>
                  <a:srgbClr val="FFFFFF"/>
                </a:solidFill>
                <a:latin typeface="Arial"/>
              </a:rPr>
              <a:t>Lecture finale
sur le test</a:t>
            </a:r>
          </a:p>
        </p:txBody>
      </p:sp>
      <p:sp>
        <p:nvSpPr>
          <p:cNvPr id="31" name="Rounded Rectangle 30"/>
          <p:cNvSpPr/>
          <p:nvPr/>
        </p:nvSpPr>
        <p:spPr>
          <a:xfrm>
            <a:off x="594360" y="3337560"/>
            <a:ext cx="6766560" cy="1463040"/>
          </a:xfrm>
          <a:prstGeom prst="roundRect">
            <a:avLst>
              <a:gd name="adj" fmla="val 8000"/>
            </a:avLst>
          </a:prstGeom>
          <a:solidFill>
            <a:srgbClr val="E8F4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3566160"/>
            <a:ext cx="2286000" cy="274320"/>
          </a:xfrm>
          <a:prstGeom prst="rect">
            <a:avLst/>
          </a:prstGeom>
          <a:noFill/>
        </p:spPr>
        <p:txBody>
          <a:bodyPr wrap="square" lIns="45720" rIns="45720" anchor="ctr">
            <a:spAutoFit/>
          </a:bodyPr>
          <a:lstStyle/>
          <a:p>
            <a:pPr algn="l"/>
            <a:r>
              <a:rPr sz="1300" b="1">
                <a:solidFill>
                  <a:srgbClr val="0070E6"/>
                </a:solidFill>
                <a:latin typeface="Arial"/>
              </a:rPr>
              <a:t>Ce que l’OOF limite</a:t>
            </a:r>
          </a:p>
        </p:txBody>
      </p:sp>
      <p:sp>
        <p:nvSpPr>
          <p:cNvPr id="33" name="TextBox 32"/>
          <p:cNvSpPr txBox="1"/>
          <p:nvPr/>
        </p:nvSpPr>
        <p:spPr>
          <a:xfrm>
            <a:off x="822960" y="3986784"/>
            <a:ext cx="6217920" cy="411480"/>
          </a:xfrm>
          <a:prstGeom prst="rect">
            <a:avLst/>
          </a:prstGeom>
          <a:noFill/>
        </p:spPr>
        <p:txBody>
          <a:bodyPr wrap="square" lIns="45720" rIns="45720" anchor="ctr">
            <a:spAutoFit/>
          </a:bodyPr>
          <a:lstStyle/>
          <a:p>
            <a:pPr algn="l"/>
            <a:r>
              <a:rPr sz="1700" b="0">
                <a:solidFill>
                  <a:srgbClr val="1C2530"/>
                </a:solidFill>
                <a:latin typeface="Arial"/>
              </a:rPr>
              <a:t>Les choix de modèle et de seuil ne sont pas fondés sur un seul split.</a:t>
            </a:r>
          </a:p>
        </p:txBody>
      </p:sp>
      <p:sp>
        <p:nvSpPr>
          <p:cNvPr id="34" name="Rounded Rectangle 33"/>
          <p:cNvSpPr/>
          <p:nvPr/>
        </p:nvSpPr>
        <p:spPr>
          <a:xfrm>
            <a:off x="7635240" y="3337560"/>
            <a:ext cx="3703320" cy="146304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09560" y="3566160"/>
            <a:ext cx="1143000" cy="274320"/>
          </a:xfrm>
          <a:prstGeom prst="rect">
            <a:avLst/>
          </a:prstGeom>
          <a:noFill/>
        </p:spPr>
        <p:txBody>
          <a:bodyPr wrap="square" lIns="45720" rIns="45720" anchor="ctr">
            <a:spAutoFit/>
          </a:bodyPr>
          <a:lstStyle/>
          <a:p>
            <a:pPr algn="l"/>
            <a:r>
              <a:rPr sz="1300" b="1">
                <a:solidFill>
                  <a:srgbClr val="DA3641"/>
                </a:solidFill>
                <a:latin typeface="Arial"/>
              </a:rPr>
              <a:t>RÉSERVE</a:t>
            </a:r>
          </a:p>
        </p:txBody>
      </p:sp>
      <p:sp>
        <p:nvSpPr>
          <p:cNvPr id="36" name="TextBox 35"/>
          <p:cNvSpPr txBox="1"/>
          <p:nvPr/>
        </p:nvSpPr>
        <p:spPr>
          <a:xfrm>
            <a:off x="7909560" y="3931920"/>
            <a:ext cx="3063240" cy="594360"/>
          </a:xfrm>
          <a:prstGeom prst="rect">
            <a:avLst/>
          </a:prstGeom>
          <a:noFill/>
        </p:spPr>
        <p:txBody>
          <a:bodyPr wrap="square" lIns="45720" rIns="45720" anchor="ctr">
            <a:spAutoFit/>
          </a:bodyPr>
          <a:lstStyle/>
          <a:p>
            <a:pPr algn="l"/>
            <a:r>
              <a:rPr sz="1600" b="1">
                <a:solidFill>
                  <a:srgbClr val="1C2530"/>
                </a:solidFill>
                <a:latin typeface="Arial"/>
              </a:rPr>
              <a:t>Test déjà consulté auparavant
→ lecture finale, pas preuve vierge</a:t>
            </a:r>
          </a:p>
        </p:txBody>
      </p:sp>
      <p:sp>
        <p:nvSpPr>
          <p:cNvPr id="37" name="TextBox 36"/>
          <p:cNvSpPr txBox="1"/>
          <p:nvPr/>
        </p:nvSpPr>
        <p:spPr>
          <a:xfrm>
            <a:off x="640080" y="5285232"/>
            <a:ext cx="10972800" cy="320040"/>
          </a:xfrm>
          <a:prstGeom prst="rect">
            <a:avLst/>
          </a:prstGeom>
          <a:noFill/>
        </p:spPr>
        <p:txBody>
          <a:bodyPr wrap="square" lIns="45720" rIns="45720" anchor="ctr">
            <a:spAutoFit/>
          </a:bodyPr>
          <a:lstStyle/>
          <a:p>
            <a:pPr algn="ctr"/>
            <a:r>
              <a:rPr sz="1400" b="0">
                <a:solidFill>
                  <a:srgbClr val="5C6974"/>
                </a:solidFill>
                <a:latin typeface="Arial"/>
              </a:rPr>
              <a:t>Prétraitements : imputation • encodages • TF-IDF • extraction du département INSEE</a:t>
            </a:r>
          </a:p>
        </p:txBody>
      </p:sp>
      <p:sp>
        <p:nvSpPr>
          <p:cNvPr id="3" name="Titre 2">
            <a:extLst>
              <a:ext uri="{FF2B5EF4-FFF2-40B4-BE49-F238E27FC236}">
                <a16:creationId xmlns:a16="http://schemas.microsoft.com/office/drawing/2014/main" id="{C817A641-94F5-C6E1-A046-DFD7BC15A9F5}"/>
              </a:ext>
            </a:extLst>
          </p:cNvPr>
          <p:cNvSpPr>
            <a:spLocks noGrp="1"/>
          </p:cNvSpPr>
          <p:nvPr>
            <p:ph type="title"/>
          </p:nvPr>
        </p:nvSpPr>
        <p:spPr/>
        <p:txBody>
          <a:bodyPr/>
          <a:lstStyle/>
          <a:p>
            <a:r>
              <a:rPr lang="fr-FR" b="1" dirty="0">
                <a:solidFill>
                  <a:srgbClr val="0073E6"/>
                </a:solidFill>
              </a:rPr>
              <a:t>Les choix reposent sur l’OOF, avec une réserve sur le test</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2FED6189-54B9-9B23-9649-711A3C6D37FE}"/>
              </a:ext>
            </a:extLst>
          </p:cNvPr>
          <p:cNvSpPr>
            <a:spLocks noGrp="1"/>
          </p:cNvSpPr>
          <p:nvPr>
            <p:ph type="body" sz="quarter" idx="10"/>
          </p:nvPr>
        </p:nvSpPr>
        <p:spPr/>
        <p:txBody>
          <a:bodyPr/>
          <a:lstStyle/>
          <a:p>
            <a:r>
              <a:rPr lang="fr-FR" dirty="0">
                <a:solidFill>
                  <a:srgbClr val="00005C"/>
                </a:solidFill>
              </a:rPr>
              <a:t>Le test final a été consulté dans une version antérieure : il n’est pas présenté comme totalement vierge</a:t>
            </a:r>
          </a:p>
          <a:p>
            <a:endParaRPr lang="fr-FR" dirty="0">
              <a:solidFill>
                <a:srgbClr val="00005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Comparaison des modèles en validation croisée</a:t>
            </a:r>
          </a:p>
        </p:txBody>
      </p:sp>
      <p:sp>
        <p:nvSpPr>
          <p:cNvPr id="3" name="Text Placeholder 2"/>
          <p:cNvSpPr>
            <a:spLocks noGrp="1"/>
          </p:cNvSpPr>
          <p:nvPr>
            <p:ph type="body" sz="quarter" idx="10"/>
          </p:nvPr>
        </p:nvSpPr>
        <p:spPr/>
        <p:txBody>
          <a:bodyPr/>
          <a:lstStyle/>
          <a:p>
            <a:r>
              <a:rPr dirty="0" err="1"/>
              <a:t>Moyennes</a:t>
            </a:r>
            <a:r>
              <a:rPr dirty="0"/>
              <a:t> avant tuning final</a:t>
            </a:r>
          </a:p>
        </p:txBody>
      </p:sp>
      <p:sp>
        <p:nvSpPr>
          <p:cNvPr id="5" name="Rounded Rectangle 4"/>
          <p:cNvSpPr/>
          <p:nvPr/>
        </p:nvSpPr>
        <p:spPr>
          <a:xfrm>
            <a:off x="320040" y="1325880"/>
            <a:ext cx="2194560" cy="658368"/>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Scénario</a:t>
            </a:r>
          </a:p>
        </p:txBody>
      </p:sp>
      <p:sp>
        <p:nvSpPr>
          <p:cNvPr id="6" name="Rounded Rectangle 5"/>
          <p:cNvSpPr/>
          <p:nvPr/>
        </p:nvSpPr>
        <p:spPr>
          <a:xfrm>
            <a:off x="2514600" y="1325880"/>
            <a:ext cx="2240280" cy="658368"/>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Logistic Reg.</a:t>
            </a:r>
          </a:p>
        </p:txBody>
      </p:sp>
      <p:sp>
        <p:nvSpPr>
          <p:cNvPr id="7" name="Rounded Rectangle 6"/>
          <p:cNvSpPr/>
          <p:nvPr/>
        </p:nvSpPr>
        <p:spPr>
          <a:xfrm>
            <a:off x="4754879" y="1325880"/>
            <a:ext cx="2240280" cy="658368"/>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Random Forest</a:t>
            </a:r>
          </a:p>
        </p:txBody>
      </p:sp>
      <p:sp>
        <p:nvSpPr>
          <p:cNvPr id="9" name="Rounded Rectangle 8"/>
          <p:cNvSpPr/>
          <p:nvPr/>
        </p:nvSpPr>
        <p:spPr>
          <a:xfrm>
            <a:off x="9235440" y="1325880"/>
            <a:ext cx="2240280" cy="658368"/>
          </a:xfrm>
          <a:prstGeom prst="roundRect">
            <a:avLst/>
          </a:prstGeom>
          <a:solidFill>
            <a:srgbClr val="00125B"/>
          </a:solidFill>
          <a:ln w="13970">
            <a:solidFill>
              <a:srgbClr val="00005C"/>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LightGBM</a:t>
            </a:r>
          </a:p>
        </p:txBody>
      </p:sp>
      <p:sp>
        <p:nvSpPr>
          <p:cNvPr id="10" name="Rounded Rectangle 9"/>
          <p:cNvSpPr/>
          <p:nvPr/>
        </p:nvSpPr>
        <p:spPr>
          <a:xfrm>
            <a:off x="320040" y="1984248"/>
            <a:ext cx="219456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200" b="1">
                <a:solidFill>
                  <a:srgbClr val="1C2530"/>
                </a:solidFill>
                <a:latin typeface="Arial"/>
              </a:rPr>
              <a:t>S1 complet</a:t>
            </a:r>
          </a:p>
        </p:txBody>
      </p:sp>
      <p:sp>
        <p:nvSpPr>
          <p:cNvPr id="11" name="Rounded Rectangle 10"/>
          <p:cNvSpPr/>
          <p:nvPr/>
        </p:nvSpPr>
        <p:spPr>
          <a:xfrm>
            <a:off x="2514600" y="1984248"/>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0,665 / 0,669</a:t>
            </a:r>
          </a:p>
        </p:txBody>
      </p:sp>
      <p:sp>
        <p:nvSpPr>
          <p:cNvPr id="12" name="Rounded Rectangle 11"/>
          <p:cNvSpPr/>
          <p:nvPr/>
        </p:nvSpPr>
        <p:spPr>
          <a:xfrm>
            <a:off x="4754879" y="1984248"/>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0,653 / 0,710</a:t>
            </a:r>
          </a:p>
        </p:txBody>
      </p:sp>
      <p:sp>
        <p:nvSpPr>
          <p:cNvPr id="13" name="Rounded Rectangle 12"/>
          <p:cNvSpPr/>
          <p:nvPr/>
        </p:nvSpPr>
        <p:spPr>
          <a:xfrm>
            <a:off x="6995160" y="1984248"/>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0,708 / 0,572</a:t>
            </a:r>
          </a:p>
        </p:txBody>
      </p:sp>
      <p:sp>
        <p:nvSpPr>
          <p:cNvPr id="14" name="Rounded Rectangle 13"/>
          <p:cNvSpPr/>
          <p:nvPr/>
        </p:nvSpPr>
        <p:spPr>
          <a:xfrm>
            <a:off x="9235440" y="1984248"/>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0,686 / 0,608</a:t>
            </a:r>
          </a:p>
        </p:txBody>
      </p:sp>
      <p:sp>
        <p:nvSpPr>
          <p:cNvPr id="15" name="Rounded Rectangle 14"/>
          <p:cNvSpPr/>
          <p:nvPr/>
        </p:nvSpPr>
        <p:spPr>
          <a:xfrm>
            <a:off x="320040" y="2642615"/>
            <a:ext cx="2194560" cy="658368"/>
          </a:xfrm>
          <a:prstGeom prst="roundRect">
            <a:avLst/>
          </a:prstGeom>
          <a:solidFill>
            <a:schemeClr val="accent5">
              <a:lumMod val="40000"/>
              <a:lumOff val="60000"/>
            </a:schemeClr>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200" b="1" dirty="0">
                <a:solidFill>
                  <a:srgbClr val="1C2530"/>
                </a:solidFill>
                <a:latin typeface="Arial"/>
              </a:rPr>
              <a:t>S2 sans </a:t>
            </a:r>
            <a:r>
              <a:rPr sz="1200" b="1" dirty="0" err="1">
                <a:solidFill>
                  <a:srgbClr val="1C2530"/>
                </a:solidFill>
                <a:latin typeface="Arial"/>
              </a:rPr>
              <a:t>nationalité</a:t>
            </a:r>
            <a:endParaRPr sz="1200" b="1" dirty="0">
              <a:solidFill>
                <a:srgbClr val="1C2530"/>
              </a:solidFill>
              <a:latin typeface="Arial"/>
            </a:endParaRPr>
          </a:p>
        </p:txBody>
      </p:sp>
      <p:sp>
        <p:nvSpPr>
          <p:cNvPr id="16" name="Rounded Rectangle 15"/>
          <p:cNvSpPr/>
          <p:nvPr/>
        </p:nvSpPr>
        <p:spPr>
          <a:xfrm>
            <a:off x="2514600" y="2642615"/>
            <a:ext cx="2240280" cy="658368"/>
          </a:xfrm>
          <a:prstGeom prst="roundRect">
            <a:avLst/>
          </a:prstGeom>
          <a:solidFill>
            <a:schemeClr val="accent5">
              <a:lumMod val="40000"/>
              <a:lumOff val="60000"/>
            </a:schemeClr>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0,660 / 0,674</a:t>
            </a:r>
          </a:p>
        </p:txBody>
      </p:sp>
      <p:sp>
        <p:nvSpPr>
          <p:cNvPr id="17" name="Rounded Rectangle 16"/>
          <p:cNvSpPr/>
          <p:nvPr/>
        </p:nvSpPr>
        <p:spPr>
          <a:xfrm>
            <a:off x="4754879" y="2642615"/>
            <a:ext cx="2240280" cy="658368"/>
          </a:xfrm>
          <a:prstGeom prst="roundRect">
            <a:avLst/>
          </a:prstGeom>
          <a:solidFill>
            <a:schemeClr val="accent5">
              <a:lumMod val="40000"/>
              <a:lumOff val="60000"/>
            </a:schemeClr>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0,645 / 0,694</a:t>
            </a:r>
          </a:p>
        </p:txBody>
      </p:sp>
      <p:sp>
        <p:nvSpPr>
          <p:cNvPr id="18" name="Rounded Rectangle 17"/>
          <p:cNvSpPr/>
          <p:nvPr/>
        </p:nvSpPr>
        <p:spPr>
          <a:xfrm>
            <a:off x="6995160" y="2642615"/>
            <a:ext cx="2240280" cy="658368"/>
          </a:xfrm>
          <a:prstGeom prst="roundRect">
            <a:avLst/>
          </a:prstGeom>
          <a:solidFill>
            <a:schemeClr val="accent5">
              <a:lumMod val="40000"/>
              <a:lumOff val="60000"/>
            </a:schemeClr>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0,681 / 0,558</a:t>
            </a:r>
          </a:p>
        </p:txBody>
      </p:sp>
      <p:sp>
        <p:nvSpPr>
          <p:cNvPr id="19" name="Rounded Rectangle 18"/>
          <p:cNvSpPr/>
          <p:nvPr/>
        </p:nvSpPr>
        <p:spPr>
          <a:xfrm>
            <a:off x="9235440" y="2642615"/>
            <a:ext cx="2240280" cy="658368"/>
          </a:xfrm>
          <a:prstGeom prst="roundRect">
            <a:avLst/>
          </a:prstGeom>
          <a:solidFill>
            <a:schemeClr val="accent5">
              <a:lumMod val="40000"/>
              <a:lumOff val="60000"/>
            </a:schemeClr>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0,664 / 0,591</a:t>
            </a:r>
          </a:p>
        </p:txBody>
      </p:sp>
      <p:sp>
        <p:nvSpPr>
          <p:cNvPr id="20" name="Rounded Rectangle 19"/>
          <p:cNvSpPr/>
          <p:nvPr/>
        </p:nvSpPr>
        <p:spPr>
          <a:xfrm>
            <a:off x="320040" y="3300984"/>
            <a:ext cx="219456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200" b="1" dirty="0">
                <a:solidFill>
                  <a:srgbClr val="1C2530"/>
                </a:solidFill>
                <a:latin typeface="Arial"/>
              </a:rPr>
              <a:t>S3 </a:t>
            </a:r>
            <a:r>
              <a:rPr sz="1200" b="1" dirty="0" err="1">
                <a:solidFill>
                  <a:srgbClr val="1C2530"/>
                </a:solidFill>
                <a:latin typeface="Arial"/>
              </a:rPr>
              <a:t>texte</a:t>
            </a:r>
            <a:r>
              <a:rPr sz="1200" b="1" dirty="0">
                <a:solidFill>
                  <a:srgbClr val="1C2530"/>
                </a:solidFill>
                <a:latin typeface="Arial"/>
              </a:rPr>
              <a:t> seul</a:t>
            </a:r>
          </a:p>
        </p:txBody>
      </p:sp>
      <p:sp>
        <p:nvSpPr>
          <p:cNvPr id="21" name="Rounded Rectangle 20"/>
          <p:cNvSpPr/>
          <p:nvPr/>
        </p:nvSpPr>
        <p:spPr>
          <a:xfrm>
            <a:off x="2514600" y="3300984"/>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0,635 / 0,661</a:t>
            </a:r>
          </a:p>
        </p:txBody>
      </p:sp>
      <p:sp>
        <p:nvSpPr>
          <p:cNvPr id="22" name="Rounded Rectangle 21"/>
          <p:cNvSpPr/>
          <p:nvPr/>
        </p:nvSpPr>
        <p:spPr>
          <a:xfrm>
            <a:off x="4754879" y="3300984"/>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0,635 / 0,661</a:t>
            </a:r>
          </a:p>
        </p:txBody>
      </p:sp>
      <p:sp>
        <p:nvSpPr>
          <p:cNvPr id="23" name="Rounded Rectangle 22"/>
          <p:cNvSpPr/>
          <p:nvPr/>
        </p:nvSpPr>
        <p:spPr>
          <a:xfrm>
            <a:off x="6995160" y="3300984"/>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0,635 / 0,661</a:t>
            </a:r>
          </a:p>
        </p:txBody>
      </p:sp>
      <p:sp>
        <p:nvSpPr>
          <p:cNvPr id="24" name="Rounded Rectangle 23"/>
          <p:cNvSpPr/>
          <p:nvPr/>
        </p:nvSpPr>
        <p:spPr>
          <a:xfrm>
            <a:off x="9235440" y="3300984"/>
            <a:ext cx="2240280" cy="658368"/>
          </a:xfrm>
          <a:prstGeom prst="roundRect">
            <a:avLst/>
          </a:prstGeom>
          <a:solidFill>
            <a:srgbClr val="EEF5FB"/>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0,635 / 0,661</a:t>
            </a:r>
          </a:p>
        </p:txBody>
      </p:sp>
      <p:sp>
        <p:nvSpPr>
          <p:cNvPr id="25" name="Rounded Rectangle 24"/>
          <p:cNvSpPr/>
          <p:nvPr/>
        </p:nvSpPr>
        <p:spPr>
          <a:xfrm>
            <a:off x="320040" y="3959352"/>
            <a:ext cx="2194560" cy="658368"/>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200" b="1">
                <a:solidFill>
                  <a:srgbClr val="1C2530"/>
                </a:solidFill>
                <a:latin typeface="Arial"/>
              </a:rPr>
              <a:t>S4 tabulaire seul</a:t>
            </a:r>
          </a:p>
        </p:txBody>
      </p:sp>
      <p:sp>
        <p:nvSpPr>
          <p:cNvPr id="26" name="Rounded Rectangle 25"/>
          <p:cNvSpPr/>
          <p:nvPr/>
        </p:nvSpPr>
        <p:spPr>
          <a:xfrm>
            <a:off x="2514600" y="3959352"/>
            <a:ext cx="2240280" cy="658368"/>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0,526 / 0,566</a:t>
            </a:r>
          </a:p>
        </p:txBody>
      </p:sp>
      <p:sp>
        <p:nvSpPr>
          <p:cNvPr id="27" name="Rounded Rectangle 26"/>
          <p:cNvSpPr/>
          <p:nvPr/>
        </p:nvSpPr>
        <p:spPr>
          <a:xfrm>
            <a:off x="4754879" y="3959352"/>
            <a:ext cx="2240280" cy="658368"/>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0,672 / 0,589</a:t>
            </a:r>
          </a:p>
        </p:txBody>
      </p:sp>
      <p:sp>
        <p:nvSpPr>
          <p:cNvPr id="28" name="Rounded Rectangle 27"/>
          <p:cNvSpPr/>
          <p:nvPr/>
        </p:nvSpPr>
        <p:spPr>
          <a:xfrm>
            <a:off x="6995160" y="3959352"/>
            <a:ext cx="2240280" cy="658368"/>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0,664 / 0,467</a:t>
            </a:r>
          </a:p>
        </p:txBody>
      </p:sp>
      <p:sp>
        <p:nvSpPr>
          <p:cNvPr id="29" name="Rounded Rectangle 28"/>
          <p:cNvSpPr/>
          <p:nvPr/>
        </p:nvSpPr>
        <p:spPr>
          <a:xfrm>
            <a:off x="9235440" y="3959352"/>
            <a:ext cx="2240280" cy="658368"/>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0">
                <a:solidFill>
                  <a:srgbClr val="1C2530"/>
                </a:solidFill>
                <a:latin typeface="Arial"/>
              </a:rPr>
              <a:t>0,643 / 0,555</a:t>
            </a:r>
          </a:p>
        </p:txBody>
      </p:sp>
      <p:sp>
        <p:nvSpPr>
          <p:cNvPr id="30" name="Rounded Rectangle 29"/>
          <p:cNvSpPr/>
          <p:nvPr/>
        </p:nvSpPr>
        <p:spPr>
          <a:xfrm>
            <a:off x="502920" y="5095874"/>
            <a:ext cx="10972800" cy="502920"/>
          </a:xfrm>
          <a:prstGeom prst="roundRect">
            <a:avLst/>
          </a:prstGeom>
          <a:solidFill>
            <a:srgbClr val="FBECEF"/>
          </a:solidFill>
          <a:ln w="13970">
            <a:solidFill>
              <a:srgbClr val="DA3641"/>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300" b="1">
                <a:solidFill>
                  <a:srgbClr val="DA3641"/>
                </a:solidFill>
                <a:latin typeface="Arial"/>
              </a:rPr>
              <a:t>Lecture : dans S2, XGBoost a le meilleur F1 de la grille, mais Random Forest et Logistic Regression ont un meilleur rappel classe 2.</a:t>
            </a:r>
          </a:p>
        </p:txBody>
      </p:sp>
      <p:sp>
        <p:nvSpPr>
          <p:cNvPr id="8" name="Rounded Rectangle 7"/>
          <p:cNvSpPr/>
          <p:nvPr/>
        </p:nvSpPr>
        <p:spPr>
          <a:xfrm>
            <a:off x="6995160" y="1325880"/>
            <a:ext cx="2240280" cy="658368"/>
          </a:xfrm>
          <a:prstGeom prst="roundRect">
            <a:avLst/>
          </a:prstGeom>
          <a:solidFill>
            <a:srgbClr val="00125B"/>
          </a:solidFill>
          <a:ln w="38100">
            <a:solidFill>
              <a:schemeClr val="accent4">
                <a:lumMod val="75000"/>
              </a:schemeClr>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XGBoost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685800"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85800" cy="384048"/>
          </a:xfrm>
          <a:prstGeom prst="rect">
            <a:avLst/>
          </a:prstGeom>
          <a:noFill/>
        </p:spPr>
        <p:txBody>
          <a:bodyPr wrap="square" lIns="45720" rIns="45720" anchor="ctr">
            <a:spAutoFit/>
          </a:bodyPr>
          <a:lstStyle/>
          <a:p>
            <a:pPr algn="ctr"/>
            <a:r>
              <a:rPr sz="1200" b="1">
                <a:solidFill>
                  <a:srgbClr val="FFFFFF"/>
                </a:solidFill>
                <a:latin typeface="Arial"/>
              </a:rPr>
              <a:t>S1</a:t>
            </a:r>
          </a:p>
        </p:txBody>
      </p:sp>
      <p:sp>
        <p:nvSpPr>
          <p:cNvPr id="9" name="TextBox 8"/>
          <p:cNvSpPr txBox="1"/>
          <p:nvPr/>
        </p:nvSpPr>
        <p:spPr>
          <a:xfrm>
            <a:off x="1344168" y="1289304"/>
            <a:ext cx="9875520" cy="438912"/>
          </a:xfrm>
          <a:prstGeom prst="rect">
            <a:avLst/>
          </a:prstGeom>
          <a:noFill/>
        </p:spPr>
        <p:txBody>
          <a:bodyPr wrap="square" lIns="45720" rIns="45720" anchor="ctr">
            <a:spAutoFit/>
          </a:bodyPr>
          <a:lstStyle/>
          <a:p>
            <a:pPr algn="l"/>
            <a:r>
              <a:rPr sz="1800" b="1" dirty="0" err="1">
                <a:solidFill>
                  <a:srgbClr val="0070E6"/>
                </a:solidFill>
                <a:latin typeface="Arial"/>
              </a:rPr>
              <a:t>Critère</a:t>
            </a:r>
            <a:r>
              <a:rPr sz="1800" b="1" dirty="0">
                <a:solidFill>
                  <a:srgbClr val="0070E6"/>
                </a:solidFill>
                <a:latin typeface="Arial"/>
              </a:rPr>
              <a:t> : performance </a:t>
            </a:r>
            <a:r>
              <a:rPr sz="1800" b="1" dirty="0" err="1">
                <a:solidFill>
                  <a:srgbClr val="0070E6"/>
                </a:solidFill>
                <a:latin typeface="Arial"/>
              </a:rPr>
              <a:t>maximale</a:t>
            </a:r>
            <a:endParaRPr sz="1800" b="1" dirty="0">
              <a:solidFill>
                <a:srgbClr val="0070E6"/>
              </a:solidFill>
              <a:latin typeface="Arial"/>
            </a:endParaRPr>
          </a:p>
        </p:txBody>
      </p:sp>
      <p:sp>
        <p:nvSpPr>
          <p:cNvPr id="10" name="Rounded Rectangle 9"/>
          <p:cNvSpPr/>
          <p:nvPr/>
        </p:nvSpPr>
        <p:spPr>
          <a:xfrm>
            <a:off x="59436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65960"/>
            <a:ext cx="1783080" cy="228600"/>
          </a:xfrm>
          <a:prstGeom prst="rect">
            <a:avLst/>
          </a:prstGeom>
          <a:noFill/>
        </p:spPr>
        <p:txBody>
          <a:bodyPr wrap="square" lIns="45720" rIns="45720" anchor="ctr">
            <a:spAutoFit/>
          </a:bodyPr>
          <a:lstStyle/>
          <a:p>
            <a:pPr algn="l"/>
            <a:r>
              <a:rPr sz="1000" b="1">
                <a:solidFill>
                  <a:srgbClr val="5C6974"/>
                </a:solidFill>
                <a:latin typeface="Arial"/>
              </a:rPr>
              <a:t>F1 macro</a:t>
            </a:r>
          </a:p>
        </p:txBody>
      </p:sp>
      <p:sp>
        <p:nvSpPr>
          <p:cNvPr id="12" name="TextBox 11"/>
          <p:cNvSpPr txBox="1"/>
          <p:nvPr/>
        </p:nvSpPr>
        <p:spPr>
          <a:xfrm>
            <a:off x="731520" y="2194560"/>
            <a:ext cx="1783080" cy="347472"/>
          </a:xfrm>
          <a:prstGeom prst="rect">
            <a:avLst/>
          </a:prstGeom>
          <a:noFill/>
        </p:spPr>
        <p:txBody>
          <a:bodyPr wrap="square" lIns="45720" rIns="45720" anchor="ctr">
            <a:spAutoFit/>
          </a:bodyPr>
          <a:lstStyle/>
          <a:p>
            <a:pPr algn="l"/>
            <a:r>
              <a:rPr sz="2300" b="1">
                <a:solidFill>
                  <a:srgbClr val="0070E6"/>
                </a:solidFill>
                <a:latin typeface="Arial"/>
              </a:rPr>
              <a:t>0,708</a:t>
            </a:r>
          </a:p>
        </p:txBody>
      </p:sp>
      <p:sp>
        <p:nvSpPr>
          <p:cNvPr id="13" name="TextBox 12"/>
          <p:cNvSpPr txBox="1"/>
          <p:nvPr/>
        </p:nvSpPr>
        <p:spPr>
          <a:xfrm>
            <a:off x="731520" y="2569463"/>
            <a:ext cx="1783080" cy="146304"/>
          </a:xfrm>
          <a:prstGeom prst="rect">
            <a:avLst/>
          </a:prstGeom>
          <a:noFill/>
        </p:spPr>
        <p:txBody>
          <a:bodyPr wrap="square" lIns="45720" rIns="45720" anchor="ctr">
            <a:spAutoFit/>
          </a:bodyPr>
          <a:lstStyle/>
          <a:p>
            <a:pPr algn="l"/>
            <a:r>
              <a:rPr sz="800" b="0">
                <a:solidFill>
                  <a:srgbClr val="5C6974"/>
                </a:solidFill>
                <a:latin typeface="Arial"/>
              </a:rPr>
              <a:t>validation croisée</a:t>
            </a:r>
          </a:p>
        </p:txBody>
      </p:sp>
      <p:sp>
        <p:nvSpPr>
          <p:cNvPr id="14" name="Rounded Rectangle 13"/>
          <p:cNvSpPr/>
          <p:nvPr/>
        </p:nvSpPr>
        <p:spPr>
          <a:xfrm>
            <a:off x="2926079"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3239" y="1965960"/>
            <a:ext cx="1783080" cy="228600"/>
          </a:xfrm>
          <a:prstGeom prst="rect">
            <a:avLst/>
          </a:prstGeom>
          <a:noFill/>
        </p:spPr>
        <p:txBody>
          <a:bodyPr wrap="square" lIns="45720" rIns="45720" anchor="ctr">
            <a:spAutoFit/>
          </a:bodyPr>
          <a:lstStyle/>
          <a:p>
            <a:pPr algn="l"/>
            <a:r>
              <a:rPr sz="1000" b="1">
                <a:solidFill>
                  <a:srgbClr val="5C6974"/>
                </a:solidFill>
                <a:latin typeface="Arial"/>
              </a:rPr>
              <a:t>Rappel classe 2</a:t>
            </a:r>
          </a:p>
        </p:txBody>
      </p:sp>
      <p:sp>
        <p:nvSpPr>
          <p:cNvPr id="16" name="TextBox 15"/>
          <p:cNvSpPr txBox="1"/>
          <p:nvPr/>
        </p:nvSpPr>
        <p:spPr>
          <a:xfrm>
            <a:off x="3063239" y="2194560"/>
            <a:ext cx="1783080" cy="347472"/>
          </a:xfrm>
          <a:prstGeom prst="rect">
            <a:avLst/>
          </a:prstGeom>
          <a:noFill/>
        </p:spPr>
        <p:txBody>
          <a:bodyPr wrap="square" lIns="45720" rIns="45720" anchor="ctr">
            <a:spAutoFit/>
          </a:bodyPr>
          <a:lstStyle/>
          <a:p>
            <a:pPr algn="l"/>
            <a:r>
              <a:rPr sz="2300" b="1">
                <a:solidFill>
                  <a:srgbClr val="0070E6"/>
                </a:solidFill>
                <a:latin typeface="Arial"/>
              </a:rPr>
              <a:t>0,572</a:t>
            </a:r>
          </a:p>
        </p:txBody>
      </p:sp>
      <p:sp>
        <p:nvSpPr>
          <p:cNvPr id="17" name="TextBox 16"/>
          <p:cNvSpPr txBox="1"/>
          <p:nvPr/>
        </p:nvSpPr>
        <p:spPr>
          <a:xfrm>
            <a:off x="3063239" y="2569463"/>
            <a:ext cx="1783080" cy="146304"/>
          </a:xfrm>
          <a:prstGeom prst="rect">
            <a:avLst/>
          </a:prstGeom>
          <a:noFill/>
        </p:spPr>
        <p:txBody>
          <a:bodyPr wrap="square" lIns="45720" rIns="45720" anchor="ctr">
            <a:spAutoFit/>
          </a:bodyPr>
          <a:lstStyle/>
          <a:p>
            <a:pPr algn="l"/>
            <a:r>
              <a:rPr sz="800" b="0">
                <a:solidFill>
                  <a:srgbClr val="5C6974"/>
                </a:solidFill>
                <a:latin typeface="Arial"/>
              </a:rPr>
              <a:t>validation croisée</a:t>
            </a:r>
          </a:p>
        </p:txBody>
      </p:sp>
      <p:sp>
        <p:nvSpPr>
          <p:cNvPr id="18" name="Rounded Rectangle 17"/>
          <p:cNvSpPr/>
          <p:nvPr/>
        </p:nvSpPr>
        <p:spPr>
          <a:xfrm>
            <a:off x="525780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94960" y="1965960"/>
            <a:ext cx="1783080" cy="228600"/>
          </a:xfrm>
          <a:prstGeom prst="rect">
            <a:avLst/>
          </a:prstGeom>
          <a:noFill/>
        </p:spPr>
        <p:txBody>
          <a:bodyPr wrap="square" lIns="45720" rIns="45720" anchor="ctr">
            <a:spAutoFit/>
          </a:bodyPr>
          <a:lstStyle/>
          <a:p>
            <a:pPr algn="l"/>
            <a:r>
              <a:rPr sz="1000" b="1">
                <a:solidFill>
                  <a:srgbClr val="5C6974"/>
                </a:solidFill>
                <a:latin typeface="Arial"/>
              </a:rPr>
              <a:t>Erreurs 2→0</a:t>
            </a:r>
          </a:p>
        </p:txBody>
      </p:sp>
      <p:sp>
        <p:nvSpPr>
          <p:cNvPr id="20" name="TextBox 19"/>
          <p:cNvSpPr txBox="1"/>
          <p:nvPr/>
        </p:nvSpPr>
        <p:spPr>
          <a:xfrm>
            <a:off x="5394960" y="2194560"/>
            <a:ext cx="1783080" cy="347472"/>
          </a:xfrm>
          <a:prstGeom prst="rect">
            <a:avLst/>
          </a:prstGeom>
          <a:noFill/>
        </p:spPr>
        <p:txBody>
          <a:bodyPr wrap="square" lIns="45720" rIns="45720" anchor="ctr">
            <a:spAutoFit/>
          </a:bodyPr>
          <a:lstStyle/>
          <a:p>
            <a:pPr algn="l"/>
            <a:r>
              <a:rPr sz="2300" b="1">
                <a:solidFill>
                  <a:srgbClr val="0070E6"/>
                </a:solidFill>
                <a:latin typeface="Arial"/>
              </a:rPr>
              <a:t>9</a:t>
            </a:r>
          </a:p>
        </p:txBody>
      </p:sp>
      <p:sp>
        <p:nvSpPr>
          <p:cNvPr id="21" name="TextBox 20"/>
          <p:cNvSpPr txBox="1"/>
          <p:nvPr/>
        </p:nvSpPr>
        <p:spPr>
          <a:xfrm>
            <a:off x="5394960" y="2569463"/>
            <a:ext cx="1783080" cy="146304"/>
          </a:xfrm>
          <a:prstGeom prst="rect">
            <a:avLst/>
          </a:prstGeom>
          <a:noFill/>
        </p:spPr>
        <p:txBody>
          <a:bodyPr wrap="square" lIns="45720" rIns="45720" anchor="ctr">
            <a:spAutoFit/>
          </a:bodyPr>
          <a:lstStyle/>
          <a:p>
            <a:pPr algn="l"/>
            <a:r>
              <a:rPr sz="800" b="0">
                <a:solidFill>
                  <a:srgbClr val="5C6974"/>
                </a:solidFill>
                <a:latin typeface="Arial"/>
              </a:rPr>
              <a:t>sur le test</a:t>
            </a:r>
          </a:p>
        </p:txBody>
      </p:sp>
      <p:sp>
        <p:nvSpPr>
          <p:cNvPr id="22" name="Rounded Rectangle 21"/>
          <p:cNvSpPr/>
          <p:nvPr/>
        </p:nvSpPr>
        <p:spPr>
          <a:xfrm>
            <a:off x="594360" y="3154680"/>
            <a:ext cx="5257800" cy="233172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337560"/>
            <a:ext cx="4754880" cy="292608"/>
          </a:xfrm>
          <a:prstGeom prst="rect">
            <a:avLst/>
          </a:prstGeom>
          <a:noFill/>
        </p:spPr>
        <p:txBody>
          <a:bodyPr wrap="square" lIns="45720" rIns="45720" anchor="ctr">
            <a:spAutoFit/>
          </a:bodyPr>
          <a:lstStyle/>
          <a:p>
            <a:pPr algn="l"/>
            <a:r>
              <a:rPr sz="1200" b="1">
                <a:solidFill>
                  <a:srgbClr val="23925B"/>
                </a:solidFill>
                <a:latin typeface="Arial"/>
              </a:rPr>
              <a:t>CE QUE CETTE OPTION APPORTE</a:t>
            </a:r>
          </a:p>
        </p:txBody>
      </p:sp>
      <p:sp>
        <p:nvSpPr>
          <p:cNvPr id="24" name="TextBox 23"/>
          <p:cNvSpPr txBox="1"/>
          <p:nvPr/>
        </p:nvSpPr>
        <p:spPr>
          <a:xfrm>
            <a:off x="82296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meilleur F1 des quatre scénarios</a:t>
            </a:r>
          </a:p>
          <a:p>
            <a:pPr>
              <a:spcAft>
                <a:spcPts val="800"/>
              </a:spcAft>
              <a:defRPr sz="1600">
                <a:solidFill>
                  <a:srgbClr val="1C2530"/>
                </a:solidFill>
                <a:latin typeface="Arial"/>
              </a:defRPr>
            </a:pPr>
            <a:r>
              <a:t>• mesure le plafond expérimental</a:t>
            </a:r>
          </a:p>
        </p:txBody>
      </p:sp>
      <p:sp>
        <p:nvSpPr>
          <p:cNvPr id="25" name="Rounded Rectangle 24"/>
          <p:cNvSpPr/>
          <p:nvPr/>
        </p:nvSpPr>
        <p:spPr>
          <a:xfrm>
            <a:off x="6172200" y="3154680"/>
            <a:ext cx="5257800" cy="233172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337560"/>
            <a:ext cx="4754880" cy="292608"/>
          </a:xfrm>
          <a:prstGeom prst="rect">
            <a:avLst/>
          </a:prstGeom>
          <a:noFill/>
        </p:spPr>
        <p:txBody>
          <a:bodyPr wrap="square" lIns="45720" rIns="45720" anchor="ctr">
            <a:spAutoFit/>
          </a:bodyPr>
          <a:lstStyle/>
          <a:p>
            <a:pPr algn="l"/>
            <a:r>
              <a:rPr sz="1200" b="1">
                <a:solidFill>
                  <a:srgbClr val="DA3641"/>
                </a:solidFill>
                <a:latin typeface="Arial"/>
              </a:rPr>
              <a:t>CE QUI EMPÊCHE DE LA RETENIR SEULE</a:t>
            </a:r>
          </a:p>
        </p:txBody>
      </p:sp>
      <p:sp>
        <p:nvSpPr>
          <p:cNvPr id="27" name="TextBox 26"/>
          <p:cNvSpPr txBox="1"/>
          <p:nvPr/>
        </p:nvSpPr>
        <p:spPr>
          <a:xfrm>
            <a:off x="640080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utilise la variable sensible directe</a:t>
            </a:r>
          </a:p>
          <a:p>
            <a:pPr>
              <a:spcAft>
                <a:spcPts val="800"/>
              </a:spcAft>
              <a:defRPr sz="1600">
                <a:solidFill>
                  <a:srgbClr val="1C2530"/>
                </a:solidFill>
                <a:latin typeface="Arial"/>
              </a:defRPr>
            </a:pPr>
            <a:r>
              <a:t>• ne répond pas au compromis recherché</a:t>
            </a:r>
          </a:p>
        </p:txBody>
      </p:sp>
      <p:sp>
        <p:nvSpPr>
          <p:cNvPr id="3" name="Titre 2">
            <a:extLst>
              <a:ext uri="{FF2B5EF4-FFF2-40B4-BE49-F238E27FC236}">
                <a16:creationId xmlns:a16="http://schemas.microsoft.com/office/drawing/2014/main" id="{8B157670-247D-9C5C-207A-09F7DE6C6A58}"/>
              </a:ext>
            </a:extLst>
          </p:cNvPr>
          <p:cNvSpPr>
            <a:spLocks noGrp="1"/>
          </p:cNvSpPr>
          <p:nvPr>
            <p:ph type="title"/>
          </p:nvPr>
        </p:nvSpPr>
        <p:spPr/>
        <p:txBody>
          <a:bodyPr/>
          <a:lstStyle/>
          <a:p>
            <a:r>
              <a:rPr lang="fr-FR" b="1" dirty="0">
                <a:solidFill>
                  <a:srgbClr val="0073E6"/>
                </a:solidFill>
              </a:rPr>
              <a:t>S1 : quel est le maximum avec toutes les variables ?</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F04649E8-7AF5-F994-DE69-46F89AF3444D}"/>
              </a:ext>
            </a:extLst>
          </p:cNvPr>
          <p:cNvSpPr>
            <a:spLocks noGrp="1"/>
          </p:cNvSpPr>
          <p:nvPr>
            <p:ph type="body" sz="quarter" idx="10"/>
          </p:nvPr>
        </p:nvSpPr>
        <p:spPr/>
        <p:txBody>
          <a:bodyPr/>
          <a:lstStyle/>
          <a:p>
            <a:r>
              <a:rPr lang="fr-FR" dirty="0">
                <a:solidFill>
                  <a:srgbClr val="00005C"/>
                </a:solidFill>
              </a:rPr>
              <a:t>Référence expérimentale, pas choix final</a:t>
            </a:r>
          </a:p>
          <a:p>
            <a:endParaRPr lang="fr-FR" dirty="0">
              <a:solidFill>
                <a:srgbClr val="00005C"/>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685800" cy="384048"/>
          </a:xfrm>
          <a:prstGeom prst="roundRect">
            <a:avLst>
              <a:gd name="adj" fmla="val 8000"/>
            </a:avLst>
          </a:prstGeom>
          <a:solidFill>
            <a:srgbClr val="37BEEB"/>
          </a:solidFill>
          <a:ln>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85800" cy="384048"/>
          </a:xfrm>
          <a:prstGeom prst="rect">
            <a:avLst/>
          </a:prstGeom>
          <a:noFill/>
        </p:spPr>
        <p:txBody>
          <a:bodyPr wrap="square" lIns="45720" rIns="45720" anchor="ctr">
            <a:spAutoFit/>
          </a:bodyPr>
          <a:lstStyle/>
          <a:p>
            <a:pPr algn="ctr"/>
            <a:r>
              <a:rPr sz="1200" b="1">
                <a:solidFill>
                  <a:srgbClr val="FFFFFF"/>
                </a:solidFill>
                <a:latin typeface="Arial"/>
              </a:rPr>
              <a:t>S2</a:t>
            </a:r>
          </a:p>
        </p:txBody>
      </p:sp>
      <p:sp>
        <p:nvSpPr>
          <p:cNvPr id="9" name="TextBox 8"/>
          <p:cNvSpPr txBox="1"/>
          <p:nvPr/>
        </p:nvSpPr>
        <p:spPr>
          <a:xfrm>
            <a:off x="1344168" y="1289304"/>
            <a:ext cx="9875520" cy="438912"/>
          </a:xfrm>
          <a:prstGeom prst="rect">
            <a:avLst/>
          </a:prstGeom>
          <a:noFill/>
        </p:spPr>
        <p:txBody>
          <a:bodyPr wrap="square" lIns="45720" rIns="45720" anchor="ctr">
            <a:spAutoFit/>
          </a:bodyPr>
          <a:lstStyle/>
          <a:p>
            <a:pPr algn="l"/>
            <a:r>
              <a:rPr sz="1800" b="1">
                <a:solidFill>
                  <a:srgbClr val="37BEEB"/>
                </a:solidFill>
                <a:latin typeface="Arial"/>
              </a:rPr>
              <a:t>Critère : compromis performance / risque / usage</a:t>
            </a:r>
          </a:p>
        </p:txBody>
      </p:sp>
      <p:sp>
        <p:nvSpPr>
          <p:cNvPr id="10" name="Rounded Rectangle 9"/>
          <p:cNvSpPr/>
          <p:nvPr/>
        </p:nvSpPr>
        <p:spPr>
          <a:xfrm>
            <a:off x="59436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65960"/>
            <a:ext cx="1783080" cy="228600"/>
          </a:xfrm>
          <a:prstGeom prst="rect">
            <a:avLst/>
          </a:prstGeom>
          <a:noFill/>
        </p:spPr>
        <p:txBody>
          <a:bodyPr wrap="square" lIns="45720" rIns="45720" anchor="ctr">
            <a:spAutoFit/>
          </a:bodyPr>
          <a:lstStyle/>
          <a:p>
            <a:pPr algn="l"/>
            <a:r>
              <a:rPr sz="1000" b="1">
                <a:solidFill>
                  <a:srgbClr val="5C6974"/>
                </a:solidFill>
                <a:latin typeface="Arial"/>
              </a:rPr>
              <a:t>F1 macro</a:t>
            </a:r>
          </a:p>
        </p:txBody>
      </p:sp>
      <p:sp>
        <p:nvSpPr>
          <p:cNvPr id="12" name="TextBox 11"/>
          <p:cNvSpPr txBox="1"/>
          <p:nvPr/>
        </p:nvSpPr>
        <p:spPr>
          <a:xfrm>
            <a:off x="731520" y="2194560"/>
            <a:ext cx="1783080" cy="347472"/>
          </a:xfrm>
          <a:prstGeom prst="rect">
            <a:avLst/>
          </a:prstGeom>
          <a:noFill/>
        </p:spPr>
        <p:txBody>
          <a:bodyPr wrap="square" lIns="45720" rIns="45720" anchor="ctr">
            <a:spAutoFit/>
          </a:bodyPr>
          <a:lstStyle/>
          <a:p>
            <a:pPr algn="l"/>
            <a:r>
              <a:rPr sz="2300" b="1">
                <a:solidFill>
                  <a:srgbClr val="37BEEB"/>
                </a:solidFill>
                <a:latin typeface="Arial"/>
              </a:rPr>
              <a:t>0,681</a:t>
            </a:r>
          </a:p>
        </p:txBody>
      </p:sp>
      <p:sp>
        <p:nvSpPr>
          <p:cNvPr id="13" name="TextBox 12"/>
          <p:cNvSpPr txBox="1"/>
          <p:nvPr/>
        </p:nvSpPr>
        <p:spPr>
          <a:xfrm>
            <a:off x="731520" y="2569463"/>
            <a:ext cx="1783080" cy="146304"/>
          </a:xfrm>
          <a:prstGeom prst="rect">
            <a:avLst/>
          </a:prstGeom>
          <a:noFill/>
        </p:spPr>
        <p:txBody>
          <a:bodyPr wrap="square" lIns="45720" rIns="45720" anchor="ctr">
            <a:spAutoFit/>
          </a:bodyPr>
          <a:lstStyle/>
          <a:p>
            <a:pPr algn="l"/>
            <a:r>
              <a:rPr sz="800" b="0" dirty="0">
                <a:solidFill>
                  <a:srgbClr val="5C6974"/>
                </a:solidFill>
                <a:latin typeface="Arial"/>
              </a:rPr>
              <a:t>−0,027 vs S1</a:t>
            </a:r>
          </a:p>
        </p:txBody>
      </p:sp>
      <p:sp>
        <p:nvSpPr>
          <p:cNvPr id="14" name="Rounded Rectangle 13"/>
          <p:cNvSpPr/>
          <p:nvPr/>
        </p:nvSpPr>
        <p:spPr>
          <a:xfrm>
            <a:off x="2926079"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3239" y="1965960"/>
            <a:ext cx="1783080" cy="228600"/>
          </a:xfrm>
          <a:prstGeom prst="rect">
            <a:avLst/>
          </a:prstGeom>
          <a:noFill/>
        </p:spPr>
        <p:txBody>
          <a:bodyPr wrap="square" lIns="45720" rIns="45720" anchor="ctr">
            <a:spAutoFit/>
          </a:bodyPr>
          <a:lstStyle/>
          <a:p>
            <a:pPr algn="l"/>
            <a:r>
              <a:rPr sz="1000" b="1">
                <a:solidFill>
                  <a:srgbClr val="5C6974"/>
                </a:solidFill>
                <a:latin typeface="Arial"/>
              </a:rPr>
              <a:t>Rappel classe 2</a:t>
            </a:r>
          </a:p>
        </p:txBody>
      </p:sp>
      <p:sp>
        <p:nvSpPr>
          <p:cNvPr id="16" name="TextBox 15"/>
          <p:cNvSpPr txBox="1"/>
          <p:nvPr/>
        </p:nvSpPr>
        <p:spPr>
          <a:xfrm>
            <a:off x="3063239" y="2194560"/>
            <a:ext cx="1783080" cy="347472"/>
          </a:xfrm>
          <a:prstGeom prst="rect">
            <a:avLst/>
          </a:prstGeom>
          <a:noFill/>
        </p:spPr>
        <p:txBody>
          <a:bodyPr wrap="square" lIns="45720" rIns="45720" anchor="ctr">
            <a:spAutoFit/>
          </a:bodyPr>
          <a:lstStyle/>
          <a:p>
            <a:pPr algn="l"/>
            <a:r>
              <a:rPr sz="2300" b="1">
                <a:solidFill>
                  <a:srgbClr val="37BEEB"/>
                </a:solidFill>
                <a:latin typeface="Arial"/>
              </a:rPr>
              <a:t>0,558</a:t>
            </a:r>
          </a:p>
        </p:txBody>
      </p:sp>
      <p:sp>
        <p:nvSpPr>
          <p:cNvPr id="17" name="TextBox 16"/>
          <p:cNvSpPr txBox="1"/>
          <p:nvPr/>
        </p:nvSpPr>
        <p:spPr>
          <a:xfrm>
            <a:off x="3063239" y="2569463"/>
            <a:ext cx="1783080" cy="146304"/>
          </a:xfrm>
          <a:prstGeom prst="rect">
            <a:avLst/>
          </a:prstGeom>
          <a:noFill/>
        </p:spPr>
        <p:txBody>
          <a:bodyPr wrap="square" lIns="45720" rIns="45720" anchor="ctr">
            <a:spAutoFit/>
          </a:bodyPr>
          <a:lstStyle/>
          <a:p>
            <a:pPr algn="l"/>
            <a:r>
              <a:rPr sz="800" b="0">
                <a:solidFill>
                  <a:srgbClr val="5C6974"/>
                </a:solidFill>
                <a:latin typeface="Arial"/>
              </a:rPr>
              <a:t>−0,014 vs S1</a:t>
            </a:r>
          </a:p>
        </p:txBody>
      </p:sp>
      <p:sp>
        <p:nvSpPr>
          <p:cNvPr id="18" name="Rounded Rectangle 17"/>
          <p:cNvSpPr/>
          <p:nvPr/>
        </p:nvSpPr>
        <p:spPr>
          <a:xfrm>
            <a:off x="525780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94960" y="1965960"/>
            <a:ext cx="1783080" cy="228600"/>
          </a:xfrm>
          <a:prstGeom prst="rect">
            <a:avLst/>
          </a:prstGeom>
          <a:noFill/>
        </p:spPr>
        <p:txBody>
          <a:bodyPr wrap="square" lIns="45720" rIns="45720" anchor="ctr">
            <a:spAutoFit/>
          </a:bodyPr>
          <a:lstStyle/>
          <a:p>
            <a:pPr algn="l"/>
            <a:r>
              <a:rPr sz="1000" b="1">
                <a:solidFill>
                  <a:srgbClr val="5C6974"/>
                </a:solidFill>
                <a:latin typeface="Arial"/>
              </a:rPr>
              <a:t>Erreurs 2→0</a:t>
            </a:r>
          </a:p>
        </p:txBody>
      </p:sp>
      <p:sp>
        <p:nvSpPr>
          <p:cNvPr id="20" name="TextBox 19"/>
          <p:cNvSpPr txBox="1"/>
          <p:nvPr/>
        </p:nvSpPr>
        <p:spPr>
          <a:xfrm>
            <a:off x="5394960" y="2194560"/>
            <a:ext cx="1783080" cy="347472"/>
          </a:xfrm>
          <a:prstGeom prst="rect">
            <a:avLst/>
          </a:prstGeom>
          <a:noFill/>
        </p:spPr>
        <p:txBody>
          <a:bodyPr wrap="square" lIns="45720" rIns="45720" anchor="ctr">
            <a:spAutoFit/>
          </a:bodyPr>
          <a:lstStyle/>
          <a:p>
            <a:pPr algn="l"/>
            <a:r>
              <a:rPr sz="2300" b="1">
                <a:solidFill>
                  <a:srgbClr val="37BEEB"/>
                </a:solidFill>
                <a:latin typeface="Arial"/>
              </a:rPr>
              <a:t>10</a:t>
            </a:r>
          </a:p>
        </p:txBody>
      </p:sp>
      <p:sp>
        <p:nvSpPr>
          <p:cNvPr id="21" name="TextBox 20"/>
          <p:cNvSpPr txBox="1"/>
          <p:nvPr/>
        </p:nvSpPr>
        <p:spPr>
          <a:xfrm>
            <a:off x="5394960" y="2569463"/>
            <a:ext cx="1783080" cy="146304"/>
          </a:xfrm>
          <a:prstGeom prst="rect">
            <a:avLst/>
          </a:prstGeom>
          <a:noFill/>
        </p:spPr>
        <p:txBody>
          <a:bodyPr wrap="square" lIns="45720" rIns="45720" anchor="ctr">
            <a:spAutoFit/>
          </a:bodyPr>
          <a:lstStyle/>
          <a:p>
            <a:pPr algn="l"/>
            <a:r>
              <a:rPr sz="800" b="0">
                <a:solidFill>
                  <a:srgbClr val="5C6974"/>
                </a:solidFill>
                <a:latin typeface="Arial"/>
              </a:rPr>
              <a:t>sur le test</a:t>
            </a:r>
          </a:p>
        </p:txBody>
      </p:sp>
      <p:sp>
        <p:nvSpPr>
          <p:cNvPr id="22" name="Rounded Rectangle 21"/>
          <p:cNvSpPr/>
          <p:nvPr/>
        </p:nvSpPr>
        <p:spPr>
          <a:xfrm>
            <a:off x="594360" y="3154680"/>
            <a:ext cx="5257800" cy="233172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337560"/>
            <a:ext cx="4754880" cy="292608"/>
          </a:xfrm>
          <a:prstGeom prst="rect">
            <a:avLst/>
          </a:prstGeom>
          <a:noFill/>
        </p:spPr>
        <p:txBody>
          <a:bodyPr wrap="square" lIns="45720" rIns="45720" anchor="ctr">
            <a:spAutoFit/>
          </a:bodyPr>
          <a:lstStyle/>
          <a:p>
            <a:pPr algn="l"/>
            <a:r>
              <a:rPr sz="1200" b="1">
                <a:solidFill>
                  <a:srgbClr val="23925B"/>
                </a:solidFill>
                <a:latin typeface="Arial"/>
              </a:rPr>
              <a:t>CE QUE CETTE OPTION APPORTE</a:t>
            </a:r>
          </a:p>
        </p:txBody>
      </p:sp>
      <p:sp>
        <p:nvSpPr>
          <p:cNvPr id="24" name="TextBox 23"/>
          <p:cNvSpPr txBox="1"/>
          <p:nvPr/>
        </p:nvSpPr>
        <p:spPr>
          <a:xfrm>
            <a:off x="82296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combine données structurées et texte</a:t>
            </a:r>
          </a:p>
          <a:p>
            <a:pPr>
              <a:spcAft>
                <a:spcPts val="800"/>
              </a:spcAft>
              <a:defRPr sz="1600">
                <a:solidFill>
                  <a:srgbClr val="1C2530"/>
                </a:solidFill>
                <a:latin typeface="Arial"/>
              </a:defRPr>
            </a:pPr>
            <a:r>
              <a:t>• exclut nationalite_hors_ue</a:t>
            </a:r>
          </a:p>
          <a:p>
            <a:pPr>
              <a:spcAft>
                <a:spcPts val="800"/>
              </a:spcAft>
              <a:defRPr sz="1600">
                <a:solidFill>
                  <a:srgbClr val="1C2530"/>
                </a:solidFill>
                <a:latin typeface="Arial"/>
              </a:defRPr>
            </a:pPr>
            <a:r>
              <a:t>• coût de performance mesuré</a:t>
            </a:r>
          </a:p>
        </p:txBody>
      </p:sp>
      <p:sp>
        <p:nvSpPr>
          <p:cNvPr id="25" name="Rounded Rectangle 24"/>
          <p:cNvSpPr/>
          <p:nvPr/>
        </p:nvSpPr>
        <p:spPr>
          <a:xfrm>
            <a:off x="6172200" y="3154680"/>
            <a:ext cx="5257800" cy="233172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337560"/>
            <a:ext cx="4754880" cy="292608"/>
          </a:xfrm>
          <a:prstGeom prst="rect">
            <a:avLst/>
          </a:prstGeom>
          <a:noFill/>
        </p:spPr>
        <p:txBody>
          <a:bodyPr wrap="square" lIns="45720" rIns="45720" anchor="ctr">
            <a:spAutoFit/>
          </a:bodyPr>
          <a:lstStyle/>
          <a:p>
            <a:pPr algn="l"/>
            <a:r>
              <a:rPr sz="1200" b="1">
                <a:solidFill>
                  <a:srgbClr val="DA3641"/>
                </a:solidFill>
                <a:latin typeface="Arial"/>
              </a:rPr>
              <a:t>CE QUI EMPÊCHE DE LA RETENIR SEULE</a:t>
            </a:r>
          </a:p>
        </p:txBody>
      </p:sp>
      <p:sp>
        <p:nvSpPr>
          <p:cNvPr id="27" name="TextBox 26"/>
          <p:cNvSpPr txBox="1"/>
          <p:nvPr/>
        </p:nvSpPr>
        <p:spPr>
          <a:xfrm>
            <a:off x="640080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proxys toujours possibles</a:t>
            </a:r>
          </a:p>
          <a:p>
            <a:pPr>
              <a:spcAft>
                <a:spcPts val="800"/>
              </a:spcAft>
              <a:defRPr sz="1600">
                <a:solidFill>
                  <a:srgbClr val="1C2530"/>
                </a:solidFill>
                <a:latin typeface="Arial"/>
              </a:defRPr>
            </a:pPr>
            <a:r>
              <a:t>• charge de revue humaine à valider</a:t>
            </a:r>
          </a:p>
        </p:txBody>
      </p:sp>
      <p:sp>
        <p:nvSpPr>
          <p:cNvPr id="3" name="Titre 2">
            <a:extLst>
              <a:ext uri="{FF2B5EF4-FFF2-40B4-BE49-F238E27FC236}">
                <a16:creationId xmlns:a16="http://schemas.microsoft.com/office/drawing/2014/main" id="{4AF8A03F-D569-0EDF-832E-7C830E939581}"/>
              </a:ext>
            </a:extLst>
          </p:cNvPr>
          <p:cNvSpPr>
            <a:spLocks noGrp="1"/>
          </p:cNvSpPr>
          <p:nvPr>
            <p:ph type="title"/>
          </p:nvPr>
        </p:nvSpPr>
        <p:spPr/>
        <p:txBody>
          <a:bodyPr/>
          <a:lstStyle/>
          <a:p>
            <a:r>
              <a:rPr lang="fr-FR" b="1" dirty="0">
                <a:solidFill>
                  <a:srgbClr val="0073E6"/>
                </a:solidFill>
              </a:rPr>
              <a:t>S2 : quel est le coût d’exclure la variable sensible directe ?</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97A58966-4FF8-F62C-351B-9891840F510E}"/>
              </a:ext>
            </a:extLst>
          </p:cNvPr>
          <p:cNvSpPr>
            <a:spLocks noGrp="1"/>
          </p:cNvSpPr>
          <p:nvPr>
            <p:ph type="body" sz="quarter" idx="10"/>
          </p:nvPr>
        </p:nvSpPr>
        <p:spPr/>
        <p:txBody>
          <a:bodyPr/>
          <a:lstStyle/>
          <a:p>
            <a:r>
              <a:rPr lang="fr-FR" dirty="0">
                <a:solidFill>
                  <a:srgbClr val="00005C"/>
                </a:solidFill>
              </a:rPr>
              <a:t>Le compromis retenu</a:t>
            </a:r>
          </a:p>
          <a:p>
            <a:endParaRPr lang="fr-FR" dirty="0">
              <a:solidFill>
                <a:srgbClr val="00005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4" name="Espace réservé du texte 3">
            <a:extLst>
              <a:ext uri="{FF2B5EF4-FFF2-40B4-BE49-F238E27FC236}">
                <a16:creationId xmlns:a16="http://schemas.microsoft.com/office/drawing/2014/main" id="{584F3682-E176-ECA0-5B45-B7C885B4D312}"/>
              </a:ext>
            </a:extLst>
          </p:cNvPr>
          <p:cNvSpPr>
            <a:spLocks noGrp="1"/>
          </p:cNvSpPr>
          <p:nvPr>
            <p:ph type="body" sz="quarter" idx="10"/>
          </p:nvPr>
        </p:nvSpPr>
        <p:spPr/>
        <p:txBody>
          <a:bodyPr/>
          <a:lstStyle/>
          <a:p>
            <a:r>
              <a:rPr lang="fr-FR" dirty="0">
                <a:solidFill>
                  <a:srgbClr val="00005C"/>
                </a:solidFill>
              </a:rPr>
              <a:t>Un diagnostic utile</a:t>
            </a:r>
          </a:p>
        </p:txBody>
      </p:sp>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685800" cy="384048"/>
          </a:xfrm>
          <a:prstGeom prst="roundRect">
            <a:avLst>
              <a:gd name="adj" fmla="val 8000"/>
            </a:avLst>
          </a:prstGeom>
          <a:solidFill>
            <a:srgbClr val="6548AA"/>
          </a:solidFill>
          <a:ln>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85800" cy="384048"/>
          </a:xfrm>
          <a:prstGeom prst="rect">
            <a:avLst/>
          </a:prstGeom>
          <a:noFill/>
        </p:spPr>
        <p:txBody>
          <a:bodyPr wrap="square" lIns="45720" rIns="45720" anchor="ctr">
            <a:spAutoFit/>
          </a:bodyPr>
          <a:lstStyle/>
          <a:p>
            <a:pPr algn="ctr"/>
            <a:r>
              <a:rPr sz="1200" b="1">
                <a:solidFill>
                  <a:srgbClr val="FFFFFF"/>
                </a:solidFill>
                <a:latin typeface="Arial"/>
              </a:rPr>
              <a:t>S3</a:t>
            </a:r>
          </a:p>
        </p:txBody>
      </p:sp>
      <p:sp>
        <p:nvSpPr>
          <p:cNvPr id="9" name="TextBox 8"/>
          <p:cNvSpPr txBox="1"/>
          <p:nvPr/>
        </p:nvSpPr>
        <p:spPr>
          <a:xfrm>
            <a:off x="1344168" y="1289304"/>
            <a:ext cx="9875520" cy="438912"/>
          </a:xfrm>
          <a:prstGeom prst="rect">
            <a:avLst/>
          </a:prstGeom>
          <a:noFill/>
        </p:spPr>
        <p:txBody>
          <a:bodyPr wrap="square" lIns="45720" rIns="45720" anchor="ctr">
            <a:spAutoFit/>
          </a:bodyPr>
          <a:lstStyle/>
          <a:p>
            <a:pPr algn="l"/>
            <a:r>
              <a:rPr sz="1800" b="1">
                <a:solidFill>
                  <a:srgbClr val="6548AA"/>
                </a:solidFill>
                <a:latin typeface="Arial"/>
              </a:rPr>
              <a:t>Critère : contribution du texte au repérage</a:t>
            </a:r>
          </a:p>
        </p:txBody>
      </p:sp>
      <p:sp>
        <p:nvSpPr>
          <p:cNvPr id="10" name="Rounded Rectangle 9"/>
          <p:cNvSpPr/>
          <p:nvPr/>
        </p:nvSpPr>
        <p:spPr>
          <a:xfrm>
            <a:off x="59436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65960"/>
            <a:ext cx="1783080" cy="228600"/>
          </a:xfrm>
          <a:prstGeom prst="rect">
            <a:avLst/>
          </a:prstGeom>
          <a:noFill/>
        </p:spPr>
        <p:txBody>
          <a:bodyPr wrap="square" lIns="45720" rIns="45720" anchor="ctr">
            <a:spAutoFit/>
          </a:bodyPr>
          <a:lstStyle/>
          <a:p>
            <a:pPr algn="l"/>
            <a:r>
              <a:rPr sz="1000" b="1">
                <a:solidFill>
                  <a:srgbClr val="5C6974"/>
                </a:solidFill>
                <a:latin typeface="Arial"/>
              </a:rPr>
              <a:t>F1 macro</a:t>
            </a:r>
          </a:p>
        </p:txBody>
      </p:sp>
      <p:sp>
        <p:nvSpPr>
          <p:cNvPr id="12" name="TextBox 11"/>
          <p:cNvSpPr txBox="1"/>
          <p:nvPr/>
        </p:nvSpPr>
        <p:spPr>
          <a:xfrm>
            <a:off x="731520" y="2194560"/>
            <a:ext cx="1783080" cy="347472"/>
          </a:xfrm>
          <a:prstGeom prst="rect">
            <a:avLst/>
          </a:prstGeom>
          <a:noFill/>
        </p:spPr>
        <p:txBody>
          <a:bodyPr wrap="square" lIns="45720" rIns="45720" anchor="ctr">
            <a:spAutoFit/>
          </a:bodyPr>
          <a:lstStyle/>
          <a:p>
            <a:pPr algn="l"/>
            <a:r>
              <a:rPr sz="2300" b="1">
                <a:solidFill>
                  <a:srgbClr val="6548AA"/>
                </a:solidFill>
                <a:latin typeface="Arial"/>
              </a:rPr>
              <a:t>0,635</a:t>
            </a:r>
          </a:p>
        </p:txBody>
      </p:sp>
      <p:sp>
        <p:nvSpPr>
          <p:cNvPr id="13" name="TextBox 12"/>
          <p:cNvSpPr txBox="1"/>
          <p:nvPr/>
        </p:nvSpPr>
        <p:spPr>
          <a:xfrm>
            <a:off x="731520" y="2569463"/>
            <a:ext cx="1783080" cy="146304"/>
          </a:xfrm>
          <a:prstGeom prst="rect">
            <a:avLst/>
          </a:prstGeom>
          <a:noFill/>
        </p:spPr>
        <p:txBody>
          <a:bodyPr wrap="square" lIns="45720" rIns="45720" anchor="ctr">
            <a:spAutoFit/>
          </a:bodyPr>
          <a:lstStyle/>
          <a:p>
            <a:pPr algn="l"/>
            <a:r>
              <a:rPr sz="800" b="0">
                <a:solidFill>
                  <a:srgbClr val="5C6974"/>
                </a:solidFill>
                <a:latin typeface="Arial"/>
              </a:rPr>
              <a:t>validation croisée</a:t>
            </a:r>
          </a:p>
        </p:txBody>
      </p:sp>
      <p:sp>
        <p:nvSpPr>
          <p:cNvPr id="14" name="Rounded Rectangle 13"/>
          <p:cNvSpPr/>
          <p:nvPr/>
        </p:nvSpPr>
        <p:spPr>
          <a:xfrm>
            <a:off x="2926079"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3239" y="1965960"/>
            <a:ext cx="1783080" cy="228600"/>
          </a:xfrm>
          <a:prstGeom prst="rect">
            <a:avLst/>
          </a:prstGeom>
          <a:noFill/>
        </p:spPr>
        <p:txBody>
          <a:bodyPr wrap="square" lIns="45720" rIns="45720" anchor="ctr">
            <a:spAutoFit/>
          </a:bodyPr>
          <a:lstStyle/>
          <a:p>
            <a:pPr algn="l"/>
            <a:r>
              <a:rPr sz="1000" b="1">
                <a:solidFill>
                  <a:srgbClr val="5C6974"/>
                </a:solidFill>
                <a:latin typeface="Arial"/>
              </a:rPr>
              <a:t>Rappel classe 2</a:t>
            </a:r>
          </a:p>
        </p:txBody>
      </p:sp>
      <p:sp>
        <p:nvSpPr>
          <p:cNvPr id="16" name="TextBox 15"/>
          <p:cNvSpPr txBox="1"/>
          <p:nvPr/>
        </p:nvSpPr>
        <p:spPr>
          <a:xfrm>
            <a:off x="3063239" y="2194560"/>
            <a:ext cx="1783080" cy="347472"/>
          </a:xfrm>
          <a:prstGeom prst="rect">
            <a:avLst/>
          </a:prstGeom>
          <a:noFill/>
        </p:spPr>
        <p:txBody>
          <a:bodyPr wrap="square" lIns="45720" rIns="45720" anchor="ctr">
            <a:spAutoFit/>
          </a:bodyPr>
          <a:lstStyle/>
          <a:p>
            <a:pPr algn="l"/>
            <a:r>
              <a:rPr sz="2300" b="1">
                <a:solidFill>
                  <a:srgbClr val="6548AA"/>
                </a:solidFill>
                <a:latin typeface="Arial"/>
              </a:rPr>
              <a:t>0,661</a:t>
            </a:r>
          </a:p>
        </p:txBody>
      </p:sp>
      <p:sp>
        <p:nvSpPr>
          <p:cNvPr id="17" name="TextBox 16"/>
          <p:cNvSpPr txBox="1"/>
          <p:nvPr/>
        </p:nvSpPr>
        <p:spPr>
          <a:xfrm>
            <a:off x="3063239" y="2569463"/>
            <a:ext cx="1783080" cy="146304"/>
          </a:xfrm>
          <a:prstGeom prst="rect">
            <a:avLst/>
          </a:prstGeom>
          <a:noFill/>
        </p:spPr>
        <p:txBody>
          <a:bodyPr wrap="square" lIns="45720" rIns="45720" anchor="ctr">
            <a:spAutoFit/>
          </a:bodyPr>
          <a:lstStyle/>
          <a:p>
            <a:pPr algn="l"/>
            <a:r>
              <a:rPr sz="800" b="0">
                <a:solidFill>
                  <a:srgbClr val="5C6974"/>
                </a:solidFill>
                <a:latin typeface="Arial"/>
              </a:rPr>
              <a:t>meilleur rappel</a:t>
            </a:r>
          </a:p>
        </p:txBody>
      </p:sp>
      <p:sp>
        <p:nvSpPr>
          <p:cNvPr id="18" name="Rounded Rectangle 17"/>
          <p:cNvSpPr/>
          <p:nvPr/>
        </p:nvSpPr>
        <p:spPr>
          <a:xfrm>
            <a:off x="525780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94960" y="1965960"/>
            <a:ext cx="1783080" cy="228600"/>
          </a:xfrm>
          <a:prstGeom prst="rect">
            <a:avLst/>
          </a:prstGeom>
          <a:noFill/>
        </p:spPr>
        <p:txBody>
          <a:bodyPr wrap="square" lIns="45720" rIns="45720" anchor="ctr">
            <a:spAutoFit/>
          </a:bodyPr>
          <a:lstStyle/>
          <a:p>
            <a:pPr algn="l"/>
            <a:r>
              <a:rPr sz="1000" b="1">
                <a:solidFill>
                  <a:srgbClr val="5C6974"/>
                </a:solidFill>
                <a:latin typeface="Arial"/>
              </a:rPr>
              <a:t>Erreurs 2→0</a:t>
            </a:r>
          </a:p>
        </p:txBody>
      </p:sp>
      <p:sp>
        <p:nvSpPr>
          <p:cNvPr id="20" name="TextBox 19"/>
          <p:cNvSpPr txBox="1"/>
          <p:nvPr/>
        </p:nvSpPr>
        <p:spPr>
          <a:xfrm>
            <a:off x="5394960" y="2194560"/>
            <a:ext cx="1783080" cy="347472"/>
          </a:xfrm>
          <a:prstGeom prst="rect">
            <a:avLst/>
          </a:prstGeom>
          <a:noFill/>
        </p:spPr>
        <p:txBody>
          <a:bodyPr wrap="square" lIns="45720" rIns="45720" anchor="ctr">
            <a:spAutoFit/>
          </a:bodyPr>
          <a:lstStyle/>
          <a:p>
            <a:pPr algn="l"/>
            <a:r>
              <a:rPr sz="2300" b="1">
                <a:solidFill>
                  <a:srgbClr val="6548AA"/>
                </a:solidFill>
                <a:latin typeface="Arial"/>
              </a:rPr>
              <a:t>12</a:t>
            </a:r>
          </a:p>
        </p:txBody>
      </p:sp>
      <p:sp>
        <p:nvSpPr>
          <p:cNvPr id="21" name="TextBox 20"/>
          <p:cNvSpPr txBox="1"/>
          <p:nvPr/>
        </p:nvSpPr>
        <p:spPr>
          <a:xfrm>
            <a:off x="5394960" y="2569463"/>
            <a:ext cx="1783080" cy="146304"/>
          </a:xfrm>
          <a:prstGeom prst="rect">
            <a:avLst/>
          </a:prstGeom>
          <a:noFill/>
        </p:spPr>
        <p:txBody>
          <a:bodyPr wrap="square" lIns="45720" rIns="45720" anchor="ctr">
            <a:spAutoFit/>
          </a:bodyPr>
          <a:lstStyle/>
          <a:p>
            <a:pPr algn="l"/>
            <a:r>
              <a:rPr sz="800" b="0">
                <a:solidFill>
                  <a:srgbClr val="5C6974"/>
                </a:solidFill>
                <a:latin typeface="Arial"/>
              </a:rPr>
              <a:t>sur le test</a:t>
            </a:r>
          </a:p>
        </p:txBody>
      </p:sp>
      <p:sp>
        <p:nvSpPr>
          <p:cNvPr id="22" name="Rounded Rectangle 21"/>
          <p:cNvSpPr/>
          <p:nvPr/>
        </p:nvSpPr>
        <p:spPr>
          <a:xfrm>
            <a:off x="594360" y="3154680"/>
            <a:ext cx="5257800" cy="233172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337560"/>
            <a:ext cx="4754880" cy="292608"/>
          </a:xfrm>
          <a:prstGeom prst="rect">
            <a:avLst/>
          </a:prstGeom>
          <a:noFill/>
        </p:spPr>
        <p:txBody>
          <a:bodyPr wrap="square" lIns="45720" rIns="45720" anchor="ctr">
            <a:spAutoFit/>
          </a:bodyPr>
          <a:lstStyle/>
          <a:p>
            <a:pPr algn="l"/>
            <a:r>
              <a:rPr sz="1200" b="1">
                <a:solidFill>
                  <a:srgbClr val="23925B"/>
                </a:solidFill>
                <a:latin typeface="Arial"/>
              </a:rPr>
              <a:t>CE QUE CETTE OPTION APPORTE</a:t>
            </a:r>
          </a:p>
        </p:txBody>
      </p:sp>
      <p:sp>
        <p:nvSpPr>
          <p:cNvPr id="24" name="TextBox 23"/>
          <p:cNvSpPr txBox="1"/>
          <p:nvPr/>
        </p:nvSpPr>
        <p:spPr>
          <a:xfrm>
            <a:off x="82296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meilleur rappel de la classe 2</a:t>
            </a:r>
          </a:p>
          <a:p>
            <a:pPr>
              <a:spcAft>
                <a:spcPts val="800"/>
              </a:spcAft>
              <a:defRPr sz="1600">
                <a:solidFill>
                  <a:srgbClr val="1C2530"/>
                </a:solidFill>
                <a:latin typeface="Arial"/>
              </a:defRPr>
            </a:pPr>
            <a:r>
              <a:t>• montre la valeur du texte</a:t>
            </a:r>
          </a:p>
        </p:txBody>
      </p:sp>
      <p:sp>
        <p:nvSpPr>
          <p:cNvPr id="25" name="Rounded Rectangle 24"/>
          <p:cNvSpPr/>
          <p:nvPr/>
        </p:nvSpPr>
        <p:spPr>
          <a:xfrm>
            <a:off x="6172200" y="3154680"/>
            <a:ext cx="5257800" cy="233172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337560"/>
            <a:ext cx="4754880" cy="292608"/>
          </a:xfrm>
          <a:prstGeom prst="rect">
            <a:avLst/>
          </a:prstGeom>
          <a:noFill/>
        </p:spPr>
        <p:txBody>
          <a:bodyPr wrap="square" lIns="45720" rIns="45720" anchor="ctr">
            <a:spAutoFit/>
          </a:bodyPr>
          <a:lstStyle/>
          <a:p>
            <a:pPr algn="l"/>
            <a:r>
              <a:rPr sz="1200" b="1">
                <a:solidFill>
                  <a:srgbClr val="DA3641"/>
                </a:solidFill>
                <a:latin typeface="Arial"/>
              </a:rPr>
              <a:t>CE QUI EMPÊCHE DE LA RETENIR SEULE</a:t>
            </a:r>
          </a:p>
        </p:txBody>
      </p:sp>
      <p:sp>
        <p:nvSpPr>
          <p:cNvPr id="27" name="TextBox 26"/>
          <p:cNvSpPr txBox="1"/>
          <p:nvPr/>
        </p:nvSpPr>
        <p:spPr>
          <a:xfrm>
            <a:off x="640080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plus faible F1</a:t>
            </a:r>
          </a:p>
          <a:p>
            <a:pPr>
              <a:spcAft>
                <a:spcPts val="800"/>
              </a:spcAft>
              <a:defRPr sz="1600">
                <a:solidFill>
                  <a:srgbClr val="1C2530"/>
                </a:solidFill>
                <a:latin typeface="Arial"/>
              </a:defRPr>
            </a:pPr>
            <a:r>
              <a:t>• 12 erreurs critiques sur le test</a:t>
            </a:r>
          </a:p>
          <a:p>
            <a:pPr>
              <a:spcAft>
                <a:spcPts val="800"/>
              </a:spcAft>
              <a:defRPr sz="1600">
                <a:solidFill>
                  <a:srgbClr val="1C2530"/>
                </a:solidFill>
                <a:latin typeface="Arial"/>
              </a:defRPr>
            </a:pPr>
            <a:r>
              <a:t>• texte peu diversifié</a:t>
            </a:r>
          </a:p>
        </p:txBody>
      </p:sp>
      <p:sp>
        <p:nvSpPr>
          <p:cNvPr id="3" name="Titre 2">
            <a:extLst>
              <a:ext uri="{FF2B5EF4-FFF2-40B4-BE49-F238E27FC236}">
                <a16:creationId xmlns:a16="http://schemas.microsoft.com/office/drawing/2014/main" id="{36EB02C0-5ED8-1C8B-236A-0C453F03C490}"/>
              </a:ext>
            </a:extLst>
          </p:cNvPr>
          <p:cNvSpPr>
            <a:spLocks noGrp="1"/>
          </p:cNvSpPr>
          <p:nvPr>
            <p:ph type="title"/>
          </p:nvPr>
        </p:nvSpPr>
        <p:spPr>
          <a:xfrm>
            <a:off x="427037" y="230687"/>
            <a:ext cx="11337925" cy="467500"/>
          </a:xfrm>
        </p:spPr>
        <p:txBody>
          <a:bodyPr/>
          <a:lstStyle/>
          <a:p>
            <a:r>
              <a:rPr lang="fr-FR" b="1" dirty="0">
                <a:solidFill>
                  <a:srgbClr val="0073E6"/>
                </a:solidFill>
              </a:rPr>
              <a:t>S3 : que vaut la synthèse d’entretien seule ?</a:t>
            </a:r>
            <a:br>
              <a:rPr lang="fr-FR" b="1" dirty="0">
                <a:solidFill>
                  <a:srgbClr val="0073E6"/>
                </a:solidFill>
              </a:rPr>
            </a:br>
            <a:endParaRPr lang="fr-FR" dirty="0">
              <a:solidFill>
                <a:srgbClr val="0073E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68580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325880"/>
            <a:ext cx="685800" cy="384048"/>
          </a:xfrm>
          <a:prstGeom prst="rect">
            <a:avLst/>
          </a:prstGeom>
          <a:noFill/>
        </p:spPr>
        <p:txBody>
          <a:bodyPr wrap="square" lIns="45720" rIns="45720" anchor="ctr">
            <a:spAutoFit/>
          </a:bodyPr>
          <a:lstStyle/>
          <a:p>
            <a:pPr algn="ctr"/>
            <a:r>
              <a:rPr sz="1200" b="1">
                <a:solidFill>
                  <a:srgbClr val="FFFFFF"/>
                </a:solidFill>
                <a:latin typeface="Arial"/>
              </a:rPr>
              <a:t>S4</a:t>
            </a:r>
          </a:p>
        </p:txBody>
      </p:sp>
      <p:sp>
        <p:nvSpPr>
          <p:cNvPr id="9" name="TextBox 8"/>
          <p:cNvSpPr txBox="1"/>
          <p:nvPr/>
        </p:nvSpPr>
        <p:spPr>
          <a:xfrm>
            <a:off x="1344168" y="1289304"/>
            <a:ext cx="9875520" cy="438912"/>
          </a:xfrm>
          <a:prstGeom prst="rect">
            <a:avLst/>
          </a:prstGeom>
          <a:noFill/>
        </p:spPr>
        <p:txBody>
          <a:bodyPr wrap="square" lIns="45720" rIns="45720" anchor="ctr">
            <a:spAutoFit/>
          </a:bodyPr>
          <a:lstStyle/>
          <a:p>
            <a:pPr algn="l"/>
            <a:r>
              <a:rPr sz="1800" b="1">
                <a:solidFill>
                  <a:srgbClr val="23925B"/>
                </a:solidFill>
                <a:latin typeface="Arial"/>
              </a:rPr>
              <a:t>Critère : valeur du tabulaire, sans conclure trop vite</a:t>
            </a:r>
          </a:p>
        </p:txBody>
      </p:sp>
      <p:sp>
        <p:nvSpPr>
          <p:cNvPr id="10" name="Rounded Rectangle 9"/>
          <p:cNvSpPr/>
          <p:nvPr/>
        </p:nvSpPr>
        <p:spPr>
          <a:xfrm>
            <a:off x="59436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65960"/>
            <a:ext cx="1783080" cy="228600"/>
          </a:xfrm>
          <a:prstGeom prst="rect">
            <a:avLst/>
          </a:prstGeom>
          <a:noFill/>
        </p:spPr>
        <p:txBody>
          <a:bodyPr wrap="square" lIns="45720" rIns="45720" anchor="ctr">
            <a:spAutoFit/>
          </a:bodyPr>
          <a:lstStyle/>
          <a:p>
            <a:pPr algn="l"/>
            <a:r>
              <a:rPr sz="1000" b="1">
                <a:solidFill>
                  <a:srgbClr val="5C6974"/>
                </a:solidFill>
                <a:latin typeface="Arial"/>
              </a:rPr>
              <a:t>F1 macro</a:t>
            </a:r>
          </a:p>
        </p:txBody>
      </p:sp>
      <p:sp>
        <p:nvSpPr>
          <p:cNvPr id="12" name="TextBox 11"/>
          <p:cNvSpPr txBox="1"/>
          <p:nvPr/>
        </p:nvSpPr>
        <p:spPr>
          <a:xfrm>
            <a:off x="731520" y="2194560"/>
            <a:ext cx="1783080" cy="347472"/>
          </a:xfrm>
          <a:prstGeom prst="rect">
            <a:avLst/>
          </a:prstGeom>
          <a:noFill/>
        </p:spPr>
        <p:txBody>
          <a:bodyPr wrap="square" lIns="45720" rIns="45720" anchor="ctr">
            <a:spAutoFit/>
          </a:bodyPr>
          <a:lstStyle/>
          <a:p>
            <a:pPr algn="l"/>
            <a:r>
              <a:rPr sz="2300" b="1">
                <a:solidFill>
                  <a:srgbClr val="23925B"/>
                </a:solidFill>
                <a:latin typeface="Arial"/>
              </a:rPr>
              <a:t>0,672</a:t>
            </a:r>
          </a:p>
        </p:txBody>
      </p:sp>
      <p:sp>
        <p:nvSpPr>
          <p:cNvPr id="13" name="TextBox 12"/>
          <p:cNvSpPr txBox="1"/>
          <p:nvPr/>
        </p:nvSpPr>
        <p:spPr>
          <a:xfrm>
            <a:off x="731520" y="2569463"/>
            <a:ext cx="1783080" cy="146304"/>
          </a:xfrm>
          <a:prstGeom prst="rect">
            <a:avLst/>
          </a:prstGeom>
          <a:noFill/>
        </p:spPr>
        <p:txBody>
          <a:bodyPr wrap="square" lIns="45720" rIns="45720" anchor="ctr">
            <a:spAutoFit/>
          </a:bodyPr>
          <a:lstStyle/>
          <a:p>
            <a:pPr algn="l"/>
            <a:r>
              <a:rPr sz="800" b="0">
                <a:solidFill>
                  <a:srgbClr val="5C6974"/>
                </a:solidFill>
                <a:latin typeface="Arial"/>
              </a:rPr>
              <a:t>validation croisée</a:t>
            </a:r>
          </a:p>
        </p:txBody>
      </p:sp>
      <p:sp>
        <p:nvSpPr>
          <p:cNvPr id="14" name="Rounded Rectangle 13"/>
          <p:cNvSpPr/>
          <p:nvPr/>
        </p:nvSpPr>
        <p:spPr>
          <a:xfrm>
            <a:off x="2926079"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3239" y="1965960"/>
            <a:ext cx="1783080" cy="228600"/>
          </a:xfrm>
          <a:prstGeom prst="rect">
            <a:avLst/>
          </a:prstGeom>
          <a:noFill/>
        </p:spPr>
        <p:txBody>
          <a:bodyPr wrap="square" lIns="45720" rIns="45720" anchor="ctr">
            <a:spAutoFit/>
          </a:bodyPr>
          <a:lstStyle/>
          <a:p>
            <a:pPr algn="l"/>
            <a:r>
              <a:rPr sz="1000" b="1">
                <a:solidFill>
                  <a:srgbClr val="5C6974"/>
                </a:solidFill>
                <a:latin typeface="Arial"/>
              </a:rPr>
              <a:t>Rappel classe 2</a:t>
            </a:r>
          </a:p>
        </p:txBody>
      </p:sp>
      <p:sp>
        <p:nvSpPr>
          <p:cNvPr id="16" name="TextBox 15"/>
          <p:cNvSpPr txBox="1"/>
          <p:nvPr/>
        </p:nvSpPr>
        <p:spPr>
          <a:xfrm>
            <a:off x="3063239" y="2194560"/>
            <a:ext cx="1783080" cy="347472"/>
          </a:xfrm>
          <a:prstGeom prst="rect">
            <a:avLst/>
          </a:prstGeom>
          <a:noFill/>
        </p:spPr>
        <p:txBody>
          <a:bodyPr wrap="square" lIns="45720" rIns="45720" anchor="ctr">
            <a:spAutoFit/>
          </a:bodyPr>
          <a:lstStyle/>
          <a:p>
            <a:pPr algn="l"/>
            <a:r>
              <a:rPr sz="2300" b="1">
                <a:solidFill>
                  <a:srgbClr val="23925B"/>
                </a:solidFill>
                <a:latin typeface="Arial"/>
              </a:rPr>
              <a:t>0,589</a:t>
            </a:r>
          </a:p>
        </p:txBody>
      </p:sp>
      <p:sp>
        <p:nvSpPr>
          <p:cNvPr id="17" name="TextBox 16"/>
          <p:cNvSpPr txBox="1"/>
          <p:nvPr/>
        </p:nvSpPr>
        <p:spPr>
          <a:xfrm>
            <a:off x="3063239" y="2569463"/>
            <a:ext cx="1783080" cy="146304"/>
          </a:xfrm>
          <a:prstGeom prst="rect">
            <a:avLst/>
          </a:prstGeom>
          <a:noFill/>
        </p:spPr>
        <p:txBody>
          <a:bodyPr wrap="square" lIns="45720" rIns="45720" anchor="ctr">
            <a:spAutoFit/>
          </a:bodyPr>
          <a:lstStyle/>
          <a:p>
            <a:pPr algn="l"/>
            <a:r>
              <a:rPr sz="800" b="0">
                <a:solidFill>
                  <a:srgbClr val="5C6974"/>
                </a:solidFill>
                <a:latin typeface="Arial"/>
              </a:rPr>
              <a:t>validation croisée</a:t>
            </a:r>
          </a:p>
        </p:txBody>
      </p:sp>
      <p:sp>
        <p:nvSpPr>
          <p:cNvPr id="18" name="Rounded Rectangle 17"/>
          <p:cNvSpPr/>
          <p:nvPr/>
        </p:nvSpPr>
        <p:spPr>
          <a:xfrm>
            <a:off x="5257800" y="1874519"/>
            <a:ext cx="205740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94960" y="1965960"/>
            <a:ext cx="1783080" cy="228600"/>
          </a:xfrm>
          <a:prstGeom prst="rect">
            <a:avLst/>
          </a:prstGeom>
          <a:noFill/>
        </p:spPr>
        <p:txBody>
          <a:bodyPr wrap="square" lIns="45720" rIns="45720" anchor="ctr">
            <a:spAutoFit/>
          </a:bodyPr>
          <a:lstStyle/>
          <a:p>
            <a:pPr algn="l"/>
            <a:r>
              <a:rPr sz="1000" b="1">
                <a:solidFill>
                  <a:srgbClr val="5C6974"/>
                </a:solidFill>
                <a:latin typeface="Arial"/>
              </a:rPr>
              <a:t>Erreurs 2→0</a:t>
            </a:r>
          </a:p>
        </p:txBody>
      </p:sp>
      <p:sp>
        <p:nvSpPr>
          <p:cNvPr id="20" name="TextBox 19"/>
          <p:cNvSpPr txBox="1"/>
          <p:nvPr/>
        </p:nvSpPr>
        <p:spPr>
          <a:xfrm>
            <a:off x="5394960" y="2194560"/>
            <a:ext cx="1783080" cy="347472"/>
          </a:xfrm>
          <a:prstGeom prst="rect">
            <a:avLst/>
          </a:prstGeom>
          <a:noFill/>
        </p:spPr>
        <p:txBody>
          <a:bodyPr wrap="square" lIns="45720" rIns="45720" anchor="ctr">
            <a:spAutoFit/>
          </a:bodyPr>
          <a:lstStyle/>
          <a:p>
            <a:pPr algn="l"/>
            <a:r>
              <a:rPr sz="2300" b="1">
                <a:solidFill>
                  <a:srgbClr val="23925B"/>
                </a:solidFill>
                <a:latin typeface="Arial"/>
              </a:rPr>
              <a:t>8</a:t>
            </a:r>
          </a:p>
        </p:txBody>
      </p:sp>
      <p:sp>
        <p:nvSpPr>
          <p:cNvPr id="21" name="TextBox 20"/>
          <p:cNvSpPr txBox="1"/>
          <p:nvPr/>
        </p:nvSpPr>
        <p:spPr>
          <a:xfrm>
            <a:off x="5394960" y="2569463"/>
            <a:ext cx="1783080" cy="146304"/>
          </a:xfrm>
          <a:prstGeom prst="rect">
            <a:avLst/>
          </a:prstGeom>
          <a:noFill/>
        </p:spPr>
        <p:txBody>
          <a:bodyPr wrap="square" lIns="45720" rIns="45720" anchor="ctr">
            <a:spAutoFit/>
          </a:bodyPr>
          <a:lstStyle/>
          <a:p>
            <a:pPr algn="l"/>
            <a:r>
              <a:rPr sz="800" b="0">
                <a:solidFill>
                  <a:srgbClr val="5C6974"/>
                </a:solidFill>
                <a:latin typeface="Arial"/>
              </a:rPr>
              <a:t>sur le test</a:t>
            </a:r>
          </a:p>
        </p:txBody>
      </p:sp>
      <p:sp>
        <p:nvSpPr>
          <p:cNvPr id="22" name="Rounded Rectangle 21"/>
          <p:cNvSpPr/>
          <p:nvPr/>
        </p:nvSpPr>
        <p:spPr>
          <a:xfrm>
            <a:off x="594360" y="3154680"/>
            <a:ext cx="5257800" cy="233172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337560"/>
            <a:ext cx="4754880" cy="292608"/>
          </a:xfrm>
          <a:prstGeom prst="rect">
            <a:avLst/>
          </a:prstGeom>
          <a:noFill/>
        </p:spPr>
        <p:txBody>
          <a:bodyPr wrap="square" lIns="45720" rIns="45720" anchor="ctr">
            <a:spAutoFit/>
          </a:bodyPr>
          <a:lstStyle/>
          <a:p>
            <a:pPr algn="l"/>
            <a:r>
              <a:rPr sz="1200" b="1">
                <a:solidFill>
                  <a:srgbClr val="23925B"/>
                </a:solidFill>
                <a:latin typeface="Arial"/>
              </a:rPr>
              <a:t>CE QUE CETTE OPTION APPORTE</a:t>
            </a:r>
          </a:p>
        </p:txBody>
      </p:sp>
      <p:sp>
        <p:nvSpPr>
          <p:cNvPr id="24" name="TextBox 23"/>
          <p:cNvSpPr txBox="1"/>
          <p:nvPr/>
        </p:nvSpPr>
        <p:spPr>
          <a:xfrm>
            <a:off x="82296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8 erreurs critiques sur 10 cas test</a:t>
            </a:r>
          </a:p>
          <a:p>
            <a:pPr>
              <a:spcAft>
                <a:spcPts val="800"/>
              </a:spcAft>
              <a:defRPr sz="1600">
                <a:solidFill>
                  <a:srgbClr val="1C2530"/>
                </a:solidFill>
                <a:latin typeface="Arial"/>
              </a:defRPr>
            </a:pPr>
            <a:r>
              <a:t>• score tabulaire compétitif</a:t>
            </a:r>
          </a:p>
        </p:txBody>
      </p:sp>
      <p:sp>
        <p:nvSpPr>
          <p:cNvPr id="25" name="Rounded Rectangle 24"/>
          <p:cNvSpPr/>
          <p:nvPr/>
        </p:nvSpPr>
        <p:spPr>
          <a:xfrm>
            <a:off x="6172200" y="3154680"/>
            <a:ext cx="5257800" cy="233172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3337560"/>
            <a:ext cx="4754880" cy="292608"/>
          </a:xfrm>
          <a:prstGeom prst="rect">
            <a:avLst/>
          </a:prstGeom>
          <a:noFill/>
        </p:spPr>
        <p:txBody>
          <a:bodyPr wrap="square" lIns="45720" rIns="45720" anchor="ctr">
            <a:spAutoFit/>
          </a:bodyPr>
          <a:lstStyle/>
          <a:p>
            <a:pPr algn="l"/>
            <a:r>
              <a:rPr sz="1200" b="1">
                <a:solidFill>
                  <a:srgbClr val="DA3641"/>
                </a:solidFill>
                <a:latin typeface="Arial"/>
              </a:rPr>
              <a:t>CE QUI EMPÊCHE DE LA RETENIR SEULE</a:t>
            </a:r>
          </a:p>
        </p:txBody>
      </p:sp>
      <p:sp>
        <p:nvSpPr>
          <p:cNvPr id="27" name="TextBox 26"/>
          <p:cNvSpPr txBox="1"/>
          <p:nvPr/>
        </p:nvSpPr>
        <p:spPr>
          <a:xfrm>
            <a:off x="6400800" y="3767328"/>
            <a:ext cx="4663440" cy="1371600"/>
          </a:xfrm>
          <a:prstGeom prst="rect">
            <a:avLst/>
          </a:prstGeom>
          <a:noFill/>
        </p:spPr>
        <p:txBody>
          <a:bodyPr wrap="square" lIns="73152" rIns="45720">
            <a:spAutoFit/>
          </a:bodyPr>
          <a:lstStyle/>
          <a:p>
            <a:pPr>
              <a:spcAft>
                <a:spcPts val="800"/>
              </a:spcAft>
              <a:defRPr sz="1600">
                <a:solidFill>
                  <a:srgbClr val="1C2530"/>
                </a:solidFill>
                <a:latin typeface="Arial"/>
              </a:defRPr>
            </a:pPr>
            <a:r>
              <a:t>• conserve actuellement la nationalité</a:t>
            </a:r>
          </a:p>
          <a:p>
            <a:pPr>
              <a:spcAft>
                <a:spcPts val="800"/>
              </a:spcAft>
              <a:defRPr sz="1600">
                <a:solidFill>
                  <a:srgbClr val="1C2530"/>
                </a:solidFill>
                <a:latin typeface="Arial"/>
              </a:defRPr>
            </a:pPr>
            <a:r>
              <a:t>• seulement 10 erreurs critiques au total</a:t>
            </a:r>
          </a:p>
          <a:p>
            <a:pPr>
              <a:spcAft>
                <a:spcPts val="800"/>
              </a:spcAft>
              <a:defRPr sz="1600">
                <a:solidFill>
                  <a:srgbClr val="1C2530"/>
                </a:solidFill>
                <a:latin typeface="Arial"/>
              </a:defRPr>
            </a:pPr>
            <a:r>
              <a:t>• pas équivalent à S2</a:t>
            </a:r>
          </a:p>
        </p:txBody>
      </p:sp>
      <p:sp>
        <p:nvSpPr>
          <p:cNvPr id="3" name="Titre 2">
            <a:extLst>
              <a:ext uri="{FF2B5EF4-FFF2-40B4-BE49-F238E27FC236}">
                <a16:creationId xmlns:a16="http://schemas.microsoft.com/office/drawing/2014/main" id="{48D01DDD-6B9E-C7E9-987E-68D1B4C99A3D}"/>
              </a:ext>
            </a:extLst>
          </p:cNvPr>
          <p:cNvSpPr>
            <a:spLocks noGrp="1"/>
          </p:cNvSpPr>
          <p:nvPr>
            <p:ph type="title"/>
          </p:nvPr>
        </p:nvSpPr>
        <p:spPr/>
        <p:txBody>
          <a:bodyPr/>
          <a:lstStyle/>
          <a:p>
            <a:r>
              <a:rPr lang="fr-FR" b="1" dirty="0">
                <a:solidFill>
                  <a:srgbClr val="0073E6"/>
                </a:solidFill>
              </a:rPr>
              <a:t>S4 : que valent les données tabulaires seules ?</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2B124081-0423-C16B-3F12-A397FC291D04}"/>
              </a:ext>
            </a:extLst>
          </p:cNvPr>
          <p:cNvSpPr>
            <a:spLocks noGrp="1"/>
          </p:cNvSpPr>
          <p:nvPr>
            <p:ph type="body" sz="quarter" idx="10"/>
          </p:nvPr>
        </p:nvSpPr>
        <p:spPr/>
        <p:txBody>
          <a:bodyPr/>
          <a:lstStyle/>
          <a:p>
            <a:r>
              <a:rPr lang="fr-FR" dirty="0">
                <a:solidFill>
                  <a:srgbClr val="00005C"/>
                </a:solidFill>
              </a:rPr>
              <a:t>Un résultat à lire avec réserve</a:t>
            </a:r>
          </a:p>
          <a:p>
            <a:endParaRPr lang="fr-FR" dirty="0">
              <a:solidFill>
                <a:srgbClr val="00005C"/>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Résultats test de S2 + XGBoost</a:t>
            </a:r>
          </a:p>
        </p:txBody>
      </p:sp>
      <p:sp>
        <p:nvSpPr>
          <p:cNvPr id="3" name="Text Placeholder 2"/>
          <p:cNvSpPr>
            <a:spLocks noGrp="1"/>
          </p:cNvSpPr>
          <p:nvPr>
            <p:ph type="body" sz="quarter" idx="10"/>
          </p:nvPr>
        </p:nvSpPr>
        <p:spPr/>
        <p:txBody>
          <a:bodyPr/>
          <a:lstStyle/>
          <a:p>
            <a:r>
              <a:t>Accuracy 0,730 • F1 macro 0,704 • rappel classe 2 0,533 • ROC-AUC OVR macro 0,871</a:t>
            </a:r>
          </a:p>
        </p:txBody>
      </p:sp>
      <p:sp>
        <p:nvSpPr>
          <p:cNvPr id="6" name="Rounded Rectangle 5"/>
          <p:cNvSpPr/>
          <p:nvPr/>
        </p:nvSpPr>
        <p:spPr>
          <a:xfrm>
            <a:off x="685800" y="1417320"/>
            <a:ext cx="914400" cy="576072"/>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000" b="1">
                <a:solidFill>
                  <a:srgbClr val="FFFFFF"/>
                </a:solidFill>
                <a:latin typeface="Arial"/>
              </a:rPr>
              <a:t>Réel \ Prédit</a:t>
            </a:r>
          </a:p>
        </p:txBody>
      </p:sp>
      <p:sp>
        <p:nvSpPr>
          <p:cNvPr id="7" name="Rounded Rectangle 6"/>
          <p:cNvSpPr/>
          <p:nvPr/>
        </p:nvSpPr>
        <p:spPr>
          <a:xfrm>
            <a:off x="1600200" y="1417320"/>
            <a:ext cx="914400" cy="576072"/>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000" b="1">
                <a:solidFill>
                  <a:srgbClr val="FFFFFF"/>
                </a:solidFill>
                <a:latin typeface="Arial"/>
              </a:rPr>
              <a:t>0</a:t>
            </a:r>
          </a:p>
        </p:txBody>
      </p:sp>
      <p:sp>
        <p:nvSpPr>
          <p:cNvPr id="8" name="Rounded Rectangle 7"/>
          <p:cNvSpPr/>
          <p:nvPr/>
        </p:nvSpPr>
        <p:spPr>
          <a:xfrm>
            <a:off x="2514600" y="1417320"/>
            <a:ext cx="914400" cy="576072"/>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000" b="1">
                <a:solidFill>
                  <a:srgbClr val="FFFFFF"/>
                </a:solidFill>
                <a:latin typeface="Arial"/>
              </a:rPr>
              <a:t>1</a:t>
            </a:r>
          </a:p>
        </p:txBody>
      </p:sp>
      <p:sp>
        <p:nvSpPr>
          <p:cNvPr id="9" name="Rounded Rectangle 8"/>
          <p:cNvSpPr/>
          <p:nvPr/>
        </p:nvSpPr>
        <p:spPr>
          <a:xfrm>
            <a:off x="3429000" y="1417320"/>
            <a:ext cx="914400" cy="576072"/>
          </a:xfrm>
          <a:prstGeom prst="roundRect">
            <a:avLst/>
          </a:prstGeom>
          <a:solidFill>
            <a:srgbClr val="00125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000" b="1">
                <a:solidFill>
                  <a:srgbClr val="FFFFFF"/>
                </a:solidFill>
                <a:latin typeface="Arial"/>
              </a:rPr>
              <a:t>2</a:t>
            </a:r>
          </a:p>
        </p:txBody>
      </p:sp>
      <p:sp>
        <p:nvSpPr>
          <p:cNvPr id="10" name="Rounded Rectangle 9"/>
          <p:cNvSpPr/>
          <p:nvPr/>
        </p:nvSpPr>
        <p:spPr>
          <a:xfrm>
            <a:off x="685800" y="1993392"/>
            <a:ext cx="914400" cy="576072"/>
          </a:xfrm>
          <a:prstGeom prst="roundRect">
            <a:avLst/>
          </a:prstGeom>
          <a:solidFill>
            <a:srgbClr val="0070E6"/>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0</a:t>
            </a:r>
          </a:p>
        </p:txBody>
      </p:sp>
      <p:sp>
        <p:nvSpPr>
          <p:cNvPr id="11" name="Rounded Rectangle 10"/>
          <p:cNvSpPr/>
          <p:nvPr/>
        </p:nvSpPr>
        <p:spPr>
          <a:xfrm>
            <a:off x="1600200" y="1993392"/>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148</a:t>
            </a:r>
          </a:p>
        </p:txBody>
      </p:sp>
      <p:sp>
        <p:nvSpPr>
          <p:cNvPr id="12" name="Rounded Rectangle 11"/>
          <p:cNvSpPr/>
          <p:nvPr/>
        </p:nvSpPr>
        <p:spPr>
          <a:xfrm>
            <a:off x="2514600" y="1993392"/>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36</a:t>
            </a:r>
          </a:p>
        </p:txBody>
      </p:sp>
      <p:sp>
        <p:nvSpPr>
          <p:cNvPr id="13" name="Rounded Rectangle 12"/>
          <p:cNvSpPr/>
          <p:nvPr/>
        </p:nvSpPr>
        <p:spPr>
          <a:xfrm>
            <a:off x="3429000" y="1993392"/>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3</a:t>
            </a:r>
          </a:p>
        </p:txBody>
      </p:sp>
      <p:sp>
        <p:nvSpPr>
          <p:cNvPr id="14" name="Rounded Rectangle 13"/>
          <p:cNvSpPr/>
          <p:nvPr/>
        </p:nvSpPr>
        <p:spPr>
          <a:xfrm>
            <a:off x="685800" y="2569464"/>
            <a:ext cx="914400" cy="576072"/>
          </a:xfrm>
          <a:prstGeom prst="roundRect">
            <a:avLst/>
          </a:prstGeom>
          <a:solidFill>
            <a:srgbClr val="37BEEB"/>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1</a:t>
            </a:r>
          </a:p>
        </p:txBody>
      </p:sp>
      <p:sp>
        <p:nvSpPr>
          <p:cNvPr id="15" name="Rounded Rectangle 14"/>
          <p:cNvSpPr/>
          <p:nvPr/>
        </p:nvSpPr>
        <p:spPr>
          <a:xfrm>
            <a:off x="1600200" y="2569464"/>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34</a:t>
            </a:r>
          </a:p>
        </p:txBody>
      </p:sp>
      <p:sp>
        <p:nvSpPr>
          <p:cNvPr id="16" name="Rounded Rectangle 15"/>
          <p:cNvSpPr/>
          <p:nvPr/>
        </p:nvSpPr>
        <p:spPr>
          <a:xfrm>
            <a:off x="2514600" y="2569464"/>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169</a:t>
            </a:r>
          </a:p>
        </p:txBody>
      </p:sp>
      <p:sp>
        <p:nvSpPr>
          <p:cNvPr id="17" name="Rounded Rectangle 16"/>
          <p:cNvSpPr/>
          <p:nvPr/>
        </p:nvSpPr>
        <p:spPr>
          <a:xfrm>
            <a:off x="3429000" y="2569464"/>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20</a:t>
            </a:r>
          </a:p>
        </p:txBody>
      </p:sp>
      <p:sp>
        <p:nvSpPr>
          <p:cNvPr id="18" name="Rounded Rectangle 17"/>
          <p:cNvSpPr/>
          <p:nvPr/>
        </p:nvSpPr>
        <p:spPr>
          <a:xfrm>
            <a:off x="685800" y="3145536"/>
            <a:ext cx="914400" cy="576072"/>
          </a:xfrm>
          <a:prstGeom prst="roundRect">
            <a:avLst/>
          </a:prstGeom>
          <a:solidFill>
            <a:srgbClr val="6548AA"/>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100" b="1">
                <a:solidFill>
                  <a:srgbClr val="FFFFFF"/>
                </a:solidFill>
                <a:latin typeface="Arial"/>
              </a:rPr>
              <a:t>2</a:t>
            </a:r>
          </a:p>
        </p:txBody>
      </p:sp>
      <p:sp>
        <p:nvSpPr>
          <p:cNvPr id="19" name="Rounded Rectangle 18"/>
          <p:cNvSpPr/>
          <p:nvPr/>
        </p:nvSpPr>
        <p:spPr>
          <a:xfrm>
            <a:off x="1600200" y="3145536"/>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10</a:t>
            </a:r>
          </a:p>
        </p:txBody>
      </p:sp>
      <p:sp>
        <p:nvSpPr>
          <p:cNvPr id="20" name="Rounded Rectangle 19"/>
          <p:cNvSpPr/>
          <p:nvPr/>
        </p:nvSpPr>
        <p:spPr>
          <a:xfrm>
            <a:off x="2514600" y="3145536"/>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32</a:t>
            </a:r>
          </a:p>
        </p:txBody>
      </p:sp>
      <p:sp>
        <p:nvSpPr>
          <p:cNvPr id="21" name="Rounded Rectangle 20"/>
          <p:cNvSpPr/>
          <p:nvPr/>
        </p:nvSpPr>
        <p:spPr>
          <a:xfrm>
            <a:off x="3429000" y="3145536"/>
            <a:ext cx="914400" cy="576072"/>
          </a:xfrm>
          <a:prstGeom prst="roundRect">
            <a:avLst/>
          </a:prstGeom>
          <a:solidFill>
            <a:srgbClr val="FFFFFF"/>
          </a:solidFill>
          <a:ln w="13970">
            <a:solidFill>
              <a:srgbClr val="D9E2E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600" b="1">
                <a:solidFill>
                  <a:srgbClr val="1C2530"/>
                </a:solidFill>
                <a:latin typeface="Arial"/>
              </a:rPr>
              <a:t>48</a:t>
            </a:r>
          </a:p>
        </p:txBody>
      </p:sp>
      <p:sp>
        <p:nvSpPr>
          <p:cNvPr id="22" name="Rounded Rectangle 21"/>
          <p:cNvSpPr/>
          <p:nvPr/>
        </p:nvSpPr>
        <p:spPr>
          <a:xfrm>
            <a:off x="4846320" y="1325880"/>
            <a:ext cx="6400800" cy="3566160"/>
          </a:xfrm>
          <a:prstGeom prst="roundRect">
            <a:avLst/>
          </a:prstGeom>
          <a:solidFill>
            <a:srgbClr val="FFFFFF"/>
          </a:solidFill>
          <a:ln w="15240">
            <a:solidFill>
              <a:srgbClr val="DA3641"/>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500" b="1">
                <a:solidFill>
                  <a:srgbClr val="DA3641"/>
                </a:solidFill>
              </a:defRPr>
            </a:pPr>
            <a:r>
              <a:rPr dirty="0"/>
              <a:t>LECTURE DES ERREURS</a:t>
            </a:r>
            <a:endParaRPr lang="fr-FR" dirty="0"/>
          </a:p>
          <a:p>
            <a:pPr algn="ctr">
              <a:defRPr sz="1500" b="1">
                <a:solidFill>
                  <a:srgbClr val="DA3641"/>
                </a:solidFill>
              </a:defRPr>
            </a:pPr>
            <a:endParaRPr dirty="0"/>
          </a:p>
          <a:p>
            <a:pPr>
              <a:spcAft>
                <a:spcPts val="600"/>
              </a:spcAft>
              <a:defRPr sz="1400">
                <a:solidFill>
                  <a:srgbClr val="1C2530"/>
                </a:solidFill>
              </a:defRPr>
            </a:pPr>
            <a:r>
              <a:rPr dirty="0"/>
              <a:t>• Classe 2 : 48/90 </a:t>
            </a:r>
            <a:r>
              <a:rPr dirty="0" err="1"/>
              <a:t>correctement</a:t>
            </a:r>
            <a:r>
              <a:rPr dirty="0"/>
              <a:t> </a:t>
            </a:r>
            <a:r>
              <a:rPr dirty="0" err="1"/>
              <a:t>détectés</a:t>
            </a:r>
            <a:r>
              <a:rPr dirty="0"/>
              <a:t> (53,3 %).</a:t>
            </a:r>
          </a:p>
          <a:p>
            <a:pPr>
              <a:spcAft>
                <a:spcPts val="600"/>
              </a:spcAft>
              <a:defRPr sz="1400">
                <a:solidFill>
                  <a:srgbClr val="1C2530"/>
                </a:solidFill>
              </a:defRPr>
            </a:pPr>
            <a:r>
              <a:rPr dirty="0"/>
              <a:t>• 42/90 </a:t>
            </a:r>
            <a:r>
              <a:rPr dirty="0" err="1"/>
              <a:t>manqués</a:t>
            </a:r>
            <a:r>
              <a:rPr dirty="0"/>
              <a:t> au </a:t>
            </a:r>
            <a:r>
              <a:rPr dirty="0" err="1"/>
              <a:t>sens</a:t>
            </a:r>
            <a:r>
              <a:rPr dirty="0"/>
              <a:t> du rappel : 10 </a:t>
            </a:r>
            <a:r>
              <a:rPr dirty="0" err="1"/>
              <a:t>classés</a:t>
            </a:r>
            <a:r>
              <a:rPr dirty="0"/>
              <a:t> 0 et 32 </a:t>
            </a:r>
            <a:r>
              <a:rPr dirty="0" err="1"/>
              <a:t>classés</a:t>
            </a:r>
            <a:r>
              <a:rPr dirty="0"/>
              <a:t> 1.</a:t>
            </a:r>
          </a:p>
          <a:p>
            <a:pPr>
              <a:spcAft>
                <a:spcPts val="600"/>
              </a:spcAft>
              <a:defRPr sz="1400">
                <a:solidFill>
                  <a:srgbClr val="1C2530"/>
                </a:solidFill>
              </a:defRPr>
            </a:pPr>
            <a:r>
              <a:rPr dirty="0"/>
              <a:t>• </a:t>
            </a:r>
            <a:r>
              <a:rPr dirty="0" err="1"/>
              <a:t>Erreur</a:t>
            </a:r>
            <a:r>
              <a:rPr dirty="0"/>
              <a:t> </a:t>
            </a:r>
            <a:r>
              <a:rPr dirty="0" err="1"/>
              <a:t>prioritaire</a:t>
            </a:r>
            <a:r>
              <a:rPr dirty="0"/>
              <a:t> 2→0 : 10/90 (11,1 %).</a:t>
            </a:r>
          </a:p>
          <a:p>
            <a:pPr>
              <a:spcAft>
                <a:spcPts val="600"/>
              </a:spcAft>
              <a:defRPr sz="1400">
                <a:solidFill>
                  <a:srgbClr val="1C2530"/>
                </a:solidFill>
              </a:defRPr>
            </a:pPr>
            <a:r>
              <a:rPr dirty="0"/>
              <a:t>• Faux </a:t>
            </a:r>
            <a:r>
              <a:rPr dirty="0" err="1"/>
              <a:t>risques</a:t>
            </a:r>
            <a:r>
              <a:rPr dirty="0"/>
              <a:t> 0→2 : 3/187 (1,6 %), </a:t>
            </a:r>
            <a:r>
              <a:rPr dirty="0" err="1"/>
              <a:t>coût</a:t>
            </a:r>
            <a:r>
              <a:rPr dirty="0"/>
              <a:t> non </a:t>
            </a:r>
            <a:r>
              <a:rPr dirty="0" err="1"/>
              <a:t>mesuré</a:t>
            </a:r>
            <a:r>
              <a:rPr dirty="0"/>
              <a:t>.</a:t>
            </a:r>
          </a:p>
          <a:p>
            <a:pPr>
              <a:spcAft>
                <a:spcPts val="600"/>
              </a:spcAft>
              <a:defRPr sz="1400">
                <a:solidFill>
                  <a:srgbClr val="1C2530"/>
                </a:solidFill>
              </a:defRPr>
            </a:pPr>
            <a:r>
              <a:rPr dirty="0"/>
              <a:t>• </a:t>
            </a:r>
            <a:r>
              <a:rPr dirty="0" err="1"/>
              <a:t>Réserve</a:t>
            </a:r>
            <a:r>
              <a:rPr dirty="0"/>
              <a:t> : le test </a:t>
            </a:r>
            <a:r>
              <a:rPr dirty="0" err="1"/>
              <a:t>n’est</a:t>
            </a:r>
            <a:r>
              <a:rPr dirty="0"/>
              <a:t> pas un holdout </a:t>
            </a:r>
            <a:r>
              <a:rPr dirty="0" err="1"/>
              <a:t>vierge</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624" y="291451"/>
            <a:ext cx="11337925" cy="912315"/>
          </a:xfrm>
        </p:spPr>
        <p:txBody>
          <a:bodyPr anchor="t">
            <a:normAutofit/>
          </a:bodyPr>
          <a:lstStyle/>
          <a:p>
            <a:r>
              <a:rPr dirty="0" err="1"/>
              <a:t>Interprétation</a:t>
            </a:r>
            <a:r>
              <a:rPr dirty="0"/>
              <a:t> </a:t>
            </a:r>
            <a:r>
              <a:rPr dirty="0" err="1"/>
              <a:t>globale</a:t>
            </a:r>
            <a:r>
              <a:rPr dirty="0"/>
              <a:t> </a:t>
            </a:r>
            <a:r>
              <a:rPr lang="fr-FR" dirty="0"/>
              <a:t>avec importance native </a:t>
            </a:r>
            <a:r>
              <a:rPr lang="fr-FR" dirty="0" err="1"/>
              <a:t>XGBoost</a:t>
            </a:r>
            <a:br>
              <a:rPr lang="fr-FR" dirty="0"/>
            </a:br>
            <a:endParaRPr dirty="0"/>
          </a:p>
        </p:txBody>
      </p:sp>
      <p:sp>
        <p:nvSpPr>
          <p:cNvPr id="3" name="Text Placeholder 2"/>
          <p:cNvSpPr>
            <a:spLocks noGrp="1"/>
          </p:cNvSpPr>
          <p:nvPr>
            <p:ph type="body" sz="quarter" idx="10"/>
          </p:nvPr>
        </p:nvSpPr>
        <p:spPr>
          <a:xfrm>
            <a:off x="428625" y="709990"/>
            <a:ext cx="11337925" cy="493776"/>
          </a:xfrm>
        </p:spPr>
        <p:txBody>
          <a:bodyPr>
            <a:normAutofit/>
          </a:bodyPr>
          <a:lstStyle/>
          <a:p>
            <a:pPr>
              <a:spcAft>
                <a:spcPts val="600"/>
              </a:spcAft>
            </a:pPr>
            <a:r>
              <a:rPr dirty="0" err="1"/>
              <a:t>Séparer</a:t>
            </a:r>
            <a:r>
              <a:rPr dirty="0"/>
              <a:t> </a:t>
            </a:r>
            <a:r>
              <a:rPr dirty="0" err="1"/>
              <a:t>texte</a:t>
            </a:r>
            <a:r>
              <a:rPr dirty="0"/>
              <a:t> et variables </a:t>
            </a:r>
            <a:r>
              <a:rPr dirty="0" err="1"/>
              <a:t>structurées</a:t>
            </a:r>
            <a:endParaRPr lang="fr-FR" dirty="0"/>
          </a:p>
        </p:txBody>
      </p:sp>
      <p:pic>
        <p:nvPicPr>
          <p:cNvPr id="8" name="Image 7">
            <a:extLst>
              <a:ext uri="{FF2B5EF4-FFF2-40B4-BE49-F238E27FC236}">
                <a16:creationId xmlns:a16="http://schemas.microsoft.com/office/drawing/2014/main" id="{DDD36AD0-50AB-5A64-E2C8-A623958F6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411" y="1622305"/>
            <a:ext cx="11781177" cy="4123413"/>
          </a:xfrm>
          <a:prstGeom prst="rect">
            <a:avLst/>
          </a:prstGeom>
          <a:noFill/>
        </p:spPr>
      </p:pic>
      <p:sp>
        <p:nvSpPr>
          <p:cNvPr id="13" name="Slide Number Placeholder 4">
            <a:extLst>
              <a:ext uri="{FF2B5EF4-FFF2-40B4-BE49-F238E27FC236}">
                <a16:creationId xmlns:a16="http://schemas.microsoft.com/office/drawing/2014/main" id="{16BF414D-9AD2-717D-BEA0-081E60AEF134}"/>
              </a:ext>
            </a:extLst>
          </p:cNvPr>
          <p:cNvSpPr>
            <a:spLocks noGrp="1"/>
          </p:cNvSpPr>
          <p:nvPr>
            <p:ph type="sldNum" sz="quarter" idx="4"/>
          </p:nvPr>
        </p:nvSpPr>
        <p:spPr>
          <a:xfrm>
            <a:off x="428625" y="6420355"/>
            <a:ext cx="161904" cy="153888"/>
          </a:xfrm>
        </p:spPr>
        <p:txBody>
          <a:bodyPr/>
          <a:lstStyle/>
          <a:p>
            <a:pPr>
              <a:spcAft>
                <a:spcPts val="600"/>
              </a:spcAft>
            </a:pPr>
            <a:fld id="{DAF489CC-3B7A-4DA5-A8C0-4984788D0EC5}" type="slidenum">
              <a:rPr lang="nl-NL" smtClean="0"/>
              <a:pPr>
                <a:spcAft>
                  <a:spcPts val="600"/>
                </a:spcAft>
              </a:pPr>
              <a:t>14</a:t>
            </a:fld>
            <a:endParaRPr lang="nl-NL"/>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2743200" cy="640080"/>
          </a:xfrm>
          <a:prstGeom prst="roundRect">
            <a:avLst>
              <a:gd name="adj" fmla="val 8000"/>
            </a:avLst>
          </a:prstGeom>
          <a:solidFill>
            <a:srgbClr val="00125B"/>
          </a:solidFill>
          <a:ln w="12700">
            <a:solidFill>
              <a:srgbClr val="001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16349"/>
            <a:ext cx="2377440" cy="307777"/>
          </a:xfrm>
          <a:prstGeom prst="rect">
            <a:avLst/>
          </a:prstGeom>
          <a:noFill/>
        </p:spPr>
        <p:txBody>
          <a:bodyPr wrap="square" lIns="45720" rIns="45720" anchor="ctr">
            <a:spAutoFit/>
          </a:bodyPr>
          <a:lstStyle/>
          <a:p>
            <a:pPr algn="ctr"/>
            <a:r>
              <a:rPr sz="1400" b="1">
                <a:solidFill>
                  <a:srgbClr val="FFFFFF"/>
                </a:solidFill>
                <a:latin typeface="Arial"/>
              </a:rPr>
              <a:t>NOUVELLE PRÉDICTION</a:t>
            </a:r>
          </a:p>
        </p:txBody>
      </p:sp>
      <p:cxnSp>
        <p:nvCxnSpPr>
          <p:cNvPr id="9" name="Connector 8"/>
          <p:cNvCxnSpPr>
            <a:cxnSpLocks/>
          </p:cNvCxnSpPr>
          <p:nvPr/>
        </p:nvCxnSpPr>
        <p:spPr>
          <a:xfrm>
            <a:off x="3246120" y="1645920"/>
            <a:ext cx="640080" cy="1"/>
          </a:xfrm>
          <a:prstGeom prst="line">
            <a:avLst/>
          </a:prstGeom>
          <a:ln w="38100">
            <a:solidFill>
              <a:srgbClr val="00125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886200" y="1234440"/>
            <a:ext cx="4160520" cy="822960"/>
          </a:xfrm>
          <a:prstGeom prst="roundRect">
            <a:avLst>
              <a:gd name="adj" fmla="val 8000"/>
            </a:avLst>
          </a:prstGeom>
          <a:solidFill>
            <a:srgbClr val="E8F4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60520" y="1391001"/>
            <a:ext cx="3611880" cy="400110"/>
          </a:xfrm>
          <a:prstGeom prst="rect">
            <a:avLst/>
          </a:prstGeom>
          <a:noFill/>
        </p:spPr>
        <p:txBody>
          <a:bodyPr wrap="square" lIns="45720" rIns="45720" anchor="ctr">
            <a:spAutoFit/>
          </a:bodyPr>
          <a:lstStyle/>
          <a:p>
            <a:pPr algn="ctr"/>
            <a:r>
              <a:rPr sz="2000" b="1">
                <a:solidFill>
                  <a:srgbClr val="00125B"/>
                </a:solidFill>
                <a:latin typeface="Arial"/>
              </a:rPr>
              <a:t>Confiance &lt; 0,70 ?</a:t>
            </a:r>
          </a:p>
        </p:txBody>
      </p:sp>
      <p:cxnSp>
        <p:nvCxnSpPr>
          <p:cNvPr id="12" name="Connector 11"/>
          <p:cNvCxnSpPr>
            <a:cxnSpLocks/>
          </p:cNvCxnSpPr>
          <p:nvPr/>
        </p:nvCxnSpPr>
        <p:spPr>
          <a:xfrm>
            <a:off x="8046720" y="1645920"/>
            <a:ext cx="685800" cy="1"/>
          </a:xfrm>
          <a:prstGeom prst="line">
            <a:avLst/>
          </a:prstGeom>
          <a:ln w="38100">
            <a:solidFill>
              <a:srgbClr val="DA364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732520" y="1444752"/>
            <a:ext cx="2423160" cy="384048"/>
          </a:xfrm>
          <a:prstGeom prst="roundRect">
            <a:avLst>
              <a:gd name="adj" fmla="val 8000"/>
            </a:avLst>
          </a:prstGeom>
          <a:solidFill>
            <a:srgbClr val="DA3641"/>
          </a:solidFill>
          <a:ln>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32520" y="1553026"/>
            <a:ext cx="2423160" cy="307777"/>
          </a:xfrm>
          <a:prstGeom prst="rect">
            <a:avLst/>
          </a:prstGeom>
          <a:noFill/>
        </p:spPr>
        <p:txBody>
          <a:bodyPr wrap="square" lIns="45720" rIns="45720" anchor="ctr">
            <a:spAutoFit/>
          </a:bodyPr>
          <a:lstStyle/>
          <a:p>
            <a:pPr algn="ctr"/>
            <a:r>
              <a:rPr sz="1400" b="1">
                <a:solidFill>
                  <a:srgbClr val="FFFFFF"/>
                </a:solidFill>
                <a:latin typeface="Arial"/>
              </a:rPr>
              <a:t>OUI → À REVOIR</a:t>
            </a:r>
          </a:p>
        </p:txBody>
      </p:sp>
      <p:cxnSp>
        <p:nvCxnSpPr>
          <p:cNvPr id="15" name="Connector 14"/>
          <p:cNvCxnSpPr>
            <a:cxnSpLocks/>
          </p:cNvCxnSpPr>
          <p:nvPr/>
        </p:nvCxnSpPr>
        <p:spPr>
          <a:xfrm>
            <a:off x="5961888" y="2057400"/>
            <a:ext cx="1" cy="685800"/>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0" y="2254330"/>
            <a:ext cx="594360" cy="246221"/>
          </a:xfrm>
          <a:prstGeom prst="rect">
            <a:avLst/>
          </a:prstGeom>
          <a:noFill/>
        </p:spPr>
        <p:txBody>
          <a:bodyPr wrap="square" lIns="45720" rIns="45720" anchor="ctr">
            <a:spAutoFit/>
          </a:bodyPr>
          <a:lstStyle/>
          <a:p>
            <a:pPr algn="l"/>
            <a:r>
              <a:rPr sz="1000" b="1">
                <a:solidFill>
                  <a:srgbClr val="5C6974"/>
                </a:solidFill>
                <a:latin typeface="Arial"/>
              </a:rPr>
              <a:t>NON</a:t>
            </a:r>
          </a:p>
        </p:txBody>
      </p:sp>
      <p:sp>
        <p:nvSpPr>
          <p:cNvPr id="17" name="Rounded Rectangle 16"/>
          <p:cNvSpPr/>
          <p:nvPr/>
        </p:nvSpPr>
        <p:spPr>
          <a:xfrm>
            <a:off x="3566160" y="2743200"/>
            <a:ext cx="4800600" cy="1051560"/>
          </a:xfrm>
          <a:prstGeom prst="roundRect">
            <a:avLst>
              <a:gd name="adj" fmla="val 8000"/>
            </a:avLst>
          </a:prstGeom>
          <a:solidFill>
            <a:srgbClr val="FFF3E7"/>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0" y="2955459"/>
            <a:ext cx="4251960" cy="369332"/>
          </a:xfrm>
          <a:prstGeom prst="rect">
            <a:avLst/>
          </a:prstGeom>
          <a:noFill/>
        </p:spPr>
        <p:txBody>
          <a:bodyPr wrap="square" lIns="45720" rIns="45720" anchor="ctr">
            <a:spAutoFit/>
          </a:bodyPr>
          <a:lstStyle/>
          <a:p>
            <a:pPr algn="ctr"/>
            <a:r>
              <a:rPr sz="1800" b="1">
                <a:solidFill>
                  <a:srgbClr val="1C2530"/>
                </a:solidFill>
                <a:latin typeface="Arial"/>
              </a:rPr>
              <a:t>Prédiction = 0  ET  P(classe 2) ≥ 0,20 ?</a:t>
            </a:r>
          </a:p>
        </p:txBody>
      </p:sp>
      <p:cxnSp>
        <p:nvCxnSpPr>
          <p:cNvPr id="19" name="Connector 18"/>
          <p:cNvCxnSpPr>
            <a:cxnSpLocks/>
          </p:cNvCxnSpPr>
          <p:nvPr/>
        </p:nvCxnSpPr>
        <p:spPr>
          <a:xfrm>
            <a:off x="8366760" y="3273552"/>
            <a:ext cx="365760" cy="1"/>
          </a:xfrm>
          <a:prstGeom prst="line">
            <a:avLst/>
          </a:prstGeom>
          <a:ln w="38100">
            <a:solidFill>
              <a:srgbClr val="DA364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32520" y="3072384"/>
            <a:ext cx="2423160" cy="384048"/>
          </a:xfrm>
          <a:prstGeom prst="roundRect">
            <a:avLst>
              <a:gd name="adj" fmla="val 8000"/>
            </a:avLst>
          </a:prstGeom>
          <a:solidFill>
            <a:srgbClr val="DA3641"/>
          </a:solidFill>
          <a:ln>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32520" y="3180658"/>
            <a:ext cx="2423160" cy="307777"/>
          </a:xfrm>
          <a:prstGeom prst="rect">
            <a:avLst/>
          </a:prstGeom>
          <a:noFill/>
        </p:spPr>
        <p:txBody>
          <a:bodyPr wrap="square" lIns="45720" rIns="45720" anchor="ctr">
            <a:spAutoFit/>
          </a:bodyPr>
          <a:lstStyle/>
          <a:p>
            <a:pPr algn="ctr"/>
            <a:r>
              <a:rPr sz="1400" b="1">
                <a:solidFill>
                  <a:srgbClr val="FFFFFF"/>
                </a:solidFill>
                <a:latin typeface="Arial"/>
              </a:rPr>
              <a:t>OUI → À REVOIR</a:t>
            </a:r>
          </a:p>
        </p:txBody>
      </p:sp>
      <p:cxnSp>
        <p:nvCxnSpPr>
          <p:cNvPr id="22" name="Connector 21"/>
          <p:cNvCxnSpPr>
            <a:cxnSpLocks/>
          </p:cNvCxnSpPr>
          <p:nvPr/>
        </p:nvCxnSpPr>
        <p:spPr>
          <a:xfrm>
            <a:off x="5961888" y="3794760"/>
            <a:ext cx="1" cy="612648"/>
          </a:xfrm>
          <a:prstGeom prst="line">
            <a:avLst/>
          </a:prstGeom>
          <a:ln w="25400">
            <a:solidFill>
              <a:srgbClr val="23925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26480" y="3991690"/>
            <a:ext cx="594360" cy="246221"/>
          </a:xfrm>
          <a:prstGeom prst="rect">
            <a:avLst/>
          </a:prstGeom>
          <a:noFill/>
        </p:spPr>
        <p:txBody>
          <a:bodyPr wrap="square" lIns="45720" rIns="45720" anchor="ctr">
            <a:spAutoFit/>
          </a:bodyPr>
          <a:lstStyle/>
          <a:p>
            <a:pPr algn="l"/>
            <a:r>
              <a:rPr sz="1000" b="1">
                <a:solidFill>
                  <a:srgbClr val="5C6974"/>
                </a:solidFill>
                <a:latin typeface="Arial"/>
              </a:rPr>
              <a:t>NON</a:t>
            </a:r>
          </a:p>
        </p:txBody>
      </p:sp>
      <p:sp>
        <p:nvSpPr>
          <p:cNvPr id="24" name="Rounded Rectangle 23"/>
          <p:cNvSpPr/>
          <p:nvPr/>
        </p:nvSpPr>
        <p:spPr>
          <a:xfrm>
            <a:off x="4663440" y="4407408"/>
            <a:ext cx="260604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63440" y="4455335"/>
            <a:ext cx="2606040" cy="292388"/>
          </a:xfrm>
          <a:prstGeom prst="rect">
            <a:avLst/>
          </a:prstGeom>
          <a:noFill/>
        </p:spPr>
        <p:txBody>
          <a:bodyPr wrap="square" lIns="45720" rIns="45720" anchor="ctr">
            <a:spAutoFit/>
          </a:bodyPr>
          <a:lstStyle/>
          <a:p>
            <a:pPr algn="ctr"/>
            <a:r>
              <a:rPr sz="1300" b="1" dirty="0">
                <a:solidFill>
                  <a:srgbClr val="FFFFFF"/>
                </a:solidFill>
                <a:latin typeface="Arial"/>
              </a:rPr>
              <a:t>RÉPONSE DU MODÈLE</a:t>
            </a:r>
          </a:p>
        </p:txBody>
      </p:sp>
      <p:sp>
        <p:nvSpPr>
          <p:cNvPr id="26" name="Rounded Rectangle 25"/>
          <p:cNvSpPr/>
          <p:nvPr/>
        </p:nvSpPr>
        <p:spPr>
          <a:xfrm>
            <a:off x="685800" y="5074920"/>
            <a:ext cx="10744200" cy="676656"/>
          </a:xfrm>
          <a:prstGeom prst="roundRect">
            <a:avLst>
              <a:gd name="adj" fmla="val 8000"/>
            </a:avLst>
          </a:prstGeom>
          <a:solidFill>
            <a:srgbClr val="FFFFFF"/>
          </a:solidFill>
          <a:ln w="12700">
            <a:solidFill>
              <a:srgbClr val="001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239512"/>
            <a:ext cx="5074920" cy="292608"/>
          </a:xfrm>
          <a:prstGeom prst="rect">
            <a:avLst/>
          </a:prstGeom>
          <a:noFill/>
        </p:spPr>
        <p:txBody>
          <a:bodyPr wrap="square" lIns="45720" rIns="45720" anchor="ctr">
            <a:spAutoFit/>
          </a:bodyPr>
          <a:lstStyle/>
          <a:p>
            <a:pPr algn="l"/>
            <a:r>
              <a:rPr sz="1300" b="1">
                <a:solidFill>
                  <a:srgbClr val="00125B"/>
                </a:solidFill>
                <a:latin typeface="Arial"/>
              </a:rPr>
              <a:t>Notebook : règle combinée évaluée (0,70 + garde-fou classe 2)</a:t>
            </a:r>
          </a:p>
        </p:txBody>
      </p:sp>
      <p:sp>
        <p:nvSpPr>
          <p:cNvPr id="28" name="TextBox 27"/>
          <p:cNvSpPr txBox="1"/>
          <p:nvPr/>
        </p:nvSpPr>
        <p:spPr>
          <a:xfrm>
            <a:off x="6400800" y="5239512"/>
            <a:ext cx="4526280" cy="292608"/>
          </a:xfrm>
          <a:prstGeom prst="rect">
            <a:avLst/>
          </a:prstGeom>
          <a:noFill/>
        </p:spPr>
        <p:txBody>
          <a:bodyPr wrap="square" lIns="45720" rIns="45720" anchor="ctr">
            <a:spAutoFit/>
          </a:bodyPr>
          <a:lstStyle/>
          <a:p>
            <a:pPr algn="r"/>
            <a:r>
              <a:rPr sz="1300" b="1">
                <a:solidFill>
                  <a:srgbClr val="DA3641"/>
                </a:solidFill>
                <a:latin typeface="Arial"/>
              </a:rPr>
              <a:t>API actuelle : seuil simple de 0,55</a:t>
            </a:r>
          </a:p>
        </p:txBody>
      </p:sp>
      <p:sp>
        <p:nvSpPr>
          <p:cNvPr id="3" name="Titre 2">
            <a:extLst>
              <a:ext uri="{FF2B5EF4-FFF2-40B4-BE49-F238E27FC236}">
                <a16:creationId xmlns:a16="http://schemas.microsoft.com/office/drawing/2014/main" id="{1F55DE90-8314-E316-24EC-37F74F31356D}"/>
              </a:ext>
            </a:extLst>
          </p:cNvPr>
          <p:cNvSpPr>
            <a:spLocks noGrp="1"/>
          </p:cNvSpPr>
          <p:nvPr>
            <p:ph type="title"/>
          </p:nvPr>
        </p:nvSpPr>
        <p:spPr/>
        <p:txBody>
          <a:bodyPr/>
          <a:lstStyle/>
          <a:p>
            <a:r>
              <a:rPr lang="fr-FR" b="1" dirty="0">
                <a:solidFill>
                  <a:srgbClr val="0073E6"/>
                </a:solidFill>
              </a:rPr>
              <a:t>La revue humaine se déclenche par une règle OU</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97F4C396-959F-5EA5-246A-D838A228E432}"/>
              </a:ext>
            </a:extLst>
          </p:cNvPr>
          <p:cNvSpPr>
            <a:spLocks noGrp="1"/>
          </p:cNvSpPr>
          <p:nvPr>
            <p:ph type="body" sz="quarter" idx="10"/>
          </p:nvPr>
        </p:nvSpPr>
        <p:spPr/>
        <p:txBody>
          <a:bodyPr/>
          <a:lstStyle/>
          <a:p>
            <a:r>
              <a:rPr lang="fr-FR" dirty="0">
                <a:solidFill>
                  <a:srgbClr val="00005C"/>
                </a:solidFill>
              </a:rPr>
              <a:t>La confiance est la probabilité la plus élevée du modèle, pas une certitude</a:t>
            </a:r>
          </a:p>
          <a:p>
            <a:endParaRPr lang="fr-FR" dirty="0">
              <a:solidFill>
                <a:srgbClr val="00005C"/>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25880"/>
            <a:ext cx="5440680" cy="4251960"/>
          </a:xfrm>
          <a:prstGeom prst="roundRect">
            <a:avLst>
              <a:gd name="adj" fmla="val 8000"/>
            </a:avLst>
          </a:prstGeom>
          <a:solidFill>
            <a:srgbClr val="E8F4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1572768"/>
            <a:ext cx="2011680"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72768"/>
            <a:ext cx="2011680" cy="384048"/>
          </a:xfrm>
          <a:prstGeom prst="rect">
            <a:avLst/>
          </a:prstGeom>
          <a:noFill/>
        </p:spPr>
        <p:txBody>
          <a:bodyPr wrap="square" lIns="45720" rIns="45720" anchor="ctr">
            <a:spAutoFit/>
          </a:bodyPr>
          <a:lstStyle/>
          <a:p>
            <a:pPr algn="ctr"/>
            <a:r>
              <a:rPr sz="1200" b="1">
                <a:solidFill>
                  <a:srgbClr val="FFFFFF"/>
                </a:solidFill>
                <a:latin typeface="Arial"/>
              </a:rPr>
              <a:t>CHOIX SUR OOF</a:t>
            </a:r>
          </a:p>
        </p:txBody>
      </p:sp>
      <p:sp>
        <p:nvSpPr>
          <p:cNvPr id="10" name="Rounded Rectangle 9"/>
          <p:cNvSpPr/>
          <p:nvPr/>
        </p:nvSpPr>
        <p:spPr>
          <a:xfrm>
            <a:off x="822960" y="2212848"/>
            <a:ext cx="214884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304288"/>
            <a:ext cx="1874520" cy="228600"/>
          </a:xfrm>
          <a:prstGeom prst="rect">
            <a:avLst/>
          </a:prstGeom>
          <a:noFill/>
        </p:spPr>
        <p:txBody>
          <a:bodyPr wrap="square" lIns="45720" rIns="45720" anchor="ctr">
            <a:spAutoFit/>
          </a:bodyPr>
          <a:lstStyle/>
          <a:p>
            <a:pPr algn="l"/>
            <a:r>
              <a:rPr sz="1000" b="1">
                <a:solidFill>
                  <a:srgbClr val="5C6974"/>
                </a:solidFill>
                <a:latin typeface="Arial"/>
              </a:rPr>
              <a:t>Seuil combiné</a:t>
            </a:r>
          </a:p>
        </p:txBody>
      </p:sp>
      <p:sp>
        <p:nvSpPr>
          <p:cNvPr id="12" name="TextBox 11"/>
          <p:cNvSpPr txBox="1"/>
          <p:nvPr/>
        </p:nvSpPr>
        <p:spPr>
          <a:xfrm>
            <a:off x="960120" y="2532888"/>
            <a:ext cx="1874520" cy="347472"/>
          </a:xfrm>
          <a:prstGeom prst="rect">
            <a:avLst/>
          </a:prstGeom>
          <a:noFill/>
        </p:spPr>
        <p:txBody>
          <a:bodyPr wrap="square" lIns="45720" rIns="45720" anchor="ctr">
            <a:spAutoFit/>
          </a:bodyPr>
          <a:lstStyle/>
          <a:p>
            <a:pPr algn="l"/>
            <a:r>
              <a:rPr sz="2300" b="1">
                <a:solidFill>
                  <a:srgbClr val="0070E6"/>
                </a:solidFill>
                <a:latin typeface="Arial"/>
              </a:rPr>
              <a:t>0,70</a:t>
            </a:r>
          </a:p>
        </p:txBody>
      </p:sp>
      <p:sp>
        <p:nvSpPr>
          <p:cNvPr id="13" name="Rounded Rectangle 12"/>
          <p:cNvSpPr/>
          <p:nvPr/>
        </p:nvSpPr>
        <p:spPr>
          <a:xfrm>
            <a:off x="3246120" y="2212848"/>
            <a:ext cx="2148840" cy="914400"/>
          </a:xfrm>
          <a:prstGeom prst="roundRect">
            <a:avLst>
              <a:gd name="adj" fmla="val 8000"/>
            </a:avLst>
          </a:prstGeom>
          <a:solidFill>
            <a:srgbClr val="FFFFFF"/>
          </a:solidFill>
          <a:ln w="12700">
            <a:solidFill>
              <a:srgbClr val="DD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79" y="2304288"/>
            <a:ext cx="1874520" cy="228600"/>
          </a:xfrm>
          <a:prstGeom prst="rect">
            <a:avLst/>
          </a:prstGeom>
          <a:noFill/>
        </p:spPr>
        <p:txBody>
          <a:bodyPr wrap="square" lIns="45720" rIns="45720" anchor="ctr">
            <a:spAutoFit/>
          </a:bodyPr>
          <a:lstStyle/>
          <a:p>
            <a:pPr algn="l"/>
            <a:r>
              <a:rPr sz="1000" b="1">
                <a:solidFill>
                  <a:srgbClr val="5C6974"/>
                </a:solidFill>
                <a:latin typeface="Arial"/>
              </a:rPr>
              <a:t>Couverture des erreurs critiques</a:t>
            </a:r>
          </a:p>
        </p:txBody>
      </p:sp>
      <p:sp>
        <p:nvSpPr>
          <p:cNvPr id="15" name="TextBox 14"/>
          <p:cNvSpPr txBox="1"/>
          <p:nvPr/>
        </p:nvSpPr>
        <p:spPr>
          <a:xfrm>
            <a:off x="3383279" y="2532888"/>
            <a:ext cx="1874520" cy="347472"/>
          </a:xfrm>
          <a:prstGeom prst="rect">
            <a:avLst/>
          </a:prstGeom>
          <a:noFill/>
        </p:spPr>
        <p:txBody>
          <a:bodyPr wrap="square" lIns="45720" rIns="45720" anchor="ctr">
            <a:spAutoFit/>
          </a:bodyPr>
          <a:lstStyle/>
          <a:p>
            <a:pPr algn="l"/>
            <a:r>
              <a:rPr sz="2300" b="1">
                <a:solidFill>
                  <a:srgbClr val="0070E6"/>
                </a:solidFill>
                <a:latin typeface="Arial"/>
              </a:rPr>
              <a:t>≈ 72,5 %</a:t>
            </a:r>
          </a:p>
        </p:txBody>
      </p:sp>
      <p:sp>
        <p:nvSpPr>
          <p:cNvPr id="16" name="Rounded Rectangle 15"/>
          <p:cNvSpPr/>
          <p:nvPr/>
        </p:nvSpPr>
        <p:spPr>
          <a:xfrm>
            <a:off x="822960" y="3456432"/>
            <a:ext cx="4663440" cy="1133856"/>
          </a:xfrm>
          <a:prstGeom prst="roundRect">
            <a:avLst>
              <a:gd name="adj" fmla="val 8000"/>
            </a:avLst>
          </a:prstGeom>
          <a:solidFill>
            <a:srgbClr val="FFF3E7"/>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3602736"/>
            <a:ext cx="1280160" cy="411480"/>
          </a:xfrm>
          <a:prstGeom prst="rect">
            <a:avLst/>
          </a:prstGeom>
          <a:noFill/>
        </p:spPr>
        <p:txBody>
          <a:bodyPr wrap="square" lIns="45720" rIns="45720" anchor="ctr">
            <a:spAutoFit/>
          </a:bodyPr>
          <a:lstStyle/>
          <a:p>
            <a:pPr algn="l"/>
            <a:r>
              <a:rPr sz="2700" b="1">
                <a:solidFill>
                  <a:srgbClr val="F17E2F"/>
                </a:solidFill>
                <a:latin typeface="Arial"/>
              </a:rPr>
              <a:t>≈ 40 %</a:t>
            </a:r>
          </a:p>
        </p:txBody>
      </p:sp>
      <p:sp>
        <p:nvSpPr>
          <p:cNvPr id="18" name="TextBox 17"/>
          <p:cNvSpPr txBox="1"/>
          <p:nvPr/>
        </p:nvSpPr>
        <p:spPr>
          <a:xfrm>
            <a:off x="2331720" y="3584448"/>
            <a:ext cx="2788920" cy="566928"/>
          </a:xfrm>
          <a:prstGeom prst="rect">
            <a:avLst/>
          </a:prstGeom>
          <a:noFill/>
        </p:spPr>
        <p:txBody>
          <a:bodyPr wrap="square" lIns="45720" rIns="45720" anchor="ctr">
            <a:spAutoFit/>
          </a:bodyPr>
          <a:lstStyle/>
          <a:p>
            <a:pPr algn="l"/>
            <a:r>
              <a:rPr sz="1600" b="1">
                <a:solidFill>
                  <a:srgbClr val="1C2530"/>
                </a:solidFill>
                <a:latin typeface="Arial"/>
              </a:rPr>
              <a:t>des dossiers orientés
vers une revue humaine</a:t>
            </a:r>
          </a:p>
        </p:txBody>
      </p:sp>
      <p:sp>
        <p:nvSpPr>
          <p:cNvPr id="19" name="TextBox 18"/>
          <p:cNvSpPr txBox="1"/>
          <p:nvPr/>
        </p:nvSpPr>
        <p:spPr>
          <a:xfrm>
            <a:off x="868680" y="4828032"/>
            <a:ext cx="4572000" cy="438912"/>
          </a:xfrm>
          <a:prstGeom prst="rect">
            <a:avLst/>
          </a:prstGeom>
          <a:noFill/>
        </p:spPr>
        <p:txBody>
          <a:bodyPr wrap="square" lIns="45720" rIns="45720" anchor="ctr">
            <a:spAutoFit/>
          </a:bodyPr>
          <a:lstStyle/>
          <a:p>
            <a:pPr algn="ctr"/>
            <a:r>
              <a:rPr sz="1400" b="1">
                <a:solidFill>
                  <a:srgbClr val="00125B"/>
                </a:solidFill>
                <a:latin typeface="Arial"/>
              </a:rPr>
              <a:t>Question de capacité : combien de dossiers un conseiller peut-il réellement revoir ?</a:t>
            </a:r>
          </a:p>
        </p:txBody>
      </p:sp>
      <p:sp>
        <p:nvSpPr>
          <p:cNvPr id="20" name="Rounded Rectangle 19"/>
          <p:cNvSpPr/>
          <p:nvPr/>
        </p:nvSpPr>
        <p:spPr>
          <a:xfrm>
            <a:off x="6236208" y="1325880"/>
            <a:ext cx="5440680" cy="425196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510528" y="1572768"/>
            <a:ext cx="2331720" cy="384048"/>
          </a:xfrm>
          <a:prstGeom prst="roundRect">
            <a:avLst>
              <a:gd name="adj" fmla="val 8000"/>
            </a:avLst>
          </a:prstGeom>
          <a:solidFill>
            <a:srgbClr val="00125B"/>
          </a:solidFill>
          <a:ln>
            <a:solidFill>
              <a:srgbClr val="001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8" y="1572768"/>
            <a:ext cx="2331720" cy="384048"/>
          </a:xfrm>
          <a:prstGeom prst="rect">
            <a:avLst/>
          </a:prstGeom>
          <a:noFill/>
        </p:spPr>
        <p:txBody>
          <a:bodyPr wrap="square" lIns="45720" rIns="45720" anchor="ctr">
            <a:spAutoFit/>
          </a:bodyPr>
          <a:lstStyle/>
          <a:p>
            <a:pPr algn="ctr"/>
            <a:r>
              <a:rPr sz="1200" b="1">
                <a:solidFill>
                  <a:srgbClr val="FFFFFF"/>
                </a:solidFill>
                <a:latin typeface="Arial"/>
              </a:rPr>
              <a:t>LECTURE SUR LE TEST</a:t>
            </a:r>
          </a:p>
        </p:txBody>
      </p:sp>
      <p:sp>
        <p:nvSpPr>
          <p:cNvPr id="23" name="TextBox 22"/>
          <p:cNvSpPr txBox="1"/>
          <p:nvPr/>
        </p:nvSpPr>
        <p:spPr>
          <a:xfrm>
            <a:off x="6629400" y="2240280"/>
            <a:ext cx="1965960" cy="594360"/>
          </a:xfrm>
          <a:prstGeom prst="rect">
            <a:avLst/>
          </a:prstGeom>
          <a:noFill/>
        </p:spPr>
        <p:txBody>
          <a:bodyPr wrap="square" lIns="45720" rIns="45720" anchor="ctr">
            <a:spAutoFit/>
          </a:bodyPr>
          <a:lstStyle/>
          <a:p>
            <a:pPr algn="ctr"/>
            <a:r>
              <a:rPr sz="3400" b="1">
                <a:solidFill>
                  <a:srgbClr val="DA3641"/>
                </a:solidFill>
                <a:latin typeface="Arial"/>
              </a:rPr>
              <a:t>8 / 10</a:t>
            </a:r>
          </a:p>
        </p:txBody>
      </p:sp>
      <p:sp>
        <p:nvSpPr>
          <p:cNvPr id="24" name="TextBox 23"/>
          <p:cNvSpPr txBox="1"/>
          <p:nvPr/>
        </p:nvSpPr>
        <p:spPr>
          <a:xfrm>
            <a:off x="8549640" y="2304288"/>
            <a:ext cx="2560320" cy="457200"/>
          </a:xfrm>
          <a:prstGeom prst="rect">
            <a:avLst/>
          </a:prstGeom>
          <a:noFill/>
        </p:spPr>
        <p:txBody>
          <a:bodyPr wrap="square" lIns="45720" rIns="45720" anchor="ctr">
            <a:spAutoFit/>
          </a:bodyPr>
          <a:lstStyle/>
          <a:p>
            <a:pPr algn="l"/>
            <a:r>
              <a:rPr sz="1800" b="1">
                <a:solidFill>
                  <a:srgbClr val="1C2530"/>
                </a:solidFill>
                <a:latin typeface="Arial"/>
              </a:rPr>
              <a:t>erreurs critiques signalées</a:t>
            </a:r>
          </a:p>
        </p:txBody>
      </p:sp>
      <p:sp>
        <p:nvSpPr>
          <p:cNvPr id="25" name="TextBox 24"/>
          <p:cNvSpPr txBox="1"/>
          <p:nvPr/>
        </p:nvSpPr>
        <p:spPr>
          <a:xfrm>
            <a:off x="6629400" y="3182112"/>
            <a:ext cx="4572000" cy="347472"/>
          </a:xfrm>
          <a:prstGeom prst="rect">
            <a:avLst/>
          </a:prstGeom>
          <a:noFill/>
        </p:spPr>
        <p:txBody>
          <a:bodyPr wrap="square" lIns="45720" rIns="45720" anchor="ctr">
            <a:spAutoFit/>
          </a:bodyPr>
          <a:lstStyle/>
          <a:p>
            <a:pPr algn="ctr"/>
            <a:r>
              <a:rPr sz="1600" b="1">
                <a:solidFill>
                  <a:srgbClr val="DA3641"/>
                </a:solidFill>
                <a:latin typeface="Arial"/>
              </a:rPr>
              <a:t>Deux erreurs critiques ne sont pas signalées.</a:t>
            </a:r>
          </a:p>
        </p:txBody>
      </p:sp>
      <p:sp>
        <p:nvSpPr>
          <p:cNvPr id="26" name="Rounded Rectangle 25"/>
          <p:cNvSpPr/>
          <p:nvPr/>
        </p:nvSpPr>
        <p:spPr>
          <a:xfrm>
            <a:off x="6629400" y="3767328"/>
            <a:ext cx="4572000" cy="1133856"/>
          </a:xfrm>
          <a:prstGeom prst="roundRect">
            <a:avLst>
              <a:gd name="adj" fmla="val 8000"/>
            </a:avLst>
          </a:prstGeom>
          <a:solidFill>
            <a:srgbClr val="FFFFFF"/>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03720" y="4005072"/>
            <a:ext cx="4023360" cy="566928"/>
          </a:xfrm>
          <a:prstGeom prst="rect">
            <a:avLst/>
          </a:prstGeom>
          <a:noFill/>
        </p:spPr>
        <p:txBody>
          <a:bodyPr wrap="square" lIns="45720" rIns="45720" anchor="ctr">
            <a:spAutoFit/>
          </a:bodyPr>
          <a:lstStyle/>
          <a:p>
            <a:pPr algn="ctr"/>
            <a:r>
              <a:rPr sz="1600" b="1">
                <a:solidFill>
                  <a:srgbClr val="1C2530"/>
                </a:solidFill>
                <a:latin typeface="Arial"/>
              </a:rPr>
              <a:t>Ce résultat ne signifie pas 80 %
de rappel général de la classe 2.</a:t>
            </a:r>
          </a:p>
        </p:txBody>
      </p:sp>
      <p:sp>
        <p:nvSpPr>
          <p:cNvPr id="28" name="TextBox 27"/>
          <p:cNvSpPr txBox="1"/>
          <p:nvPr/>
        </p:nvSpPr>
        <p:spPr>
          <a:xfrm>
            <a:off x="6629400" y="5047488"/>
            <a:ext cx="4572000" cy="347472"/>
          </a:xfrm>
          <a:prstGeom prst="rect">
            <a:avLst/>
          </a:prstGeom>
          <a:noFill/>
        </p:spPr>
        <p:txBody>
          <a:bodyPr wrap="square" lIns="45720" rIns="45720" anchor="ctr">
            <a:spAutoFit/>
          </a:bodyPr>
          <a:lstStyle/>
          <a:p>
            <a:pPr algn="ctr"/>
            <a:r>
              <a:rPr sz="1300" b="0">
                <a:solidFill>
                  <a:srgbClr val="5C6974"/>
                </a:solidFill>
                <a:latin typeface="Arial"/>
              </a:rPr>
              <a:t>Il ne prouve pas non plus que les erreurs signalées auraient été corrigées.</a:t>
            </a:r>
          </a:p>
        </p:txBody>
      </p:sp>
      <p:sp>
        <p:nvSpPr>
          <p:cNvPr id="3" name="Titre 2">
            <a:extLst>
              <a:ext uri="{FF2B5EF4-FFF2-40B4-BE49-F238E27FC236}">
                <a16:creationId xmlns:a16="http://schemas.microsoft.com/office/drawing/2014/main" id="{F54916C6-3474-7336-828E-533EEF527886}"/>
              </a:ext>
            </a:extLst>
          </p:cNvPr>
          <p:cNvSpPr>
            <a:spLocks noGrp="1"/>
          </p:cNvSpPr>
          <p:nvPr>
            <p:ph type="title"/>
          </p:nvPr>
        </p:nvSpPr>
        <p:spPr/>
        <p:txBody>
          <a:bodyPr/>
          <a:lstStyle/>
          <a:p>
            <a:r>
              <a:rPr lang="fr-FR" b="1" dirty="0">
                <a:solidFill>
                  <a:srgbClr val="0073E6"/>
                </a:solidFill>
              </a:rPr>
              <a:t>La règle couvre davantage d’erreurs</a:t>
            </a:r>
            <a:endParaRPr lang="fr-FR" dirty="0">
              <a:solidFill>
                <a:srgbClr val="0073E6"/>
              </a:solidFill>
            </a:endParaRPr>
          </a:p>
        </p:txBody>
      </p:sp>
      <p:sp>
        <p:nvSpPr>
          <p:cNvPr id="4" name="Espace réservé du texte 3">
            <a:extLst>
              <a:ext uri="{FF2B5EF4-FFF2-40B4-BE49-F238E27FC236}">
                <a16:creationId xmlns:a16="http://schemas.microsoft.com/office/drawing/2014/main" id="{15B0D2A7-6A54-309E-3CAB-2A200E096C6F}"/>
              </a:ext>
            </a:extLst>
          </p:cNvPr>
          <p:cNvSpPr>
            <a:spLocks noGrp="1"/>
          </p:cNvSpPr>
          <p:nvPr>
            <p:ph type="body" sz="quarter" idx="10"/>
          </p:nvPr>
        </p:nvSpPr>
        <p:spPr/>
        <p:txBody>
          <a:bodyPr/>
          <a:lstStyle/>
          <a:p>
            <a:r>
              <a:rPr lang="fr-FR" b="1" dirty="0">
                <a:solidFill>
                  <a:srgbClr val="00005C"/>
                </a:solidFill>
              </a:rPr>
              <a:t>Oriente ~40 % des dossiers en revue</a:t>
            </a:r>
            <a:br>
              <a:rPr lang="fr-FR" b="1" dirty="0">
                <a:solidFill>
                  <a:srgbClr val="00005C"/>
                </a:solidFill>
              </a:rPr>
            </a:br>
            <a:endParaRPr lang="fr-FR" dirty="0">
              <a:solidFill>
                <a:srgbClr val="00005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F8569-937F-46F1-EAF7-307F763040A0}"/>
            </a:ext>
          </a:extLst>
        </p:cNvPr>
        <p:cNvGrpSpPr/>
        <p:nvPr/>
      </p:nvGrpSpPr>
      <p:grpSpPr>
        <a:xfrm>
          <a:off x="0" y="0"/>
          <a:ext cx="1" cy="1"/>
          <a:chOff x="0" y="0"/>
          <a:chExt cx="1" cy="1"/>
        </a:xfrm>
      </p:grpSpPr>
      <p:sp>
        <p:nvSpPr>
          <p:cNvPr id="2" name="Oval 1">
            <a:extLst>
              <a:ext uri="{FF2B5EF4-FFF2-40B4-BE49-F238E27FC236}">
                <a16:creationId xmlns:a16="http://schemas.microsoft.com/office/drawing/2014/main" id="{45EA3C06-F4E6-591C-9D56-43D5B9B31C07}"/>
              </a:ext>
            </a:extLst>
          </p:cNvPr>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itre 2">
            <a:extLst>
              <a:ext uri="{FF2B5EF4-FFF2-40B4-BE49-F238E27FC236}">
                <a16:creationId xmlns:a16="http://schemas.microsoft.com/office/drawing/2014/main" id="{FAE945E2-49FD-901A-8104-A6B2E17F0DB9}"/>
              </a:ext>
            </a:extLst>
          </p:cNvPr>
          <p:cNvSpPr>
            <a:spLocks noGrp="1"/>
          </p:cNvSpPr>
          <p:nvPr>
            <p:ph type="title"/>
          </p:nvPr>
        </p:nvSpPr>
        <p:spPr/>
        <p:txBody>
          <a:bodyPr/>
          <a:lstStyle/>
          <a:p>
            <a:r>
              <a:rPr lang="fr-FR" b="1" dirty="0">
                <a:solidFill>
                  <a:srgbClr val="0073E6"/>
                </a:solidFill>
              </a:rPr>
              <a:t>Calibration des seuils</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A2161C4B-3391-9E33-E979-45A12446A2E6}"/>
              </a:ext>
            </a:extLst>
          </p:cNvPr>
          <p:cNvSpPr>
            <a:spLocks noGrp="1"/>
          </p:cNvSpPr>
          <p:nvPr>
            <p:ph type="body" sz="quarter" idx="10"/>
          </p:nvPr>
        </p:nvSpPr>
        <p:spPr/>
        <p:txBody>
          <a:bodyPr/>
          <a:lstStyle/>
          <a:p>
            <a:r>
              <a:rPr lang="fr-FR" dirty="0">
                <a:solidFill>
                  <a:srgbClr val="00005C"/>
                </a:solidFill>
              </a:rPr>
              <a:t>Taux d’escalade vs couvertures des erreurs </a:t>
            </a:r>
            <a:r>
              <a:rPr lang="fr-FR" dirty="0" err="1">
                <a:solidFill>
                  <a:srgbClr val="00005C"/>
                </a:solidFill>
              </a:rPr>
              <a:t>cirtiques</a:t>
            </a:r>
            <a:endParaRPr lang="fr-FR" dirty="0">
              <a:solidFill>
                <a:srgbClr val="00005C"/>
              </a:solidFill>
            </a:endParaRPr>
          </a:p>
          <a:p>
            <a:endParaRPr lang="fr-FR" dirty="0">
              <a:solidFill>
                <a:srgbClr val="00005C"/>
              </a:solidFill>
            </a:endParaRPr>
          </a:p>
        </p:txBody>
      </p:sp>
      <p:pic>
        <p:nvPicPr>
          <p:cNvPr id="6" name="Image 5">
            <a:extLst>
              <a:ext uri="{FF2B5EF4-FFF2-40B4-BE49-F238E27FC236}">
                <a16:creationId xmlns:a16="http://schemas.microsoft.com/office/drawing/2014/main" id="{1BFD4909-0FF3-C10E-6A7F-2908720B2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540" y="1851148"/>
            <a:ext cx="11740919" cy="3511303"/>
          </a:xfrm>
          <a:prstGeom prst="rect">
            <a:avLst/>
          </a:prstGeom>
        </p:spPr>
      </p:pic>
    </p:spTree>
    <p:extLst>
      <p:ext uri="{BB962C8B-B14F-4D97-AF65-F5344CB8AC3E}">
        <p14:creationId xmlns:p14="http://schemas.microsoft.com/office/powerpoint/2010/main" val="1013665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Audit d’équité</a:t>
            </a:r>
          </a:p>
        </p:txBody>
      </p:sp>
      <p:sp>
        <p:nvSpPr>
          <p:cNvPr id="3" name="Text Placeholder 2"/>
          <p:cNvSpPr>
            <a:spLocks noGrp="1"/>
          </p:cNvSpPr>
          <p:nvPr>
            <p:ph type="body" sz="quarter" idx="10"/>
          </p:nvPr>
        </p:nvSpPr>
        <p:spPr/>
        <p:txBody>
          <a:bodyPr/>
          <a:lstStyle/>
          <a:p>
            <a:r>
              <a:rPr lang="fr-FR" dirty="0"/>
              <a:t>Âge et nationalité</a:t>
            </a:r>
            <a:endParaRPr dirty="0"/>
          </a:p>
        </p:txBody>
      </p:sp>
      <p:sp>
        <p:nvSpPr>
          <p:cNvPr id="6" name="Rounded Rectangle 5"/>
          <p:cNvSpPr/>
          <p:nvPr/>
        </p:nvSpPr>
        <p:spPr>
          <a:xfrm>
            <a:off x="640080" y="1325880"/>
            <a:ext cx="5212080" cy="3566160"/>
          </a:xfrm>
          <a:prstGeom prst="roundRect">
            <a:avLst/>
          </a:prstGeom>
          <a:solidFill>
            <a:srgbClr val="EEF5FB"/>
          </a:solidFill>
          <a:ln w="15240">
            <a:solidFill>
              <a:srgbClr val="F17E2F"/>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700" b="1">
                <a:solidFill>
                  <a:srgbClr val="F17E2F"/>
                </a:solidFill>
              </a:defRPr>
            </a:pPr>
            <a:r>
              <a:rPr dirty="0">
                <a:latin typeface="+mj-lt"/>
              </a:rPr>
              <a:t>AUDIT ÂGE</a:t>
            </a:r>
          </a:p>
          <a:p>
            <a:pPr algn="ctr">
              <a:defRPr sz="1600">
                <a:solidFill>
                  <a:srgbClr val="1C2530"/>
                </a:solidFill>
              </a:defRPr>
            </a:pPr>
            <a:endParaRPr lang="fr-FR" sz="1700" b="1" dirty="0">
              <a:solidFill>
                <a:srgbClr val="F17E2F"/>
              </a:solidFill>
            </a:endParaRPr>
          </a:p>
          <a:p>
            <a:pPr>
              <a:spcAft>
                <a:spcPts val="600"/>
              </a:spcAft>
              <a:defRPr sz="1600">
                <a:solidFill>
                  <a:srgbClr val="1C2530"/>
                </a:solidFill>
              </a:defRPr>
            </a:pPr>
            <a:r>
              <a:rPr dirty="0"/>
              <a:t>• &lt;30 </a:t>
            </a:r>
            <a:r>
              <a:rPr dirty="0" err="1"/>
              <a:t>ans</a:t>
            </a:r>
            <a:r>
              <a:rPr dirty="0"/>
              <a:t> : rappel </a:t>
            </a:r>
            <a:r>
              <a:rPr dirty="0" err="1"/>
              <a:t>classe</a:t>
            </a:r>
            <a:r>
              <a:rPr dirty="0"/>
              <a:t> 2 = 2/17 = 11,8 %.</a:t>
            </a:r>
          </a:p>
          <a:p>
            <a:pPr>
              <a:spcAft>
                <a:spcPts val="600"/>
              </a:spcAft>
              <a:defRPr sz="1600">
                <a:solidFill>
                  <a:srgbClr val="1C2530"/>
                </a:solidFill>
              </a:defRPr>
            </a:pPr>
            <a:r>
              <a:rPr dirty="0"/>
              <a:t>• 50 </a:t>
            </a:r>
            <a:r>
              <a:rPr dirty="0" err="1"/>
              <a:t>ans</a:t>
            </a:r>
            <a:r>
              <a:rPr dirty="0"/>
              <a:t> et plus : 42/57 = 73,7 %.</a:t>
            </a:r>
          </a:p>
          <a:p>
            <a:pPr>
              <a:spcAft>
                <a:spcPts val="600"/>
              </a:spcAft>
              <a:defRPr sz="1600">
                <a:solidFill>
                  <a:srgbClr val="1C2530"/>
                </a:solidFill>
              </a:defRPr>
            </a:pPr>
            <a:r>
              <a:rPr dirty="0"/>
              <a:t>• </a:t>
            </a:r>
            <a:r>
              <a:rPr dirty="0" err="1"/>
              <a:t>Âge</a:t>
            </a:r>
            <a:r>
              <a:rPr dirty="0"/>
              <a:t> </a:t>
            </a:r>
            <a:r>
              <a:rPr dirty="0" err="1"/>
              <a:t>conservé</a:t>
            </a:r>
            <a:r>
              <a:rPr dirty="0"/>
              <a:t> dans S2.</a:t>
            </a:r>
          </a:p>
          <a:p>
            <a:pPr>
              <a:spcAft>
                <a:spcPts val="600"/>
              </a:spcAft>
              <a:defRPr sz="1600">
                <a:solidFill>
                  <a:srgbClr val="1C2530"/>
                </a:solidFill>
              </a:defRPr>
            </a:pPr>
            <a:r>
              <a:rPr dirty="0"/>
              <a:t>• À faire : ablation </a:t>
            </a:r>
            <a:r>
              <a:rPr dirty="0" err="1"/>
              <a:t>entraînée</a:t>
            </a:r>
            <a:r>
              <a:rPr dirty="0"/>
              <a:t> avec/sans </a:t>
            </a:r>
            <a:r>
              <a:rPr dirty="0" err="1"/>
              <a:t>âge</a:t>
            </a:r>
            <a:r>
              <a:rPr dirty="0"/>
              <a:t>.</a:t>
            </a:r>
          </a:p>
        </p:txBody>
      </p:sp>
      <p:sp>
        <p:nvSpPr>
          <p:cNvPr id="7" name="Rounded Rectangle 6"/>
          <p:cNvSpPr/>
          <p:nvPr/>
        </p:nvSpPr>
        <p:spPr>
          <a:xfrm>
            <a:off x="6126480" y="1325880"/>
            <a:ext cx="5212080" cy="3566160"/>
          </a:xfrm>
          <a:prstGeom prst="roundRect">
            <a:avLst/>
          </a:prstGeom>
          <a:solidFill>
            <a:srgbClr val="FFFFFF"/>
          </a:solidFill>
          <a:ln w="15240">
            <a:solidFill>
              <a:srgbClr val="6548AA"/>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700" b="1">
                <a:solidFill>
                  <a:srgbClr val="6548AA"/>
                </a:solidFill>
              </a:defRPr>
            </a:pPr>
            <a:r>
              <a:rPr dirty="0">
                <a:latin typeface="+mj-lt"/>
              </a:rPr>
              <a:t>AUDIT NATIONALITÉ</a:t>
            </a:r>
          </a:p>
          <a:p>
            <a:pPr algn="ctr">
              <a:defRPr sz="1600">
                <a:solidFill>
                  <a:srgbClr val="1C2530"/>
                </a:solidFill>
              </a:defRPr>
            </a:pPr>
            <a:endParaRPr lang="fr-FR" sz="1700" b="1" dirty="0">
              <a:solidFill>
                <a:srgbClr val="6548AA"/>
              </a:solidFill>
            </a:endParaRPr>
          </a:p>
          <a:p>
            <a:pPr>
              <a:spcAft>
                <a:spcPts val="600"/>
              </a:spcAft>
              <a:defRPr sz="1600">
                <a:solidFill>
                  <a:srgbClr val="1C2530"/>
                </a:solidFill>
              </a:defRPr>
            </a:pPr>
            <a:r>
              <a:rPr dirty="0"/>
              <a:t>• Hors UE : 9/20 = 45,0 %.</a:t>
            </a:r>
          </a:p>
          <a:p>
            <a:pPr>
              <a:spcAft>
                <a:spcPts val="600"/>
              </a:spcAft>
              <a:defRPr sz="1600">
                <a:solidFill>
                  <a:srgbClr val="1C2530"/>
                </a:solidFill>
              </a:defRPr>
            </a:pPr>
            <a:r>
              <a:rPr dirty="0"/>
              <a:t>• UE : 39/70 = 55,7 %.</a:t>
            </a:r>
          </a:p>
          <a:p>
            <a:pPr>
              <a:spcAft>
                <a:spcPts val="600"/>
              </a:spcAft>
              <a:defRPr sz="1600">
                <a:solidFill>
                  <a:srgbClr val="1C2530"/>
                </a:solidFill>
              </a:defRPr>
            </a:pPr>
            <a:r>
              <a:rPr dirty="0"/>
              <a:t>• </a:t>
            </a:r>
            <a:r>
              <a:rPr dirty="0" err="1"/>
              <a:t>Retirer</a:t>
            </a:r>
            <a:r>
              <a:rPr dirty="0"/>
              <a:t> la </a:t>
            </a:r>
            <a:r>
              <a:rPr dirty="0" err="1"/>
              <a:t>nationalité</a:t>
            </a:r>
            <a:r>
              <a:rPr dirty="0"/>
              <a:t> ne </a:t>
            </a:r>
            <a:r>
              <a:rPr dirty="0" err="1"/>
              <a:t>prouve</a:t>
            </a:r>
            <a:r>
              <a:rPr dirty="0"/>
              <a:t> pas </a:t>
            </a:r>
            <a:r>
              <a:rPr dirty="0" err="1"/>
              <a:t>l’équité</a:t>
            </a:r>
            <a:r>
              <a:rPr dirty="0"/>
              <a:t>.</a:t>
            </a:r>
          </a:p>
          <a:p>
            <a:pPr>
              <a:spcAft>
                <a:spcPts val="600"/>
              </a:spcAft>
              <a:defRPr sz="1600">
                <a:solidFill>
                  <a:srgbClr val="1C2530"/>
                </a:solidFill>
              </a:defRPr>
            </a:pPr>
            <a:r>
              <a:rPr dirty="0"/>
              <a:t>• Audit agrégé </a:t>
            </a:r>
            <a:r>
              <a:rPr dirty="0" err="1"/>
              <a:t>séparé</a:t>
            </a:r>
            <a:r>
              <a:rPr dirty="0"/>
              <a:t>, </a:t>
            </a:r>
            <a:r>
              <a:rPr dirty="0" err="1"/>
              <a:t>autorisé</a:t>
            </a:r>
            <a:r>
              <a:rPr dirty="0"/>
              <a:t> et </a:t>
            </a:r>
            <a:r>
              <a:rPr dirty="0" err="1"/>
              <a:t>encadré</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298448"/>
            <a:ext cx="11018520" cy="768096"/>
          </a:xfrm>
          <a:prstGeom prst="roundRect">
            <a:avLst>
              <a:gd name="adj" fmla="val 8000"/>
            </a:avLst>
          </a:prstGeom>
          <a:solidFill>
            <a:srgbClr val="FFFFFF"/>
          </a:solidFill>
          <a:ln w="1778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3232" y="1481328"/>
            <a:ext cx="594360"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481328"/>
            <a:ext cx="594360" cy="384048"/>
          </a:xfrm>
          <a:prstGeom prst="rect">
            <a:avLst/>
          </a:prstGeom>
          <a:noFill/>
        </p:spPr>
        <p:txBody>
          <a:bodyPr wrap="square" lIns="45720" rIns="45720" anchor="ctr">
            <a:spAutoFit/>
          </a:bodyPr>
          <a:lstStyle/>
          <a:p>
            <a:pPr algn="ctr"/>
            <a:r>
              <a:rPr sz="1200" b="1">
                <a:solidFill>
                  <a:srgbClr val="FFFFFF"/>
                </a:solidFill>
                <a:latin typeface="Arial"/>
              </a:rPr>
              <a:t>S1</a:t>
            </a:r>
          </a:p>
        </p:txBody>
      </p:sp>
      <p:sp>
        <p:nvSpPr>
          <p:cNvPr id="10" name="TextBox 9"/>
          <p:cNvSpPr txBox="1"/>
          <p:nvPr/>
        </p:nvSpPr>
        <p:spPr>
          <a:xfrm>
            <a:off x="1508760" y="1463039"/>
            <a:ext cx="1188720" cy="347472"/>
          </a:xfrm>
          <a:prstGeom prst="rect">
            <a:avLst/>
          </a:prstGeom>
          <a:noFill/>
        </p:spPr>
        <p:txBody>
          <a:bodyPr wrap="square" lIns="45720" rIns="45720" anchor="ctr">
            <a:spAutoFit/>
          </a:bodyPr>
          <a:lstStyle/>
          <a:p>
            <a:pPr algn="l"/>
            <a:r>
              <a:rPr sz="1500" b="1">
                <a:solidFill>
                  <a:srgbClr val="1C2530"/>
                </a:solidFill>
                <a:latin typeface="Arial"/>
              </a:rPr>
              <a:t>F1 0,708</a:t>
            </a:r>
          </a:p>
        </p:txBody>
      </p:sp>
      <p:sp>
        <p:nvSpPr>
          <p:cNvPr id="11" name="TextBox 10"/>
          <p:cNvSpPr txBox="1"/>
          <p:nvPr/>
        </p:nvSpPr>
        <p:spPr>
          <a:xfrm>
            <a:off x="2816352" y="1444751"/>
            <a:ext cx="2926080" cy="384048"/>
          </a:xfrm>
          <a:prstGeom prst="rect">
            <a:avLst/>
          </a:prstGeom>
          <a:noFill/>
        </p:spPr>
        <p:txBody>
          <a:bodyPr wrap="square" lIns="45720" rIns="45720" anchor="ctr">
            <a:spAutoFit/>
          </a:bodyPr>
          <a:lstStyle/>
          <a:p>
            <a:pPr algn="l"/>
            <a:r>
              <a:rPr sz="1500" b="0">
                <a:solidFill>
                  <a:srgbClr val="1C2530"/>
                </a:solidFill>
                <a:latin typeface="Arial"/>
              </a:rPr>
              <a:t>Référence maximale</a:t>
            </a:r>
          </a:p>
        </p:txBody>
      </p:sp>
      <p:sp>
        <p:nvSpPr>
          <p:cNvPr id="12" name="TextBox 11"/>
          <p:cNvSpPr txBox="1"/>
          <p:nvPr/>
        </p:nvSpPr>
        <p:spPr>
          <a:xfrm>
            <a:off x="5852160" y="1426464"/>
            <a:ext cx="5394960" cy="420624"/>
          </a:xfrm>
          <a:prstGeom prst="rect">
            <a:avLst/>
          </a:prstGeom>
          <a:noFill/>
        </p:spPr>
        <p:txBody>
          <a:bodyPr wrap="square" lIns="45720" rIns="45720" anchor="ctr">
            <a:spAutoFit/>
          </a:bodyPr>
          <a:lstStyle/>
          <a:p>
            <a:pPr algn="l"/>
            <a:r>
              <a:rPr sz="1500" b="1">
                <a:solidFill>
                  <a:srgbClr val="0070E6"/>
                </a:solidFill>
                <a:latin typeface="Arial"/>
              </a:rPr>
              <a:t>Non retenu : variable sensible directe</a:t>
            </a:r>
          </a:p>
        </p:txBody>
      </p:sp>
      <p:sp>
        <p:nvSpPr>
          <p:cNvPr id="13" name="Rounded Rectangle 12"/>
          <p:cNvSpPr/>
          <p:nvPr/>
        </p:nvSpPr>
        <p:spPr>
          <a:xfrm>
            <a:off x="548640" y="2258568"/>
            <a:ext cx="11018520" cy="768096"/>
          </a:xfrm>
          <a:prstGeom prst="roundRect">
            <a:avLst>
              <a:gd name="adj" fmla="val 8000"/>
            </a:avLst>
          </a:prstGeom>
          <a:solidFill>
            <a:srgbClr val="E8F4FF"/>
          </a:solidFill>
          <a:ln w="1778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13232" y="2441448"/>
            <a:ext cx="594360" cy="384048"/>
          </a:xfrm>
          <a:prstGeom prst="roundRect">
            <a:avLst>
              <a:gd name="adj" fmla="val 8000"/>
            </a:avLst>
          </a:prstGeom>
          <a:solidFill>
            <a:srgbClr val="37BEEB"/>
          </a:solidFill>
          <a:ln>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2441448"/>
            <a:ext cx="594360" cy="384048"/>
          </a:xfrm>
          <a:prstGeom prst="rect">
            <a:avLst/>
          </a:prstGeom>
          <a:noFill/>
        </p:spPr>
        <p:txBody>
          <a:bodyPr wrap="square" lIns="45720" rIns="45720" anchor="ctr">
            <a:spAutoFit/>
          </a:bodyPr>
          <a:lstStyle/>
          <a:p>
            <a:pPr algn="ctr"/>
            <a:r>
              <a:rPr sz="1200" b="1">
                <a:solidFill>
                  <a:srgbClr val="FFFFFF"/>
                </a:solidFill>
                <a:latin typeface="Arial"/>
              </a:rPr>
              <a:t>S2</a:t>
            </a:r>
          </a:p>
        </p:txBody>
      </p:sp>
      <p:sp>
        <p:nvSpPr>
          <p:cNvPr id="16" name="TextBox 15"/>
          <p:cNvSpPr txBox="1"/>
          <p:nvPr/>
        </p:nvSpPr>
        <p:spPr>
          <a:xfrm>
            <a:off x="1508760" y="2423160"/>
            <a:ext cx="1188720" cy="347472"/>
          </a:xfrm>
          <a:prstGeom prst="rect">
            <a:avLst/>
          </a:prstGeom>
          <a:noFill/>
        </p:spPr>
        <p:txBody>
          <a:bodyPr wrap="square" lIns="45720" rIns="45720" anchor="ctr">
            <a:spAutoFit/>
          </a:bodyPr>
          <a:lstStyle/>
          <a:p>
            <a:pPr algn="l"/>
            <a:r>
              <a:rPr sz="1500" b="1">
                <a:solidFill>
                  <a:srgbClr val="1C2530"/>
                </a:solidFill>
                <a:latin typeface="Arial"/>
              </a:rPr>
              <a:t>F1 0,681</a:t>
            </a:r>
          </a:p>
        </p:txBody>
      </p:sp>
      <p:sp>
        <p:nvSpPr>
          <p:cNvPr id="17" name="TextBox 16"/>
          <p:cNvSpPr txBox="1"/>
          <p:nvPr/>
        </p:nvSpPr>
        <p:spPr>
          <a:xfrm>
            <a:off x="2816352" y="2404872"/>
            <a:ext cx="2926080" cy="384048"/>
          </a:xfrm>
          <a:prstGeom prst="rect">
            <a:avLst/>
          </a:prstGeom>
          <a:noFill/>
        </p:spPr>
        <p:txBody>
          <a:bodyPr wrap="square" lIns="45720" rIns="45720" anchor="ctr">
            <a:spAutoFit/>
          </a:bodyPr>
          <a:lstStyle/>
          <a:p>
            <a:pPr algn="l"/>
            <a:r>
              <a:rPr sz="1500" b="0">
                <a:solidFill>
                  <a:srgbClr val="1C2530"/>
                </a:solidFill>
                <a:latin typeface="Arial"/>
              </a:rPr>
              <a:t>Tabulaire + texte</a:t>
            </a:r>
          </a:p>
        </p:txBody>
      </p:sp>
      <p:sp>
        <p:nvSpPr>
          <p:cNvPr id="18" name="TextBox 17"/>
          <p:cNvSpPr txBox="1"/>
          <p:nvPr/>
        </p:nvSpPr>
        <p:spPr>
          <a:xfrm>
            <a:off x="5852160" y="2386584"/>
            <a:ext cx="5394960" cy="420624"/>
          </a:xfrm>
          <a:prstGeom prst="rect">
            <a:avLst/>
          </a:prstGeom>
          <a:noFill/>
        </p:spPr>
        <p:txBody>
          <a:bodyPr wrap="square" lIns="45720" rIns="45720" anchor="ctr">
            <a:spAutoFit/>
          </a:bodyPr>
          <a:lstStyle/>
          <a:p>
            <a:pPr algn="l"/>
            <a:r>
              <a:rPr sz="1500" b="1">
                <a:solidFill>
                  <a:srgbClr val="37BEEB"/>
                </a:solidFill>
                <a:latin typeface="Arial"/>
              </a:rPr>
              <a:t>RETENU : compromis mesuré</a:t>
            </a:r>
          </a:p>
        </p:txBody>
      </p:sp>
      <p:sp>
        <p:nvSpPr>
          <p:cNvPr id="19" name="Rounded Rectangle 18"/>
          <p:cNvSpPr/>
          <p:nvPr/>
        </p:nvSpPr>
        <p:spPr>
          <a:xfrm>
            <a:off x="548640" y="3218688"/>
            <a:ext cx="11018520" cy="768096"/>
          </a:xfrm>
          <a:prstGeom prst="roundRect">
            <a:avLst>
              <a:gd name="adj" fmla="val 8000"/>
            </a:avLst>
          </a:prstGeom>
          <a:solidFill>
            <a:srgbClr val="FFFFFF"/>
          </a:solidFill>
          <a:ln w="1778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13232" y="3401568"/>
            <a:ext cx="594360" cy="384048"/>
          </a:xfrm>
          <a:prstGeom prst="roundRect">
            <a:avLst>
              <a:gd name="adj" fmla="val 8000"/>
            </a:avLst>
          </a:prstGeom>
          <a:solidFill>
            <a:srgbClr val="6548AA"/>
          </a:solidFill>
          <a:ln>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3401568"/>
            <a:ext cx="594360" cy="384048"/>
          </a:xfrm>
          <a:prstGeom prst="rect">
            <a:avLst/>
          </a:prstGeom>
          <a:noFill/>
        </p:spPr>
        <p:txBody>
          <a:bodyPr wrap="square" lIns="45720" rIns="45720" anchor="ctr">
            <a:spAutoFit/>
          </a:bodyPr>
          <a:lstStyle/>
          <a:p>
            <a:pPr algn="ctr"/>
            <a:r>
              <a:rPr sz="1200" b="1">
                <a:solidFill>
                  <a:srgbClr val="FFFFFF"/>
                </a:solidFill>
                <a:latin typeface="Arial"/>
              </a:rPr>
              <a:t>S3</a:t>
            </a:r>
          </a:p>
        </p:txBody>
      </p:sp>
      <p:sp>
        <p:nvSpPr>
          <p:cNvPr id="22" name="TextBox 21"/>
          <p:cNvSpPr txBox="1"/>
          <p:nvPr/>
        </p:nvSpPr>
        <p:spPr>
          <a:xfrm>
            <a:off x="1508760" y="3383280"/>
            <a:ext cx="1188720" cy="347472"/>
          </a:xfrm>
          <a:prstGeom prst="rect">
            <a:avLst/>
          </a:prstGeom>
          <a:noFill/>
        </p:spPr>
        <p:txBody>
          <a:bodyPr wrap="square" lIns="45720" rIns="45720" anchor="ctr">
            <a:spAutoFit/>
          </a:bodyPr>
          <a:lstStyle/>
          <a:p>
            <a:pPr algn="l"/>
            <a:r>
              <a:rPr sz="1500" b="1">
                <a:solidFill>
                  <a:srgbClr val="1C2530"/>
                </a:solidFill>
                <a:latin typeface="Arial"/>
              </a:rPr>
              <a:t>F1 0,635</a:t>
            </a:r>
          </a:p>
        </p:txBody>
      </p:sp>
      <p:sp>
        <p:nvSpPr>
          <p:cNvPr id="23" name="TextBox 22"/>
          <p:cNvSpPr txBox="1"/>
          <p:nvPr/>
        </p:nvSpPr>
        <p:spPr>
          <a:xfrm>
            <a:off x="2816352" y="3364992"/>
            <a:ext cx="2926080" cy="384048"/>
          </a:xfrm>
          <a:prstGeom prst="rect">
            <a:avLst/>
          </a:prstGeom>
          <a:noFill/>
        </p:spPr>
        <p:txBody>
          <a:bodyPr wrap="square" lIns="45720" rIns="45720" anchor="ctr">
            <a:spAutoFit/>
          </a:bodyPr>
          <a:lstStyle/>
          <a:p>
            <a:pPr algn="l"/>
            <a:r>
              <a:rPr sz="1500" b="0">
                <a:solidFill>
                  <a:srgbClr val="1C2530"/>
                </a:solidFill>
                <a:latin typeface="Arial"/>
              </a:rPr>
              <a:t>Meilleur rappel cl. 2</a:t>
            </a:r>
          </a:p>
        </p:txBody>
      </p:sp>
      <p:sp>
        <p:nvSpPr>
          <p:cNvPr id="24" name="TextBox 23"/>
          <p:cNvSpPr txBox="1"/>
          <p:nvPr/>
        </p:nvSpPr>
        <p:spPr>
          <a:xfrm>
            <a:off x="5852160" y="3346704"/>
            <a:ext cx="5394960" cy="420624"/>
          </a:xfrm>
          <a:prstGeom prst="rect">
            <a:avLst/>
          </a:prstGeom>
          <a:noFill/>
        </p:spPr>
        <p:txBody>
          <a:bodyPr wrap="square" lIns="45720" rIns="45720" anchor="ctr">
            <a:spAutoFit/>
          </a:bodyPr>
          <a:lstStyle/>
          <a:p>
            <a:pPr algn="l"/>
            <a:r>
              <a:rPr sz="1500" b="1">
                <a:solidFill>
                  <a:srgbClr val="6548AA"/>
                </a:solidFill>
                <a:latin typeface="Arial"/>
              </a:rPr>
              <a:t>Diagnostic : valeur du texte</a:t>
            </a:r>
          </a:p>
        </p:txBody>
      </p:sp>
      <p:sp>
        <p:nvSpPr>
          <p:cNvPr id="25" name="Rounded Rectangle 24"/>
          <p:cNvSpPr/>
          <p:nvPr/>
        </p:nvSpPr>
        <p:spPr>
          <a:xfrm>
            <a:off x="548640" y="4178808"/>
            <a:ext cx="11018520" cy="768096"/>
          </a:xfrm>
          <a:prstGeom prst="roundRect">
            <a:avLst>
              <a:gd name="adj" fmla="val 8000"/>
            </a:avLst>
          </a:prstGeom>
          <a:solidFill>
            <a:srgbClr val="FFFFFF"/>
          </a:solidFill>
          <a:ln w="1778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13232" y="4361688"/>
            <a:ext cx="59436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4361688"/>
            <a:ext cx="594360" cy="384048"/>
          </a:xfrm>
          <a:prstGeom prst="rect">
            <a:avLst/>
          </a:prstGeom>
          <a:noFill/>
        </p:spPr>
        <p:txBody>
          <a:bodyPr wrap="square" lIns="45720" rIns="45720" anchor="ctr">
            <a:spAutoFit/>
          </a:bodyPr>
          <a:lstStyle/>
          <a:p>
            <a:pPr algn="ctr"/>
            <a:r>
              <a:rPr sz="1200" b="1">
                <a:solidFill>
                  <a:srgbClr val="FFFFFF"/>
                </a:solidFill>
                <a:latin typeface="Arial"/>
              </a:rPr>
              <a:t>S4</a:t>
            </a:r>
          </a:p>
        </p:txBody>
      </p:sp>
      <p:sp>
        <p:nvSpPr>
          <p:cNvPr id="28" name="TextBox 27"/>
          <p:cNvSpPr txBox="1"/>
          <p:nvPr/>
        </p:nvSpPr>
        <p:spPr>
          <a:xfrm>
            <a:off x="1508760" y="4343400"/>
            <a:ext cx="1188720" cy="347472"/>
          </a:xfrm>
          <a:prstGeom prst="rect">
            <a:avLst/>
          </a:prstGeom>
          <a:noFill/>
        </p:spPr>
        <p:txBody>
          <a:bodyPr wrap="square" lIns="45720" rIns="45720" anchor="ctr">
            <a:spAutoFit/>
          </a:bodyPr>
          <a:lstStyle/>
          <a:p>
            <a:pPr algn="l"/>
            <a:r>
              <a:rPr sz="1500" b="1">
                <a:solidFill>
                  <a:srgbClr val="1C2530"/>
                </a:solidFill>
                <a:latin typeface="Arial"/>
              </a:rPr>
              <a:t>F1 0,672</a:t>
            </a:r>
          </a:p>
        </p:txBody>
      </p:sp>
      <p:sp>
        <p:nvSpPr>
          <p:cNvPr id="29" name="TextBox 28"/>
          <p:cNvSpPr txBox="1"/>
          <p:nvPr/>
        </p:nvSpPr>
        <p:spPr>
          <a:xfrm>
            <a:off x="2816352" y="4325112"/>
            <a:ext cx="2926080" cy="384048"/>
          </a:xfrm>
          <a:prstGeom prst="rect">
            <a:avLst/>
          </a:prstGeom>
          <a:noFill/>
        </p:spPr>
        <p:txBody>
          <a:bodyPr wrap="square" lIns="45720" rIns="45720" anchor="ctr">
            <a:spAutoFit/>
          </a:bodyPr>
          <a:lstStyle/>
          <a:p>
            <a:pPr algn="l"/>
            <a:r>
              <a:rPr sz="1500" b="0">
                <a:solidFill>
                  <a:srgbClr val="1C2530"/>
                </a:solidFill>
                <a:latin typeface="Arial"/>
              </a:rPr>
              <a:t>8 erreurs 2→0</a:t>
            </a:r>
          </a:p>
        </p:txBody>
      </p:sp>
      <p:sp>
        <p:nvSpPr>
          <p:cNvPr id="30" name="TextBox 29"/>
          <p:cNvSpPr txBox="1"/>
          <p:nvPr/>
        </p:nvSpPr>
        <p:spPr>
          <a:xfrm>
            <a:off x="5852160" y="4306824"/>
            <a:ext cx="5394960" cy="420624"/>
          </a:xfrm>
          <a:prstGeom prst="rect">
            <a:avLst/>
          </a:prstGeom>
          <a:noFill/>
        </p:spPr>
        <p:txBody>
          <a:bodyPr wrap="square" lIns="45720" rIns="45720" anchor="ctr">
            <a:spAutoFit/>
          </a:bodyPr>
          <a:lstStyle/>
          <a:p>
            <a:pPr algn="l"/>
            <a:r>
              <a:rPr sz="1500" b="1">
                <a:solidFill>
                  <a:srgbClr val="23925B"/>
                </a:solidFill>
                <a:latin typeface="Arial"/>
              </a:rPr>
              <a:t>Réserve : nationalité conservée, 10 cas</a:t>
            </a:r>
          </a:p>
        </p:txBody>
      </p:sp>
      <p:sp>
        <p:nvSpPr>
          <p:cNvPr id="31" name="Rounded Rectangle 30"/>
          <p:cNvSpPr/>
          <p:nvPr/>
        </p:nvSpPr>
        <p:spPr>
          <a:xfrm>
            <a:off x="685800" y="5349240"/>
            <a:ext cx="10744200" cy="530352"/>
          </a:xfrm>
          <a:prstGeom prst="roundRect">
            <a:avLst>
              <a:gd name="adj" fmla="val 8000"/>
            </a:avLst>
          </a:prstGeom>
          <a:solidFill>
            <a:srgbClr val="00125B"/>
          </a:solidFill>
          <a:ln w="12700">
            <a:solidFill>
              <a:srgbClr val="001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422392"/>
            <a:ext cx="10287000" cy="347472"/>
          </a:xfrm>
          <a:prstGeom prst="rect">
            <a:avLst/>
          </a:prstGeom>
          <a:noFill/>
        </p:spPr>
        <p:txBody>
          <a:bodyPr wrap="square" lIns="45720" rIns="45720" anchor="ctr">
            <a:spAutoFit/>
          </a:bodyPr>
          <a:lstStyle/>
          <a:p>
            <a:pPr algn="ctr"/>
            <a:r>
              <a:rPr sz="1600" b="1">
                <a:solidFill>
                  <a:srgbClr val="FFFFFF"/>
                </a:solidFill>
                <a:latin typeface="Arial"/>
              </a:rPr>
              <a:t>Décision : S2 + revue humaine, avec capacité et intégration encore à valider.</a:t>
            </a:r>
          </a:p>
        </p:txBody>
      </p:sp>
      <p:sp>
        <p:nvSpPr>
          <p:cNvPr id="3" name="Titre 2">
            <a:extLst>
              <a:ext uri="{FF2B5EF4-FFF2-40B4-BE49-F238E27FC236}">
                <a16:creationId xmlns:a16="http://schemas.microsoft.com/office/drawing/2014/main" id="{D1B30663-EBBE-3AD7-4C9B-DD9CC17277BA}"/>
              </a:ext>
            </a:extLst>
          </p:cNvPr>
          <p:cNvSpPr>
            <a:spLocks noGrp="1"/>
          </p:cNvSpPr>
          <p:nvPr>
            <p:ph type="title"/>
          </p:nvPr>
        </p:nvSpPr>
        <p:spPr/>
        <p:txBody>
          <a:bodyPr/>
          <a:lstStyle/>
          <a:p>
            <a:r>
              <a:rPr lang="fr-FR" b="1" dirty="0">
                <a:solidFill>
                  <a:srgbClr val="0073E6"/>
                </a:solidFill>
              </a:rPr>
              <a:t>S2 est retenu : un coût connu pour exclure la variable sensible</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1CF403B2-C804-0CCE-C08D-3743232F218D}"/>
              </a:ext>
            </a:extLst>
          </p:cNvPr>
          <p:cNvSpPr>
            <a:spLocks noGrp="1"/>
          </p:cNvSpPr>
          <p:nvPr>
            <p:ph type="body" sz="quarter" idx="10"/>
          </p:nvPr>
        </p:nvSpPr>
        <p:spPr/>
        <p:txBody>
          <a:bodyPr/>
          <a:lstStyle/>
          <a:p>
            <a:r>
              <a:rPr lang="fr-FR" dirty="0">
                <a:solidFill>
                  <a:srgbClr val="00005C"/>
                </a:solidFill>
              </a:rPr>
              <a:t>Le score maximal n’est pas le seul critère</a:t>
            </a:r>
          </a:p>
          <a:p>
            <a:endParaRPr lang="fr-FR" dirty="0">
              <a:solidFill>
                <a:srgbClr val="00005C"/>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11480" y="1600200"/>
            <a:ext cx="1828800" cy="1874519"/>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97280" y="1380744"/>
            <a:ext cx="457200"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380744"/>
            <a:ext cx="457200" cy="384048"/>
          </a:xfrm>
          <a:prstGeom prst="rect">
            <a:avLst/>
          </a:prstGeom>
          <a:noFill/>
        </p:spPr>
        <p:txBody>
          <a:bodyPr wrap="square" lIns="45720" rIns="45720" anchor="ctr">
            <a:spAutoFit/>
          </a:bodyPr>
          <a:lstStyle/>
          <a:p>
            <a:pPr algn="ctr"/>
            <a:r>
              <a:rPr sz="1100" b="1">
                <a:solidFill>
                  <a:srgbClr val="FFFFFF"/>
                </a:solidFill>
                <a:latin typeface="Arial"/>
              </a:rPr>
              <a:t>1</a:t>
            </a:r>
          </a:p>
        </p:txBody>
      </p:sp>
      <p:sp>
        <p:nvSpPr>
          <p:cNvPr id="10" name="TextBox 9"/>
          <p:cNvSpPr txBox="1"/>
          <p:nvPr/>
        </p:nvSpPr>
        <p:spPr>
          <a:xfrm>
            <a:off x="548640" y="1938528"/>
            <a:ext cx="1554480" cy="685800"/>
          </a:xfrm>
          <a:prstGeom prst="rect">
            <a:avLst/>
          </a:prstGeom>
          <a:noFill/>
        </p:spPr>
        <p:txBody>
          <a:bodyPr wrap="square" lIns="45720" rIns="45720" anchor="ctr">
            <a:spAutoFit/>
          </a:bodyPr>
          <a:lstStyle/>
          <a:p>
            <a:pPr algn="ctr"/>
            <a:r>
              <a:rPr sz="1900" b="1">
                <a:solidFill>
                  <a:srgbClr val="0070E6"/>
                </a:solidFill>
                <a:latin typeface="Arial"/>
              </a:rPr>
              <a:t>Saisir
le dossier</a:t>
            </a:r>
          </a:p>
        </p:txBody>
      </p:sp>
      <p:cxnSp>
        <p:nvCxnSpPr>
          <p:cNvPr id="11" name="Connector 10"/>
          <p:cNvCxnSpPr/>
          <p:nvPr/>
        </p:nvCxnSpPr>
        <p:spPr>
          <a:xfrm>
            <a:off x="2240280" y="2542032"/>
            <a:ext cx="438912"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600200"/>
            <a:ext cx="1828800" cy="1874519"/>
          </a:xfrm>
          <a:prstGeom prst="roundRect">
            <a:avLst>
              <a:gd name="adj" fmla="val 8000"/>
            </a:avLst>
          </a:prstGeom>
          <a:solidFill>
            <a:srgbClr val="FFFFFF"/>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29000" y="1380744"/>
            <a:ext cx="457200" cy="384048"/>
          </a:xfrm>
          <a:prstGeom prst="roundRect">
            <a:avLst>
              <a:gd name="adj" fmla="val 8000"/>
            </a:avLst>
          </a:prstGeom>
          <a:solidFill>
            <a:srgbClr val="37BEEB"/>
          </a:solidFill>
          <a:ln>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29000" y="1380744"/>
            <a:ext cx="457200" cy="384048"/>
          </a:xfrm>
          <a:prstGeom prst="rect">
            <a:avLst/>
          </a:prstGeom>
          <a:noFill/>
        </p:spPr>
        <p:txBody>
          <a:bodyPr wrap="square" lIns="45720" rIns="45720" anchor="ctr">
            <a:spAutoFit/>
          </a:bodyPr>
          <a:lstStyle/>
          <a:p>
            <a:pPr algn="ctr"/>
            <a:r>
              <a:rPr sz="1100" b="1">
                <a:solidFill>
                  <a:srgbClr val="FFFFFF"/>
                </a:solidFill>
                <a:latin typeface="Arial"/>
              </a:rPr>
              <a:t>2</a:t>
            </a:r>
          </a:p>
        </p:txBody>
      </p:sp>
      <p:sp>
        <p:nvSpPr>
          <p:cNvPr id="15" name="TextBox 14"/>
          <p:cNvSpPr txBox="1"/>
          <p:nvPr/>
        </p:nvSpPr>
        <p:spPr>
          <a:xfrm>
            <a:off x="2880360" y="1938528"/>
            <a:ext cx="1554480" cy="685800"/>
          </a:xfrm>
          <a:prstGeom prst="rect">
            <a:avLst/>
          </a:prstGeom>
          <a:noFill/>
        </p:spPr>
        <p:txBody>
          <a:bodyPr wrap="square" lIns="45720" rIns="45720" anchor="ctr">
            <a:spAutoFit/>
          </a:bodyPr>
          <a:lstStyle/>
          <a:p>
            <a:pPr algn="ctr"/>
            <a:r>
              <a:rPr sz="1900" b="1">
                <a:solidFill>
                  <a:srgbClr val="37BEEB"/>
                </a:solidFill>
                <a:latin typeface="Arial"/>
              </a:rPr>
              <a:t>Calculer
la prédiction</a:t>
            </a:r>
          </a:p>
        </p:txBody>
      </p:sp>
      <p:cxnSp>
        <p:nvCxnSpPr>
          <p:cNvPr id="16" name="Connector 15"/>
          <p:cNvCxnSpPr/>
          <p:nvPr/>
        </p:nvCxnSpPr>
        <p:spPr>
          <a:xfrm>
            <a:off x="4572000" y="2542032"/>
            <a:ext cx="438912"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74920" y="1600200"/>
            <a:ext cx="1828800" cy="1874519"/>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760720" y="1380744"/>
            <a:ext cx="457200" cy="384048"/>
          </a:xfrm>
          <a:prstGeom prst="roundRect">
            <a:avLst>
              <a:gd name="adj" fmla="val 8000"/>
            </a:avLst>
          </a:prstGeom>
          <a:solidFill>
            <a:srgbClr val="F17E2F"/>
          </a:solidFill>
          <a:ln>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60720" y="1380744"/>
            <a:ext cx="457200" cy="384048"/>
          </a:xfrm>
          <a:prstGeom prst="rect">
            <a:avLst/>
          </a:prstGeom>
          <a:noFill/>
        </p:spPr>
        <p:txBody>
          <a:bodyPr wrap="square" lIns="45720" rIns="45720" anchor="ctr">
            <a:spAutoFit/>
          </a:bodyPr>
          <a:lstStyle/>
          <a:p>
            <a:pPr algn="ctr"/>
            <a:r>
              <a:rPr sz="1100" b="1">
                <a:solidFill>
                  <a:srgbClr val="FFFFFF"/>
                </a:solidFill>
                <a:latin typeface="Arial"/>
              </a:rPr>
              <a:t>3</a:t>
            </a:r>
          </a:p>
        </p:txBody>
      </p:sp>
      <p:sp>
        <p:nvSpPr>
          <p:cNvPr id="20" name="TextBox 19"/>
          <p:cNvSpPr txBox="1"/>
          <p:nvPr/>
        </p:nvSpPr>
        <p:spPr>
          <a:xfrm>
            <a:off x="5212080" y="1938528"/>
            <a:ext cx="1554480" cy="685800"/>
          </a:xfrm>
          <a:prstGeom prst="rect">
            <a:avLst/>
          </a:prstGeom>
          <a:noFill/>
        </p:spPr>
        <p:txBody>
          <a:bodyPr wrap="square" lIns="45720" rIns="45720" anchor="ctr">
            <a:spAutoFit/>
          </a:bodyPr>
          <a:lstStyle/>
          <a:p>
            <a:pPr algn="ctr"/>
            <a:r>
              <a:rPr sz="1900" b="1">
                <a:solidFill>
                  <a:srgbClr val="F17E2F"/>
                </a:solidFill>
                <a:latin typeface="Arial"/>
              </a:rPr>
              <a:t>Décider
revue ou réponse</a:t>
            </a:r>
          </a:p>
        </p:txBody>
      </p:sp>
      <p:cxnSp>
        <p:nvCxnSpPr>
          <p:cNvPr id="21" name="Connector 20"/>
          <p:cNvCxnSpPr/>
          <p:nvPr/>
        </p:nvCxnSpPr>
        <p:spPr>
          <a:xfrm>
            <a:off x="6903720" y="2542032"/>
            <a:ext cx="438911"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06640" y="1600200"/>
            <a:ext cx="1828800" cy="1874519"/>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092440" y="1380744"/>
            <a:ext cx="457200" cy="384048"/>
          </a:xfrm>
          <a:prstGeom prst="roundRect">
            <a:avLst>
              <a:gd name="adj" fmla="val 8000"/>
            </a:avLst>
          </a:prstGeom>
          <a:solidFill>
            <a:srgbClr val="6548AA"/>
          </a:solidFill>
          <a:ln>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92440" y="1380744"/>
            <a:ext cx="457200" cy="384048"/>
          </a:xfrm>
          <a:prstGeom prst="rect">
            <a:avLst/>
          </a:prstGeom>
          <a:noFill/>
        </p:spPr>
        <p:txBody>
          <a:bodyPr wrap="square" lIns="45720" rIns="45720" anchor="ctr">
            <a:spAutoFit/>
          </a:bodyPr>
          <a:lstStyle/>
          <a:p>
            <a:pPr algn="ctr"/>
            <a:r>
              <a:rPr sz="1100" b="1">
                <a:solidFill>
                  <a:srgbClr val="FFFFFF"/>
                </a:solidFill>
                <a:latin typeface="Arial"/>
              </a:rPr>
              <a:t>4</a:t>
            </a:r>
          </a:p>
        </p:txBody>
      </p:sp>
      <p:sp>
        <p:nvSpPr>
          <p:cNvPr id="25" name="TextBox 24"/>
          <p:cNvSpPr txBox="1"/>
          <p:nvPr/>
        </p:nvSpPr>
        <p:spPr>
          <a:xfrm>
            <a:off x="7543800" y="1938528"/>
            <a:ext cx="1554480" cy="685800"/>
          </a:xfrm>
          <a:prstGeom prst="rect">
            <a:avLst/>
          </a:prstGeom>
          <a:noFill/>
        </p:spPr>
        <p:txBody>
          <a:bodyPr wrap="square" lIns="45720" rIns="45720" anchor="ctr">
            <a:spAutoFit/>
          </a:bodyPr>
          <a:lstStyle/>
          <a:p>
            <a:pPr algn="ctr"/>
            <a:r>
              <a:rPr sz="1900" b="1">
                <a:solidFill>
                  <a:srgbClr val="6548AA"/>
                </a:solidFill>
                <a:latin typeface="Arial"/>
              </a:rPr>
              <a:t>Tracer
le résultat</a:t>
            </a:r>
          </a:p>
        </p:txBody>
      </p:sp>
      <p:cxnSp>
        <p:nvCxnSpPr>
          <p:cNvPr id="26" name="Connector 25"/>
          <p:cNvCxnSpPr/>
          <p:nvPr/>
        </p:nvCxnSpPr>
        <p:spPr>
          <a:xfrm>
            <a:off x="9235440" y="2542032"/>
            <a:ext cx="438912"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38359" y="1600200"/>
            <a:ext cx="1828800" cy="1874519"/>
          </a:xfrm>
          <a:prstGeom prst="roundRect">
            <a:avLst>
              <a:gd name="adj" fmla="val 8000"/>
            </a:avLst>
          </a:prstGeom>
          <a:solidFill>
            <a:srgbClr val="FFFFFF"/>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424159" y="1380744"/>
            <a:ext cx="45720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24159" y="1380744"/>
            <a:ext cx="457200" cy="384048"/>
          </a:xfrm>
          <a:prstGeom prst="rect">
            <a:avLst/>
          </a:prstGeom>
          <a:noFill/>
        </p:spPr>
        <p:txBody>
          <a:bodyPr wrap="square" lIns="45720" rIns="45720" anchor="ctr">
            <a:spAutoFit/>
          </a:bodyPr>
          <a:lstStyle/>
          <a:p>
            <a:pPr algn="ctr"/>
            <a:r>
              <a:rPr sz="1100" b="1">
                <a:solidFill>
                  <a:srgbClr val="FFFFFF"/>
                </a:solidFill>
                <a:latin typeface="Arial"/>
              </a:rPr>
              <a:t>5</a:t>
            </a:r>
          </a:p>
        </p:txBody>
      </p:sp>
      <p:sp>
        <p:nvSpPr>
          <p:cNvPr id="30" name="TextBox 29"/>
          <p:cNvSpPr txBox="1"/>
          <p:nvPr/>
        </p:nvSpPr>
        <p:spPr>
          <a:xfrm>
            <a:off x="9875519" y="1938528"/>
            <a:ext cx="1554480" cy="685800"/>
          </a:xfrm>
          <a:prstGeom prst="rect">
            <a:avLst/>
          </a:prstGeom>
          <a:noFill/>
        </p:spPr>
        <p:txBody>
          <a:bodyPr wrap="square" lIns="45720" rIns="45720" anchor="ctr">
            <a:spAutoFit/>
          </a:bodyPr>
          <a:lstStyle/>
          <a:p>
            <a:pPr algn="ctr"/>
            <a:r>
              <a:rPr sz="1900" b="1">
                <a:solidFill>
                  <a:srgbClr val="23925B"/>
                </a:solidFill>
                <a:latin typeface="Arial"/>
              </a:rPr>
              <a:t>Recevoir
le feedback</a:t>
            </a:r>
          </a:p>
        </p:txBody>
      </p:sp>
      <p:sp>
        <p:nvSpPr>
          <p:cNvPr id="31" name="Rounded Rectangle 30"/>
          <p:cNvSpPr/>
          <p:nvPr/>
        </p:nvSpPr>
        <p:spPr>
          <a:xfrm>
            <a:off x="731520" y="4096512"/>
            <a:ext cx="10698480" cy="1078992"/>
          </a:xfrm>
          <a:prstGeom prst="roundRect">
            <a:avLst>
              <a:gd name="adj" fmla="val 8000"/>
            </a:avLst>
          </a:prstGeom>
          <a:solidFill>
            <a:srgbClr val="E8F4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4315968"/>
            <a:ext cx="1600200" cy="256032"/>
          </a:xfrm>
          <a:prstGeom prst="rect">
            <a:avLst/>
          </a:prstGeom>
          <a:noFill/>
        </p:spPr>
        <p:txBody>
          <a:bodyPr wrap="square" lIns="45720" rIns="45720" anchor="ctr">
            <a:spAutoFit/>
          </a:bodyPr>
          <a:lstStyle/>
          <a:p>
            <a:pPr algn="l"/>
            <a:r>
              <a:rPr sz="1200" b="1">
                <a:solidFill>
                  <a:srgbClr val="0070E6"/>
                </a:solidFill>
                <a:latin typeface="Arial"/>
              </a:rPr>
              <a:t>Réponse visible</a:t>
            </a:r>
          </a:p>
        </p:txBody>
      </p:sp>
      <p:sp>
        <p:nvSpPr>
          <p:cNvPr id="33" name="TextBox 32"/>
          <p:cNvSpPr txBox="1"/>
          <p:nvPr/>
        </p:nvSpPr>
        <p:spPr>
          <a:xfrm>
            <a:off x="2423160" y="4242816"/>
            <a:ext cx="8595360" cy="457200"/>
          </a:xfrm>
          <a:prstGeom prst="rect">
            <a:avLst/>
          </a:prstGeom>
          <a:noFill/>
        </p:spPr>
        <p:txBody>
          <a:bodyPr wrap="square" lIns="45720" rIns="45720" anchor="ctr">
            <a:spAutoFit/>
          </a:bodyPr>
          <a:lstStyle/>
          <a:p>
            <a:pPr algn="ctr"/>
            <a:r>
              <a:rPr sz="1700" b="1">
                <a:solidFill>
                  <a:srgbClr val="1C2530"/>
                </a:solidFill>
                <a:latin typeface="Arial"/>
              </a:rPr>
              <a:t>classe prédite • confiance • statut ok / à revoir • version du modèle • request_id</a:t>
            </a:r>
          </a:p>
        </p:txBody>
      </p:sp>
      <p:sp>
        <p:nvSpPr>
          <p:cNvPr id="34" name="TextBox 33"/>
          <p:cNvSpPr txBox="1"/>
          <p:nvPr/>
        </p:nvSpPr>
        <p:spPr>
          <a:xfrm>
            <a:off x="777240" y="5468112"/>
            <a:ext cx="10607040" cy="365760"/>
          </a:xfrm>
          <a:prstGeom prst="rect">
            <a:avLst/>
          </a:prstGeom>
          <a:noFill/>
        </p:spPr>
        <p:txBody>
          <a:bodyPr wrap="square" lIns="45720" rIns="45720" anchor="ctr">
            <a:spAutoFit/>
          </a:bodyPr>
          <a:lstStyle/>
          <a:p>
            <a:pPr algn="ctr"/>
            <a:r>
              <a:rPr sz="1400" b="0">
                <a:solidFill>
                  <a:srgbClr val="5C6974"/>
                </a:solidFill>
                <a:latin typeface="Arial"/>
              </a:rPr>
              <a:t>Santé, métriques, historique, réentraînement et rollback soutiennent ce parcours sans le remplacer.</a:t>
            </a:r>
          </a:p>
        </p:txBody>
      </p:sp>
      <p:sp>
        <p:nvSpPr>
          <p:cNvPr id="3" name="Titre 2">
            <a:extLst>
              <a:ext uri="{FF2B5EF4-FFF2-40B4-BE49-F238E27FC236}">
                <a16:creationId xmlns:a16="http://schemas.microsoft.com/office/drawing/2014/main" id="{5693994E-9BF4-275A-2F4A-2FD740033003}"/>
              </a:ext>
            </a:extLst>
          </p:cNvPr>
          <p:cNvSpPr>
            <a:spLocks noGrp="1"/>
          </p:cNvSpPr>
          <p:nvPr>
            <p:ph type="title"/>
          </p:nvPr>
        </p:nvSpPr>
        <p:spPr/>
        <p:txBody>
          <a:bodyPr/>
          <a:lstStyle/>
          <a:p>
            <a:r>
              <a:rPr lang="fr-FR" b="1" dirty="0">
                <a:solidFill>
                  <a:srgbClr val="0073E6"/>
                </a:solidFill>
              </a:rPr>
              <a:t>Le service accompagne le parcours d’un dossier</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A2245498-78C4-A6CE-6662-8170E6AC2B92}"/>
              </a:ext>
            </a:extLst>
          </p:cNvPr>
          <p:cNvSpPr>
            <a:spLocks noGrp="1"/>
          </p:cNvSpPr>
          <p:nvPr>
            <p:ph type="body" sz="quarter" idx="10"/>
          </p:nvPr>
        </p:nvSpPr>
        <p:spPr/>
        <p:txBody>
          <a:bodyPr/>
          <a:lstStyle/>
          <a:p>
            <a:r>
              <a:rPr lang="fr-FR" b="1" dirty="0">
                <a:solidFill>
                  <a:srgbClr val="00005C"/>
                </a:solidFill>
              </a:rPr>
              <a:t>De la saisie à la trace</a:t>
            </a:r>
            <a:endParaRPr lang="fr-FR" dirty="0">
              <a:solidFill>
                <a:srgbClr val="00005C"/>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rcRect b="21182"/>
          <a:stretch>
            <a:fillRect/>
          </a:stretch>
        </p:blipFill>
        <p:spPr>
          <a:xfrm>
            <a:off x="5577840" y="786384"/>
            <a:ext cx="6070516" cy="5452563"/>
          </a:xfrm>
          <a:prstGeom prst="rect">
            <a:avLst/>
          </a:prstGeom>
        </p:spPr>
      </p:pic>
      <p:sp>
        <p:nvSpPr>
          <p:cNvPr id="8" name="Rounded Rectangle 7"/>
          <p:cNvSpPr/>
          <p:nvPr/>
        </p:nvSpPr>
        <p:spPr>
          <a:xfrm>
            <a:off x="502920" y="1353312"/>
            <a:ext cx="4800600" cy="438912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 y="1627632"/>
            <a:ext cx="438912"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627632"/>
            <a:ext cx="438912" cy="384048"/>
          </a:xfrm>
          <a:prstGeom prst="rect">
            <a:avLst/>
          </a:prstGeom>
          <a:noFill/>
        </p:spPr>
        <p:txBody>
          <a:bodyPr wrap="square" lIns="45720" rIns="45720" anchor="ctr">
            <a:spAutoFit/>
          </a:bodyPr>
          <a:lstStyle/>
          <a:p>
            <a:pPr algn="ctr"/>
            <a:r>
              <a:rPr sz="1100" b="1">
                <a:solidFill>
                  <a:srgbClr val="FFFFFF"/>
                </a:solidFill>
                <a:latin typeface="Arial"/>
              </a:rPr>
              <a:t>1</a:t>
            </a:r>
          </a:p>
        </p:txBody>
      </p:sp>
      <p:sp>
        <p:nvSpPr>
          <p:cNvPr id="11" name="TextBox 10"/>
          <p:cNvSpPr txBox="1"/>
          <p:nvPr/>
        </p:nvSpPr>
        <p:spPr>
          <a:xfrm>
            <a:off x="1353312" y="1609344"/>
            <a:ext cx="3520440" cy="411480"/>
          </a:xfrm>
          <a:prstGeom prst="rect">
            <a:avLst/>
          </a:prstGeom>
          <a:noFill/>
        </p:spPr>
        <p:txBody>
          <a:bodyPr wrap="square" lIns="45720" rIns="45720" anchor="ctr">
            <a:spAutoFit/>
          </a:bodyPr>
          <a:lstStyle/>
          <a:p>
            <a:pPr algn="l"/>
            <a:r>
              <a:rPr sz="1700" b="1">
                <a:solidFill>
                  <a:srgbClr val="1C2530"/>
                </a:solidFill>
                <a:latin typeface="Arial"/>
              </a:rPr>
              <a:t>Saisir un dossier</a:t>
            </a:r>
          </a:p>
        </p:txBody>
      </p:sp>
      <p:sp>
        <p:nvSpPr>
          <p:cNvPr id="12" name="Rounded Rectangle 11"/>
          <p:cNvSpPr/>
          <p:nvPr/>
        </p:nvSpPr>
        <p:spPr>
          <a:xfrm>
            <a:off x="777240" y="2340864"/>
            <a:ext cx="438912"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340864"/>
            <a:ext cx="438912" cy="384048"/>
          </a:xfrm>
          <a:prstGeom prst="rect">
            <a:avLst/>
          </a:prstGeom>
          <a:noFill/>
        </p:spPr>
        <p:txBody>
          <a:bodyPr wrap="square" lIns="45720" rIns="45720" anchor="ctr">
            <a:spAutoFit/>
          </a:bodyPr>
          <a:lstStyle/>
          <a:p>
            <a:pPr algn="ctr"/>
            <a:r>
              <a:rPr sz="1100" b="1">
                <a:solidFill>
                  <a:srgbClr val="FFFFFF"/>
                </a:solidFill>
                <a:latin typeface="Arial"/>
              </a:rPr>
              <a:t>2</a:t>
            </a:r>
          </a:p>
        </p:txBody>
      </p:sp>
      <p:sp>
        <p:nvSpPr>
          <p:cNvPr id="14" name="TextBox 13"/>
          <p:cNvSpPr txBox="1"/>
          <p:nvPr/>
        </p:nvSpPr>
        <p:spPr>
          <a:xfrm>
            <a:off x="1353312" y="2322576"/>
            <a:ext cx="3520440" cy="411480"/>
          </a:xfrm>
          <a:prstGeom prst="rect">
            <a:avLst/>
          </a:prstGeom>
          <a:noFill/>
        </p:spPr>
        <p:txBody>
          <a:bodyPr wrap="square" lIns="45720" rIns="45720" anchor="ctr">
            <a:spAutoFit/>
          </a:bodyPr>
          <a:lstStyle/>
          <a:p>
            <a:pPr algn="l"/>
            <a:r>
              <a:rPr sz="1700" b="1">
                <a:solidFill>
                  <a:srgbClr val="1C2530"/>
                </a:solidFill>
                <a:latin typeface="Arial"/>
              </a:rPr>
              <a:t>Lancer une prédiction</a:t>
            </a:r>
          </a:p>
        </p:txBody>
      </p:sp>
      <p:sp>
        <p:nvSpPr>
          <p:cNvPr id="15" name="Rounded Rectangle 14"/>
          <p:cNvSpPr/>
          <p:nvPr/>
        </p:nvSpPr>
        <p:spPr>
          <a:xfrm>
            <a:off x="777240" y="3054096"/>
            <a:ext cx="438912"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054096"/>
            <a:ext cx="438912" cy="384048"/>
          </a:xfrm>
          <a:prstGeom prst="rect">
            <a:avLst/>
          </a:prstGeom>
          <a:noFill/>
        </p:spPr>
        <p:txBody>
          <a:bodyPr wrap="square" lIns="45720" rIns="45720" anchor="ctr">
            <a:spAutoFit/>
          </a:bodyPr>
          <a:lstStyle/>
          <a:p>
            <a:pPr algn="ctr"/>
            <a:r>
              <a:rPr sz="1100" b="1">
                <a:solidFill>
                  <a:srgbClr val="FFFFFF"/>
                </a:solidFill>
                <a:latin typeface="Arial"/>
              </a:rPr>
              <a:t>3</a:t>
            </a:r>
          </a:p>
        </p:txBody>
      </p:sp>
      <p:sp>
        <p:nvSpPr>
          <p:cNvPr id="17" name="TextBox 16"/>
          <p:cNvSpPr txBox="1"/>
          <p:nvPr/>
        </p:nvSpPr>
        <p:spPr>
          <a:xfrm>
            <a:off x="1353312" y="3035808"/>
            <a:ext cx="3520440" cy="411480"/>
          </a:xfrm>
          <a:prstGeom prst="rect">
            <a:avLst/>
          </a:prstGeom>
          <a:noFill/>
        </p:spPr>
        <p:txBody>
          <a:bodyPr wrap="square" lIns="45720" rIns="45720" anchor="ctr">
            <a:spAutoFit/>
          </a:bodyPr>
          <a:lstStyle/>
          <a:p>
            <a:pPr algn="l"/>
            <a:r>
              <a:rPr sz="1700" b="1">
                <a:solidFill>
                  <a:srgbClr val="1C2530"/>
                </a:solidFill>
                <a:latin typeface="Arial"/>
              </a:rPr>
              <a:t>Lire classe + confiance</a:t>
            </a:r>
          </a:p>
        </p:txBody>
      </p:sp>
      <p:sp>
        <p:nvSpPr>
          <p:cNvPr id="18" name="Rounded Rectangle 17"/>
          <p:cNvSpPr/>
          <p:nvPr/>
        </p:nvSpPr>
        <p:spPr>
          <a:xfrm>
            <a:off x="777240" y="3767328"/>
            <a:ext cx="438912"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767328"/>
            <a:ext cx="438912" cy="384048"/>
          </a:xfrm>
          <a:prstGeom prst="rect">
            <a:avLst/>
          </a:prstGeom>
          <a:noFill/>
        </p:spPr>
        <p:txBody>
          <a:bodyPr wrap="square" lIns="45720" rIns="45720" anchor="ctr">
            <a:spAutoFit/>
          </a:bodyPr>
          <a:lstStyle/>
          <a:p>
            <a:pPr algn="ctr"/>
            <a:r>
              <a:rPr sz="1100" b="1">
                <a:solidFill>
                  <a:srgbClr val="FFFFFF"/>
                </a:solidFill>
                <a:latin typeface="Arial"/>
              </a:rPr>
              <a:t>4</a:t>
            </a:r>
          </a:p>
        </p:txBody>
      </p:sp>
      <p:sp>
        <p:nvSpPr>
          <p:cNvPr id="20" name="TextBox 19"/>
          <p:cNvSpPr txBox="1"/>
          <p:nvPr/>
        </p:nvSpPr>
        <p:spPr>
          <a:xfrm>
            <a:off x="1353312" y="3749040"/>
            <a:ext cx="3520440" cy="411480"/>
          </a:xfrm>
          <a:prstGeom prst="rect">
            <a:avLst/>
          </a:prstGeom>
          <a:noFill/>
        </p:spPr>
        <p:txBody>
          <a:bodyPr wrap="square" lIns="45720" rIns="45720" anchor="ctr">
            <a:spAutoFit/>
          </a:bodyPr>
          <a:lstStyle/>
          <a:p>
            <a:pPr algn="l"/>
            <a:r>
              <a:rPr sz="1700" b="1">
                <a:solidFill>
                  <a:srgbClr val="1C2530"/>
                </a:solidFill>
                <a:latin typeface="Arial"/>
              </a:rPr>
              <a:t>Voir le statut « à revoir »</a:t>
            </a:r>
          </a:p>
        </p:txBody>
      </p:sp>
      <p:sp>
        <p:nvSpPr>
          <p:cNvPr id="21" name="Rounded Rectangle 20"/>
          <p:cNvSpPr/>
          <p:nvPr/>
        </p:nvSpPr>
        <p:spPr>
          <a:xfrm>
            <a:off x="777240" y="4480560"/>
            <a:ext cx="438912" cy="384048"/>
          </a:xfrm>
          <a:prstGeom prst="roundRect">
            <a:avLst>
              <a:gd name="adj" fmla="val 8000"/>
            </a:avLst>
          </a:prstGeom>
          <a:solidFill>
            <a:srgbClr val="0070E6"/>
          </a:solidFill>
          <a:ln>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480560"/>
            <a:ext cx="438912" cy="384048"/>
          </a:xfrm>
          <a:prstGeom prst="rect">
            <a:avLst/>
          </a:prstGeom>
          <a:noFill/>
        </p:spPr>
        <p:txBody>
          <a:bodyPr wrap="square" lIns="45720" rIns="45720" anchor="ctr">
            <a:spAutoFit/>
          </a:bodyPr>
          <a:lstStyle/>
          <a:p>
            <a:pPr algn="ctr"/>
            <a:r>
              <a:rPr sz="1100" b="1">
                <a:solidFill>
                  <a:srgbClr val="FFFFFF"/>
                </a:solidFill>
                <a:latin typeface="Arial"/>
              </a:rPr>
              <a:t>5</a:t>
            </a:r>
          </a:p>
        </p:txBody>
      </p:sp>
      <p:sp>
        <p:nvSpPr>
          <p:cNvPr id="23" name="TextBox 22"/>
          <p:cNvSpPr txBox="1"/>
          <p:nvPr/>
        </p:nvSpPr>
        <p:spPr>
          <a:xfrm>
            <a:off x="1353312" y="4462272"/>
            <a:ext cx="3520440" cy="411480"/>
          </a:xfrm>
          <a:prstGeom prst="rect">
            <a:avLst/>
          </a:prstGeom>
          <a:noFill/>
        </p:spPr>
        <p:txBody>
          <a:bodyPr wrap="square" lIns="45720" rIns="45720" anchor="ctr">
            <a:spAutoFit/>
          </a:bodyPr>
          <a:lstStyle/>
          <a:p>
            <a:pPr algn="l"/>
            <a:r>
              <a:rPr sz="1700" b="1">
                <a:solidFill>
                  <a:srgbClr val="1C2530"/>
                </a:solidFill>
                <a:latin typeface="Arial"/>
              </a:rPr>
              <a:t>Retrouver la trace</a:t>
            </a:r>
          </a:p>
        </p:txBody>
      </p:sp>
      <p:sp>
        <p:nvSpPr>
          <p:cNvPr id="24" name="TextBox 23"/>
          <p:cNvSpPr txBox="1"/>
          <p:nvPr/>
        </p:nvSpPr>
        <p:spPr>
          <a:xfrm>
            <a:off x="777240" y="5230368"/>
            <a:ext cx="4251960" cy="347472"/>
          </a:xfrm>
          <a:prstGeom prst="rect">
            <a:avLst/>
          </a:prstGeom>
          <a:noFill/>
        </p:spPr>
        <p:txBody>
          <a:bodyPr wrap="square" lIns="45720" rIns="45720" anchor="ctr">
            <a:spAutoFit/>
          </a:bodyPr>
          <a:lstStyle/>
          <a:p>
            <a:pPr algn="ctr"/>
            <a:r>
              <a:rPr sz="1300" b="1">
                <a:solidFill>
                  <a:srgbClr val="DA3641"/>
                </a:solidFill>
                <a:latin typeface="Arial"/>
              </a:rPr>
              <a:t>La confiance = probabilité maximale du modèle, pas certitude.</a:t>
            </a:r>
          </a:p>
        </p:txBody>
      </p:sp>
      <p:sp>
        <p:nvSpPr>
          <p:cNvPr id="25" name="Titre 24">
            <a:extLst>
              <a:ext uri="{FF2B5EF4-FFF2-40B4-BE49-F238E27FC236}">
                <a16:creationId xmlns:a16="http://schemas.microsoft.com/office/drawing/2014/main" id="{50041930-18BE-CD4D-A7F8-A70EBD430CE5}"/>
              </a:ext>
            </a:extLst>
          </p:cNvPr>
          <p:cNvSpPr>
            <a:spLocks noGrp="1"/>
          </p:cNvSpPr>
          <p:nvPr>
            <p:ph type="title"/>
          </p:nvPr>
        </p:nvSpPr>
        <p:spPr/>
        <p:txBody>
          <a:bodyPr/>
          <a:lstStyle/>
          <a:p>
            <a:r>
              <a:rPr lang="fr-FR" dirty="0"/>
              <a:t>L’interface du conseiller</a:t>
            </a:r>
          </a:p>
        </p:txBody>
      </p:sp>
      <p:sp>
        <p:nvSpPr>
          <p:cNvPr id="26" name="Espace réservé du texte 25">
            <a:extLst>
              <a:ext uri="{FF2B5EF4-FFF2-40B4-BE49-F238E27FC236}">
                <a16:creationId xmlns:a16="http://schemas.microsoft.com/office/drawing/2014/main" id="{E724979A-8964-95B1-1074-15F6A0017F4A}"/>
              </a:ext>
            </a:extLst>
          </p:cNvPr>
          <p:cNvSpPr>
            <a:spLocks noGrp="1"/>
          </p:cNvSpPr>
          <p:nvPr>
            <p:ph type="body" sz="quarter" idx="10"/>
          </p:nvPr>
        </p:nvSpPr>
        <p:spPr/>
        <p:txBody>
          <a:bodyPr/>
          <a:lstStyle/>
          <a:p>
            <a:endParaRPr lang="fr-F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Feedback </a:t>
            </a:r>
            <a:r>
              <a:rPr dirty="0" err="1"/>
              <a:t>humain</a:t>
            </a:r>
            <a:r>
              <a:rPr dirty="0"/>
              <a:t> et label terrain</a:t>
            </a:r>
          </a:p>
        </p:txBody>
      </p:sp>
      <p:sp>
        <p:nvSpPr>
          <p:cNvPr id="3" name="Text Placeholder 2"/>
          <p:cNvSpPr>
            <a:spLocks noGrp="1"/>
          </p:cNvSpPr>
          <p:nvPr>
            <p:ph type="body" sz="quarter" idx="10"/>
          </p:nvPr>
        </p:nvSpPr>
        <p:spPr/>
        <p:txBody>
          <a:bodyPr/>
          <a:lstStyle/>
          <a:p>
            <a:r>
              <a:t>Ne pas réentraîner comme s’ils mesuraient la même chose</a:t>
            </a:r>
          </a:p>
        </p:txBody>
      </p:sp>
      <p:sp>
        <p:nvSpPr>
          <p:cNvPr id="6" name="Rounded Rectangle 5"/>
          <p:cNvSpPr/>
          <p:nvPr/>
        </p:nvSpPr>
        <p:spPr>
          <a:xfrm>
            <a:off x="640080" y="1371600"/>
            <a:ext cx="5212080" cy="3474720"/>
          </a:xfrm>
          <a:prstGeom prst="roundRect">
            <a:avLst/>
          </a:prstGeom>
          <a:solidFill>
            <a:srgbClr val="EEF5FB"/>
          </a:solidFill>
          <a:ln w="15240">
            <a:solidFill>
              <a:srgbClr val="0070E6"/>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0070E6"/>
                </a:solidFill>
              </a:defRPr>
            </a:pPr>
            <a:r>
              <a:rPr dirty="0">
                <a:latin typeface="+mj-lt"/>
              </a:rPr>
              <a:t>FEEDBACK HUMAIN</a:t>
            </a:r>
            <a:endParaRPr lang="fr-FR" dirty="0">
              <a:latin typeface="+mj-lt"/>
            </a:endParaRPr>
          </a:p>
          <a:p>
            <a:pPr algn="ctr">
              <a:defRPr sz="1600" b="1">
                <a:solidFill>
                  <a:srgbClr val="0070E6"/>
                </a:solidFill>
              </a:defRPr>
            </a:pPr>
            <a:endParaRPr dirty="0"/>
          </a:p>
          <a:p>
            <a:pPr>
              <a:spcAft>
                <a:spcPts val="600"/>
              </a:spcAft>
              <a:defRPr sz="1500">
                <a:solidFill>
                  <a:srgbClr val="1C2530"/>
                </a:solidFill>
              </a:defRPr>
            </a:pPr>
            <a:r>
              <a:rPr dirty="0"/>
              <a:t>• Avis </a:t>
            </a:r>
            <a:r>
              <a:rPr dirty="0" err="1"/>
              <a:t>immédiat</a:t>
            </a:r>
            <a:r>
              <a:rPr dirty="0"/>
              <a:t> du </a:t>
            </a:r>
            <a:r>
              <a:rPr dirty="0" err="1"/>
              <a:t>conseiller</a:t>
            </a:r>
            <a:r>
              <a:rPr dirty="0"/>
              <a:t>.</a:t>
            </a:r>
          </a:p>
          <a:p>
            <a:pPr>
              <a:spcAft>
                <a:spcPts val="600"/>
              </a:spcAft>
              <a:defRPr sz="1500">
                <a:solidFill>
                  <a:srgbClr val="1C2530"/>
                </a:solidFill>
              </a:defRPr>
            </a:pPr>
            <a:r>
              <a:rPr dirty="0"/>
              <a:t>• Annotation </a:t>
            </a:r>
            <a:r>
              <a:rPr dirty="0" err="1"/>
              <a:t>ou</a:t>
            </a:r>
            <a:r>
              <a:rPr dirty="0"/>
              <a:t> correction </a:t>
            </a:r>
            <a:r>
              <a:rPr dirty="0" err="1"/>
              <a:t>opérationnelle</a:t>
            </a:r>
            <a:r>
              <a:rPr dirty="0"/>
              <a:t>.</a:t>
            </a:r>
          </a:p>
          <a:p>
            <a:pPr>
              <a:spcAft>
                <a:spcPts val="600"/>
              </a:spcAft>
              <a:defRPr sz="1500">
                <a:solidFill>
                  <a:srgbClr val="1C2530"/>
                </a:solidFill>
              </a:defRPr>
            </a:pPr>
            <a:r>
              <a:rPr dirty="0"/>
              <a:t>• </a:t>
            </a:r>
            <a:r>
              <a:rPr dirty="0" err="1"/>
              <a:t>Peut</a:t>
            </a:r>
            <a:r>
              <a:rPr dirty="0"/>
              <a:t> </a:t>
            </a:r>
            <a:r>
              <a:rPr dirty="0" err="1"/>
              <a:t>refléter</a:t>
            </a:r>
            <a:r>
              <a:rPr dirty="0"/>
              <a:t> expertise, </a:t>
            </a:r>
            <a:r>
              <a:rPr dirty="0" err="1"/>
              <a:t>règles</a:t>
            </a:r>
            <a:r>
              <a:rPr dirty="0"/>
              <a:t> locales et </a:t>
            </a:r>
            <a:r>
              <a:rPr dirty="0" err="1"/>
              <a:t>biais</a:t>
            </a:r>
            <a:r>
              <a:rPr dirty="0"/>
              <a:t> </a:t>
            </a:r>
            <a:r>
              <a:rPr dirty="0" err="1"/>
              <a:t>humains</a:t>
            </a:r>
            <a:r>
              <a:rPr dirty="0"/>
              <a:t>.</a:t>
            </a:r>
          </a:p>
          <a:p>
            <a:pPr>
              <a:spcAft>
                <a:spcPts val="600"/>
              </a:spcAft>
              <a:defRPr sz="1500">
                <a:solidFill>
                  <a:srgbClr val="1C2530"/>
                </a:solidFill>
              </a:defRPr>
            </a:pPr>
            <a:r>
              <a:rPr dirty="0"/>
              <a:t>• Utile pour </a:t>
            </a:r>
            <a:r>
              <a:rPr dirty="0" err="1"/>
              <a:t>comprendre</a:t>
            </a:r>
            <a:r>
              <a:rPr dirty="0"/>
              <a:t> la revue, pas </a:t>
            </a:r>
            <a:r>
              <a:rPr dirty="0" err="1"/>
              <a:t>comme</a:t>
            </a:r>
            <a:r>
              <a:rPr dirty="0"/>
              <a:t> vérité future </a:t>
            </a:r>
            <a:r>
              <a:rPr dirty="0" err="1"/>
              <a:t>automatique</a:t>
            </a:r>
            <a:r>
              <a:rPr dirty="0"/>
              <a:t>.</a:t>
            </a:r>
          </a:p>
        </p:txBody>
      </p:sp>
      <p:sp>
        <p:nvSpPr>
          <p:cNvPr id="7" name="Rounded Rectangle 6"/>
          <p:cNvSpPr/>
          <p:nvPr/>
        </p:nvSpPr>
        <p:spPr>
          <a:xfrm>
            <a:off x="6126480" y="1371600"/>
            <a:ext cx="5212080" cy="3474720"/>
          </a:xfrm>
          <a:prstGeom prst="roundRect">
            <a:avLst/>
          </a:prstGeom>
          <a:solidFill>
            <a:srgbClr val="FFFFFF"/>
          </a:solidFill>
          <a:ln w="15240">
            <a:solidFill>
              <a:srgbClr val="23925B"/>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23925B"/>
                </a:solidFill>
              </a:defRPr>
            </a:pPr>
            <a:r>
              <a:rPr dirty="0">
                <a:latin typeface="+mj-lt"/>
              </a:rPr>
              <a:t>LABEL TERRAIN</a:t>
            </a:r>
            <a:endParaRPr lang="fr-FR" dirty="0">
              <a:latin typeface="+mj-lt"/>
            </a:endParaRPr>
          </a:p>
          <a:p>
            <a:pPr algn="ctr">
              <a:defRPr sz="1600" b="1">
                <a:solidFill>
                  <a:srgbClr val="23925B"/>
                </a:solidFill>
              </a:defRPr>
            </a:pPr>
            <a:endParaRPr dirty="0"/>
          </a:p>
          <a:p>
            <a:pPr>
              <a:spcAft>
                <a:spcPts val="600"/>
              </a:spcAft>
              <a:defRPr sz="1500">
                <a:solidFill>
                  <a:srgbClr val="1C2530"/>
                </a:solidFill>
              </a:defRPr>
            </a:pPr>
            <a:r>
              <a:rPr dirty="0"/>
              <a:t>• Retour à </a:t>
            </a:r>
            <a:r>
              <a:rPr dirty="0" err="1"/>
              <a:t>l’emploi</a:t>
            </a:r>
            <a:r>
              <a:rPr dirty="0"/>
              <a:t> </a:t>
            </a:r>
            <a:r>
              <a:rPr dirty="0" err="1"/>
              <a:t>réellement</a:t>
            </a:r>
            <a:r>
              <a:rPr dirty="0"/>
              <a:t> </a:t>
            </a:r>
            <a:r>
              <a:rPr dirty="0" err="1"/>
              <a:t>observé</a:t>
            </a:r>
            <a:r>
              <a:rPr dirty="0"/>
              <a:t>.</a:t>
            </a:r>
          </a:p>
          <a:p>
            <a:pPr>
              <a:spcAft>
                <a:spcPts val="600"/>
              </a:spcAft>
              <a:defRPr sz="1500">
                <a:solidFill>
                  <a:srgbClr val="1C2530"/>
                </a:solidFill>
              </a:defRPr>
            </a:pPr>
            <a:r>
              <a:rPr dirty="0"/>
              <a:t>• Label </a:t>
            </a:r>
            <a:r>
              <a:rPr dirty="0" err="1"/>
              <a:t>retardé</a:t>
            </a:r>
            <a:r>
              <a:rPr dirty="0"/>
              <a:t> de 6 à 12 </a:t>
            </a:r>
            <a:r>
              <a:rPr dirty="0" err="1"/>
              <a:t>mois</a:t>
            </a:r>
            <a:r>
              <a:rPr dirty="0"/>
              <a:t>.</a:t>
            </a:r>
          </a:p>
          <a:p>
            <a:pPr>
              <a:spcAft>
                <a:spcPts val="600"/>
              </a:spcAft>
              <a:defRPr sz="1500">
                <a:solidFill>
                  <a:srgbClr val="1C2530"/>
                </a:solidFill>
              </a:defRPr>
            </a:pPr>
            <a:r>
              <a:rPr dirty="0"/>
              <a:t>• </a:t>
            </a:r>
            <a:r>
              <a:rPr dirty="0" err="1"/>
              <a:t>Peut</a:t>
            </a:r>
            <a:r>
              <a:rPr dirty="0"/>
              <a:t> </a:t>
            </a:r>
            <a:r>
              <a:rPr dirty="0" err="1"/>
              <a:t>être</a:t>
            </a:r>
            <a:r>
              <a:rPr dirty="0"/>
              <a:t> </a:t>
            </a:r>
            <a:r>
              <a:rPr dirty="0" err="1"/>
              <a:t>censuré</a:t>
            </a:r>
            <a:r>
              <a:rPr dirty="0"/>
              <a:t> </a:t>
            </a:r>
            <a:r>
              <a:rPr dirty="0" err="1"/>
              <a:t>ou</a:t>
            </a:r>
            <a:r>
              <a:rPr dirty="0"/>
              <a:t> </a:t>
            </a:r>
            <a:r>
              <a:rPr dirty="0" err="1"/>
              <a:t>incomplet</a:t>
            </a:r>
            <a:r>
              <a:rPr dirty="0"/>
              <a:t>.</a:t>
            </a:r>
          </a:p>
          <a:p>
            <a:pPr>
              <a:spcAft>
                <a:spcPts val="600"/>
              </a:spcAft>
              <a:defRPr sz="1500">
                <a:solidFill>
                  <a:srgbClr val="1C2530"/>
                </a:solidFill>
              </a:defRPr>
            </a:pPr>
            <a:r>
              <a:rPr dirty="0"/>
              <a:t>• Source à </a:t>
            </a:r>
            <a:r>
              <a:rPr dirty="0" err="1"/>
              <a:t>définir</a:t>
            </a:r>
            <a:r>
              <a:rPr dirty="0"/>
              <a:t> et </a:t>
            </a:r>
            <a:r>
              <a:rPr dirty="0" err="1"/>
              <a:t>qualité</a:t>
            </a:r>
            <a:r>
              <a:rPr dirty="0"/>
              <a:t> à </a:t>
            </a:r>
            <a:r>
              <a:rPr dirty="0" err="1"/>
              <a:t>contrôler</a:t>
            </a:r>
            <a:r>
              <a:rPr dirty="0"/>
              <a:t> avant </a:t>
            </a:r>
            <a:r>
              <a:rPr dirty="0" err="1"/>
              <a:t>réentraînement</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Biais de sélection du feedback</a:t>
            </a:r>
          </a:p>
        </p:txBody>
      </p:sp>
      <p:sp>
        <p:nvSpPr>
          <p:cNvPr id="3" name="Text Placeholder 2"/>
          <p:cNvSpPr>
            <a:spLocks noGrp="1"/>
          </p:cNvSpPr>
          <p:nvPr>
            <p:ph type="body" sz="quarter" idx="10"/>
          </p:nvPr>
        </p:nvSpPr>
        <p:spPr/>
        <p:txBody>
          <a:bodyPr/>
          <a:lstStyle/>
          <a:p>
            <a:r>
              <a:t>Prévoir une collecte représentative avant toute boucle d’amélioration</a:t>
            </a:r>
          </a:p>
        </p:txBody>
      </p:sp>
      <p:sp>
        <p:nvSpPr>
          <p:cNvPr id="5" name="Rounded Rectangle 4"/>
          <p:cNvSpPr/>
          <p:nvPr/>
        </p:nvSpPr>
        <p:spPr>
          <a:xfrm>
            <a:off x="731520" y="1325880"/>
            <a:ext cx="2971800" cy="914400"/>
          </a:xfrm>
          <a:prstGeom prst="roundRect">
            <a:avLst/>
          </a:prstGeom>
          <a:solidFill>
            <a:srgbClr val="F17E2F"/>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800" b="1">
                <a:solidFill>
                  <a:srgbClr val="FFFFFF"/>
                </a:solidFill>
                <a:latin typeface="Arial"/>
              </a:rPr>
              <a:t>Dossiers surtout</a:t>
            </a:r>
            <a:br/>
            <a:r>
              <a:rPr sz="1800" b="1">
                <a:solidFill>
                  <a:srgbClr val="FFFFFF"/>
                </a:solidFill>
                <a:latin typeface="Arial"/>
              </a:rPr>
              <a:t>incertains / complexes</a:t>
            </a:r>
          </a:p>
        </p:txBody>
      </p:sp>
      <p:sp>
        <p:nvSpPr>
          <p:cNvPr id="6" name="Rounded Rectangle 5"/>
          <p:cNvSpPr/>
          <p:nvPr/>
        </p:nvSpPr>
        <p:spPr>
          <a:xfrm>
            <a:off x="4572000" y="1325880"/>
            <a:ext cx="2971800" cy="914400"/>
          </a:xfrm>
          <a:prstGeom prst="roundRect">
            <a:avLst/>
          </a:prstGeom>
          <a:solidFill>
            <a:srgbClr val="6548AA"/>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800" b="1">
                <a:solidFill>
                  <a:srgbClr val="FFFFFF"/>
                </a:solidFill>
                <a:latin typeface="Arial"/>
              </a:rPr>
              <a:t>Feedback observé</a:t>
            </a:r>
            <a:br/>
            <a:r>
              <a:rPr sz="1800" b="1">
                <a:solidFill>
                  <a:srgbClr val="FFFFFF"/>
                </a:solidFill>
                <a:latin typeface="Arial"/>
              </a:rPr>
              <a:t>non représentatif</a:t>
            </a:r>
          </a:p>
        </p:txBody>
      </p:sp>
      <p:sp>
        <p:nvSpPr>
          <p:cNvPr id="7" name="Rounded Rectangle 6"/>
          <p:cNvSpPr/>
          <p:nvPr/>
        </p:nvSpPr>
        <p:spPr>
          <a:xfrm>
            <a:off x="8412480" y="1325880"/>
            <a:ext cx="2971800" cy="914400"/>
          </a:xfrm>
          <a:prstGeom prst="roundRect">
            <a:avLst/>
          </a:prstGeom>
          <a:solidFill>
            <a:srgbClr val="DA3641"/>
          </a:solidFill>
          <a:ln w="13970">
            <a:solidFill>
              <a:srgbClr val="FFFFFF"/>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ctr"/>
            <a:r>
              <a:rPr sz="1800" b="1">
                <a:solidFill>
                  <a:srgbClr val="FFFFFF"/>
                </a:solidFill>
                <a:latin typeface="Arial"/>
              </a:rPr>
              <a:t>Risque de renforcer</a:t>
            </a:r>
            <a:br/>
            <a:r>
              <a:rPr sz="1800" b="1">
                <a:solidFill>
                  <a:srgbClr val="FFFFFF"/>
                </a:solidFill>
                <a:latin typeface="Arial"/>
              </a:rPr>
              <a:t>le filtre initial</a:t>
            </a:r>
          </a:p>
        </p:txBody>
      </p:sp>
      <p:sp>
        <p:nvSpPr>
          <p:cNvPr id="8" name="Rounded Rectangle 7"/>
          <p:cNvSpPr/>
          <p:nvPr/>
        </p:nvSpPr>
        <p:spPr>
          <a:xfrm>
            <a:off x="1005840" y="2834640"/>
            <a:ext cx="10149840" cy="1828800"/>
          </a:xfrm>
          <a:prstGeom prst="roundRect">
            <a:avLst/>
          </a:prstGeom>
          <a:solidFill>
            <a:srgbClr val="EEF5FB"/>
          </a:solidFill>
          <a:ln w="15240">
            <a:solidFill>
              <a:srgbClr val="0070E6"/>
            </a:solidFill>
          </a:ln>
        </p:spPr>
        <p:style>
          <a:lnRef idx="1">
            <a:schemeClr val="accent1"/>
          </a:lnRef>
          <a:fillRef idx="3">
            <a:schemeClr val="accent1"/>
          </a:fillRef>
          <a:effectRef idx="2">
            <a:schemeClr val="accent1"/>
          </a:effectRef>
          <a:fontRef idx="minor">
            <a:schemeClr val="lt1"/>
          </a:fontRef>
        </p:style>
        <p:txBody>
          <a:bodyPr lIns="182880" tIns="118872" rIns="182880" bIns="118872" rtlCol="0" anchor="ctr"/>
          <a:lstStyle/>
          <a:p>
            <a:pPr algn="ctr">
              <a:defRPr sz="1600" b="1">
                <a:solidFill>
                  <a:srgbClr val="0070E6"/>
                </a:solidFill>
              </a:defRPr>
            </a:pPr>
            <a:r>
              <a:rPr dirty="0"/>
              <a:t>GARDE-FOUS DE COLLECTE</a:t>
            </a:r>
            <a:endParaRPr lang="fr-FR" dirty="0"/>
          </a:p>
          <a:p>
            <a:pPr algn="ctr">
              <a:defRPr sz="1600" b="1">
                <a:solidFill>
                  <a:srgbClr val="0070E6"/>
                </a:solidFill>
              </a:defRPr>
            </a:pPr>
            <a:endParaRPr dirty="0"/>
          </a:p>
          <a:p>
            <a:pPr>
              <a:spcAft>
                <a:spcPts val="600"/>
              </a:spcAft>
              <a:defRPr sz="1500">
                <a:solidFill>
                  <a:srgbClr val="1C2530"/>
                </a:solidFill>
              </a:defRPr>
            </a:pPr>
            <a:r>
              <a:rPr dirty="0"/>
              <a:t>• </a:t>
            </a:r>
            <a:r>
              <a:rPr dirty="0" err="1"/>
              <a:t>Échantillon</a:t>
            </a:r>
            <a:r>
              <a:rPr dirty="0"/>
              <a:t> de </a:t>
            </a:r>
            <a:r>
              <a:rPr dirty="0" err="1"/>
              <a:t>contrôle</a:t>
            </a:r>
            <a:r>
              <a:rPr dirty="0"/>
              <a:t> </a:t>
            </a:r>
            <a:r>
              <a:rPr dirty="0" err="1"/>
              <a:t>parmi</a:t>
            </a:r>
            <a:r>
              <a:rPr dirty="0"/>
              <a:t> les dossiers non </a:t>
            </a:r>
            <a:r>
              <a:rPr dirty="0" err="1"/>
              <a:t>signalés</a:t>
            </a:r>
            <a:r>
              <a:rPr dirty="0"/>
              <a:t>.</a:t>
            </a:r>
          </a:p>
          <a:p>
            <a:pPr>
              <a:spcAft>
                <a:spcPts val="600"/>
              </a:spcAft>
              <a:defRPr sz="1500">
                <a:solidFill>
                  <a:srgbClr val="1C2530"/>
                </a:solidFill>
              </a:defRPr>
            </a:pPr>
            <a:r>
              <a:rPr dirty="0"/>
              <a:t>• </a:t>
            </a:r>
            <a:r>
              <a:rPr dirty="0" err="1"/>
              <a:t>Collecte</a:t>
            </a:r>
            <a:r>
              <a:rPr dirty="0"/>
              <a:t> de labels </a:t>
            </a:r>
            <a:r>
              <a:rPr dirty="0" err="1"/>
              <a:t>selon</a:t>
            </a:r>
            <a:r>
              <a:rPr dirty="0"/>
              <a:t> un plan </a:t>
            </a:r>
            <a:r>
              <a:rPr dirty="0" err="1"/>
              <a:t>représentatif</a:t>
            </a:r>
            <a:r>
              <a:rPr dirty="0"/>
              <a:t>.</a:t>
            </a:r>
          </a:p>
          <a:p>
            <a:pPr>
              <a:spcAft>
                <a:spcPts val="600"/>
              </a:spcAft>
              <a:defRPr sz="1500">
                <a:solidFill>
                  <a:srgbClr val="1C2530"/>
                </a:solidFill>
              </a:defRPr>
            </a:pPr>
            <a:r>
              <a:rPr dirty="0"/>
              <a:t>• Analyses </a:t>
            </a:r>
            <a:r>
              <a:rPr dirty="0" err="1"/>
              <a:t>globales</a:t>
            </a:r>
            <a:r>
              <a:rPr dirty="0"/>
              <a:t> et par </a:t>
            </a:r>
            <a:r>
              <a:rPr dirty="0" err="1"/>
              <a:t>groupes</a:t>
            </a:r>
            <a:r>
              <a:rPr dirty="0"/>
              <a:t> avant </a:t>
            </a:r>
            <a:r>
              <a:rPr dirty="0" err="1"/>
              <a:t>réentraînement</a:t>
            </a:r>
            <a:r>
              <a:rPr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4600786" y="660675"/>
            <a:ext cx="7382199" cy="5536649"/>
          </a:xfrm>
          <a:prstGeom prst="rect">
            <a:avLst/>
          </a:prstGeom>
        </p:spPr>
      </p:pic>
      <p:sp>
        <p:nvSpPr>
          <p:cNvPr id="8" name="TextBox 7"/>
          <p:cNvSpPr txBox="1"/>
          <p:nvPr/>
        </p:nvSpPr>
        <p:spPr>
          <a:xfrm>
            <a:off x="594360" y="1325880"/>
            <a:ext cx="1828800" cy="274320"/>
          </a:xfrm>
          <a:prstGeom prst="rect">
            <a:avLst/>
          </a:prstGeom>
          <a:noFill/>
        </p:spPr>
        <p:txBody>
          <a:bodyPr wrap="square" lIns="45720" rIns="45720" anchor="ctr">
            <a:spAutoFit/>
          </a:bodyPr>
          <a:lstStyle/>
          <a:p>
            <a:pPr algn="l"/>
            <a:r>
              <a:rPr sz="1200" b="1">
                <a:solidFill>
                  <a:srgbClr val="0070E6"/>
                </a:solidFill>
                <a:latin typeface="Arial"/>
              </a:rPr>
              <a:t>ACTIVITÉ</a:t>
            </a:r>
          </a:p>
        </p:txBody>
      </p:sp>
      <p:sp>
        <p:nvSpPr>
          <p:cNvPr id="9" name="TextBox 8"/>
          <p:cNvSpPr txBox="1"/>
          <p:nvPr/>
        </p:nvSpPr>
        <p:spPr>
          <a:xfrm>
            <a:off x="640080" y="1673352"/>
            <a:ext cx="4434840" cy="1005840"/>
          </a:xfrm>
          <a:prstGeom prst="rect">
            <a:avLst/>
          </a:prstGeom>
          <a:noFill/>
        </p:spPr>
        <p:txBody>
          <a:bodyPr wrap="square" lIns="73152" rIns="45720">
            <a:spAutoFit/>
          </a:bodyPr>
          <a:lstStyle/>
          <a:p>
            <a:pPr>
              <a:spcAft>
                <a:spcPts val="300"/>
              </a:spcAft>
              <a:defRPr sz="1400">
                <a:solidFill>
                  <a:srgbClr val="1C2530"/>
                </a:solidFill>
                <a:latin typeface="Arial"/>
              </a:defRPr>
            </a:pPr>
            <a:r>
              <a:t>• volume de prédictions</a:t>
            </a:r>
          </a:p>
          <a:p>
            <a:pPr>
              <a:spcAft>
                <a:spcPts val="300"/>
              </a:spcAft>
              <a:defRPr sz="1400">
                <a:solidFill>
                  <a:srgbClr val="1C2530"/>
                </a:solidFill>
                <a:latin typeface="Arial"/>
              </a:defRPr>
            </a:pPr>
            <a:r>
              <a:t>• classes prédites</a:t>
            </a:r>
          </a:p>
          <a:p>
            <a:pPr>
              <a:spcAft>
                <a:spcPts val="300"/>
              </a:spcAft>
              <a:defRPr sz="1400">
                <a:solidFill>
                  <a:srgbClr val="1C2530"/>
                </a:solidFill>
                <a:latin typeface="Arial"/>
              </a:defRPr>
            </a:pPr>
            <a:r>
              <a:t>• événements de retrain</a:t>
            </a:r>
          </a:p>
        </p:txBody>
      </p:sp>
      <p:sp>
        <p:nvSpPr>
          <p:cNvPr id="10" name="TextBox 9"/>
          <p:cNvSpPr txBox="1"/>
          <p:nvPr/>
        </p:nvSpPr>
        <p:spPr>
          <a:xfrm>
            <a:off x="594360" y="2834639"/>
            <a:ext cx="1828800" cy="274320"/>
          </a:xfrm>
          <a:prstGeom prst="rect">
            <a:avLst/>
          </a:prstGeom>
          <a:noFill/>
        </p:spPr>
        <p:txBody>
          <a:bodyPr wrap="square" lIns="45720" rIns="45720" anchor="ctr">
            <a:spAutoFit/>
          </a:bodyPr>
          <a:lstStyle/>
          <a:p>
            <a:pPr algn="l"/>
            <a:r>
              <a:rPr sz="1200" b="1">
                <a:solidFill>
                  <a:srgbClr val="6548AA"/>
                </a:solidFill>
                <a:latin typeface="Arial"/>
              </a:rPr>
              <a:t>COMPORTEMENT</a:t>
            </a:r>
          </a:p>
        </p:txBody>
      </p:sp>
      <p:sp>
        <p:nvSpPr>
          <p:cNvPr id="11" name="TextBox 10"/>
          <p:cNvSpPr txBox="1"/>
          <p:nvPr/>
        </p:nvSpPr>
        <p:spPr>
          <a:xfrm>
            <a:off x="640080" y="3182111"/>
            <a:ext cx="4434840" cy="1005840"/>
          </a:xfrm>
          <a:prstGeom prst="rect">
            <a:avLst/>
          </a:prstGeom>
          <a:noFill/>
        </p:spPr>
        <p:txBody>
          <a:bodyPr wrap="square" lIns="73152" rIns="45720">
            <a:spAutoFit/>
          </a:bodyPr>
          <a:lstStyle/>
          <a:p>
            <a:pPr>
              <a:spcAft>
                <a:spcPts val="300"/>
              </a:spcAft>
              <a:defRPr sz="1400">
                <a:solidFill>
                  <a:srgbClr val="1C2530"/>
                </a:solidFill>
                <a:latin typeface="Arial"/>
              </a:defRPr>
            </a:pPr>
            <a:r>
              <a:t>• distribution des confiances</a:t>
            </a:r>
          </a:p>
          <a:p>
            <a:pPr>
              <a:spcAft>
                <a:spcPts val="300"/>
              </a:spcAft>
              <a:defRPr sz="1400">
                <a:solidFill>
                  <a:srgbClr val="1C2530"/>
                </a:solidFill>
                <a:latin typeface="Arial"/>
              </a:defRPr>
            </a:pPr>
            <a:r>
              <a:t>• taux d’abstention</a:t>
            </a:r>
          </a:p>
        </p:txBody>
      </p:sp>
      <p:sp>
        <p:nvSpPr>
          <p:cNvPr id="12" name="TextBox 11"/>
          <p:cNvSpPr txBox="1"/>
          <p:nvPr/>
        </p:nvSpPr>
        <p:spPr>
          <a:xfrm>
            <a:off x="594360" y="4089400"/>
            <a:ext cx="1828800" cy="274320"/>
          </a:xfrm>
          <a:prstGeom prst="rect">
            <a:avLst/>
          </a:prstGeom>
          <a:noFill/>
        </p:spPr>
        <p:txBody>
          <a:bodyPr wrap="square" lIns="45720" rIns="45720" anchor="ctr">
            <a:spAutoFit/>
          </a:bodyPr>
          <a:lstStyle/>
          <a:p>
            <a:pPr algn="l"/>
            <a:r>
              <a:rPr sz="1200" b="1">
                <a:solidFill>
                  <a:srgbClr val="23925B"/>
                </a:solidFill>
                <a:latin typeface="Arial"/>
              </a:rPr>
              <a:t>FIABILITÉ</a:t>
            </a:r>
          </a:p>
        </p:txBody>
      </p:sp>
      <p:sp>
        <p:nvSpPr>
          <p:cNvPr id="13" name="TextBox 12"/>
          <p:cNvSpPr txBox="1"/>
          <p:nvPr/>
        </p:nvSpPr>
        <p:spPr>
          <a:xfrm>
            <a:off x="640080" y="4436872"/>
            <a:ext cx="4434840" cy="1005840"/>
          </a:xfrm>
          <a:prstGeom prst="rect">
            <a:avLst/>
          </a:prstGeom>
          <a:noFill/>
        </p:spPr>
        <p:txBody>
          <a:bodyPr wrap="square" lIns="73152" rIns="45720">
            <a:spAutoFit/>
          </a:bodyPr>
          <a:lstStyle/>
          <a:p>
            <a:pPr>
              <a:spcAft>
                <a:spcPts val="300"/>
              </a:spcAft>
              <a:defRPr sz="1400">
                <a:solidFill>
                  <a:srgbClr val="1C2530"/>
                </a:solidFill>
                <a:latin typeface="Arial"/>
              </a:defRPr>
            </a:pPr>
            <a:r>
              <a:t>• latence API</a:t>
            </a:r>
          </a:p>
          <a:p>
            <a:pPr>
              <a:spcAft>
                <a:spcPts val="300"/>
              </a:spcAft>
              <a:defRPr sz="1400">
                <a:solidFill>
                  <a:srgbClr val="1C2530"/>
                </a:solidFill>
                <a:latin typeface="Arial"/>
              </a:defRPr>
            </a:pPr>
            <a:r>
              <a:t>• erreurs HTTP</a:t>
            </a:r>
          </a:p>
          <a:p>
            <a:pPr>
              <a:spcAft>
                <a:spcPts val="300"/>
              </a:spcAft>
              <a:defRPr sz="1400">
                <a:solidFill>
                  <a:srgbClr val="1C2530"/>
                </a:solidFill>
                <a:latin typeface="Arial"/>
              </a:defRPr>
            </a:pPr>
            <a:r>
              <a:t>• disponibilité des cibles</a:t>
            </a:r>
          </a:p>
        </p:txBody>
      </p:sp>
      <p:sp>
        <p:nvSpPr>
          <p:cNvPr id="3" name="Titre 2">
            <a:extLst>
              <a:ext uri="{FF2B5EF4-FFF2-40B4-BE49-F238E27FC236}">
                <a16:creationId xmlns:a16="http://schemas.microsoft.com/office/drawing/2014/main" id="{A064B82E-D986-9F24-5961-20E6B2D4F3C2}"/>
              </a:ext>
            </a:extLst>
          </p:cNvPr>
          <p:cNvSpPr>
            <a:spLocks noGrp="1"/>
          </p:cNvSpPr>
          <p:nvPr>
            <p:ph type="title"/>
          </p:nvPr>
        </p:nvSpPr>
        <p:spPr/>
        <p:txBody>
          <a:bodyPr/>
          <a:lstStyle/>
          <a:p>
            <a:r>
              <a:rPr lang="fr-FR" b="1" dirty="0">
                <a:solidFill>
                  <a:srgbClr val="0073E6"/>
                </a:solidFill>
              </a:rPr>
              <a:t>Le monitoring</a:t>
            </a:r>
            <a:endParaRPr lang="fr-FR" dirty="0">
              <a:solidFill>
                <a:srgbClr val="0073E6"/>
              </a:solidFill>
            </a:endParaRPr>
          </a:p>
        </p:txBody>
      </p:sp>
      <p:sp>
        <p:nvSpPr>
          <p:cNvPr id="4" name="Espace réservé du texte 3">
            <a:extLst>
              <a:ext uri="{FF2B5EF4-FFF2-40B4-BE49-F238E27FC236}">
                <a16:creationId xmlns:a16="http://schemas.microsoft.com/office/drawing/2014/main" id="{FA33B464-FB9F-CF54-019B-F23D9A0381F0}"/>
              </a:ext>
            </a:extLst>
          </p:cNvPr>
          <p:cNvSpPr>
            <a:spLocks noGrp="1"/>
          </p:cNvSpPr>
          <p:nvPr>
            <p:ph type="body" sz="quarter" idx="10"/>
          </p:nvPr>
        </p:nvSpPr>
        <p:spPr/>
        <p:txBody>
          <a:bodyPr/>
          <a:lstStyle/>
          <a:p>
            <a:r>
              <a:rPr lang="fr-FR" dirty="0"/>
              <a:t>Prometheus / </a:t>
            </a:r>
            <a:r>
              <a:rPr lang="fr-FR" dirty="0" err="1"/>
              <a:t>Grafana</a:t>
            </a:r>
            <a:endParaRPr lang="fr-F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4709160" y="1359199"/>
            <a:ext cx="7371900" cy="4502103"/>
          </a:xfrm>
          <a:prstGeom prst="rect">
            <a:avLst/>
          </a:prstGeom>
        </p:spPr>
      </p:pic>
      <p:sp>
        <p:nvSpPr>
          <p:cNvPr id="8" name="Rounded Rectangle 7"/>
          <p:cNvSpPr/>
          <p:nvPr/>
        </p:nvSpPr>
        <p:spPr>
          <a:xfrm>
            <a:off x="502920" y="1417320"/>
            <a:ext cx="3840480" cy="4160520"/>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23754"/>
            <a:ext cx="3291840" cy="292388"/>
          </a:xfrm>
          <a:prstGeom prst="rect">
            <a:avLst/>
          </a:prstGeom>
          <a:noFill/>
        </p:spPr>
        <p:txBody>
          <a:bodyPr wrap="square" lIns="45720" rIns="45720" anchor="ctr">
            <a:spAutoFit/>
          </a:bodyPr>
          <a:lstStyle/>
          <a:p>
            <a:pPr algn="ctr"/>
            <a:r>
              <a:rPr sz="1300" b="1" dirty="0">
                <a:solidFill>
                  <a:srgbClr val="6548AA"/>
                </a:solidFill>
                <a:latin typeface="+mj-lt"/>
              </a:rPr>
              <a:t>POUR RECONSTRUIRE </a:t>
            </a:r>
            <a:r>
              <a:rPr lang="fr-FR" sz="1300" b="1" dirty="0">
                <a:solidFill>
                  <a:srgbClr val="6548AA"/>
                </a:solidFill>
                <a:latin typeface="+mj-lt"/>
              </a:rPr>
              <a:t>L’HISTORIQUE</a:t>
            </a:r>
            <a:endParaRPr sz="1300" b="1" dirty="0">
              <a:solidFill>
                <a:srgbClr val="6548AA"/>
              </a:solidFill>
              <a:latin typeface="+mj-lt"/>
            </a:endParaRPr>
          </a:p>
        </p:txBody>
      </p:sp>
      <p:sp>
        <p:nvSpPr>
          <p:cNvPr id="10" name="TextBox 9"/>
          <p:cNvSpPr txBox="1"/>
          <p:nvPr/>
        </p:nvSpPr>
        <p:spPr>
          <a:xfrm>
            <a:off x="868680" y="2249424"/>
            <a:ext cx="3108960" cy="2560320"/>
          </a:xfrm>
          <a:prstGeom prst="rect">
            <a:avLst/>
          </a:prstGeom>
          <a:noFill/>
        </p:spPr>
        <p:txBody>
          <a:bodyPr wrap="square" lIns="73152" rIns="45720">
            <a:spAutoFit/>
          </a:bodyPr>
          <a:lstStyle/>
          <a:p>
            <a:pPr>
              <a:spcAft>
                <a:spcPts val="900"/>
              </a:spcAft>
              <a:defRPr sz="1500">
                <a:solidFill>
                  <a:srgbClr val="1C2530"/>
                </a:solidFill>
                <a:latin typeface="Arial"/>
              </a:defRPr>
            </a:pPr>
            <a:r>
              <a:t>• paramètres d’entraînement</a:t>
            </a:r>
          </a:p>
          <a:p>
            <a:pPr>
              <a:spcAft>
                <a:spcPts val="900"/>
              </a:spcAft>
              <a:defRPr sz="1500">
                <a:solidFill>
                  <a:srgbClr val="1C2530"/>
                </a:solidFill>
                <a:latin typeface="Arial"/>
              </a:defRPr>
            </a:pPr>
            <a:r>
              <a:t>• métriques</a:t>
            </a:r>
          </a:p>
          <a:p>
            <a:pPr>
              <a:spcAft>
                <a:spcPts val="900"/>
              </a:spcAft>
              <a:defRPr sz="1500">
                <a:solidFill>
                  <a:srgbClr val="1C2530"/>
                </a:solidFill>
                <a:latin typeface="Arial"/>
              </a:defRPr>
            </a:pPr>
            <a:r>
              <a:t>• features utilisées</a:t>
            </a:r>
          </a:p>
          <a:p>
            <a:pPr>
              <a:spcAft>
                <a:spcPts val="900"/>
              </a:spcAft>
              <a:defRPr sz="1500">
                <a:solidFill>
                  <a:srgbClr val="1C2530"/>
                </a:solidFill>
                <a:latin typeface="Arial"/>
              </a:defRPr>
            </a:pPr>
            <a:r>
              <a:t>• artefacts du modèle</a:t>
            </a:r>
          </a:p>
          <a:p>
            <a:pPr>
              <a:spcAft>
                <a:spcPts val="900"/>
              </a:spcAft>
              <a:defRPr sz="1500">
                <a:solidFill>
                  <a:srgbClr val="1C2530"/>
                </a:solidFill>
                <a:latin typeface="Arial"/>
              </a:defRPr>
            </a:pPr>
            <a:r>
              <a:t>• identifiant du run</a:t>
            </a:r>
          </a:p>
          <a:p>
            <a:pPr>
              <a:spcAft>
                <a:spcPts val="900"/>
              </a:spcAft>
              <a:defRPr sz="1500">
                <a:solidFill>
                  <a:srgbClr val="1C2530"/>
                </a:solidFill>
                <a:latin typeface="Arial"/>
              </a:defRPr>
            </a:pPr>
            <a:r>
              <a:t>• décision de promotion ou rejet</a:t>
            </a:r>
          </a:p>
        </p:txBody>
      </p:sp>
      <p:sp>
        <p:nvSpPr>
          <p:cNvPr id="11" name="Rounded Rectangle 10"/>
          <p:cNvSpPr/>
          <p:nvPr/>
        </p:nvSpPr>
        <p:spPr>
          <a:xfrm>
            <a:off x="1143000" y="4956048"/>
            <a:ext cx="2560320" cy="384048"/>
          </a:xfrm>
          <a:prstGeom prst="roundRect">
            <a:avLst>
              <a:gd name="adj" fmla="val 8000"/>
            </a:avLst>
          </a:prstGeom>
          <a:solidFill>
            <a:srgbClr val="DA3641"/>
          </a:solidFill>
          <a:ln>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4956048"/>
            <a:ext cx="2560320" cy="384048"/>
          </a:xfrm>
          <a:prstGeom prst="rect">
            <a:avLst/>
          </a:prstGeom>
          <a:noFill/>
        </p:spPr>
        <p:txBody>
          <a:bodyPr wrap="square" lIns="45720" rIns="45720" anchor="ctr">
            <a:spAutoFit/>
          </a:bodyPr>
          <a:lstStyle/>
          <a:p>
            <a:pPr algn="ctr"/>
            <a:r>
              <a:rPr sz="1300" b="1">
                <a:solidFill>
                  <a:srgbClr val="FFFFFF"/>
                </a:solidFill>
                <a:latin typeface="Arial"/>
              </a:rPr>
              <a:t>FINISHED ≠ PROMU</a:t>
            </a:r>
          </a:p>
        </p:txBody>
      </p:sp>
      <p:sp>
        <p:nvSpPr>
          <p:cNvPr id="3" name="Titre 2">
            <a:extLst>
              <a:ext uri="{FF2B5EF4-FFF2-40B4-BE49-F238E27FC236}">
                <a16:creationId xmlns:a16="http://schemas.microsoft.com/office/drawing/2014/main" id="{AEF84813-B459-5D89-8008-5D2D25C0470C}"/>
              </a:ext>
            </a:extLst>
          </p:cNvPr>
          <p:cNvSpPr>
            <a:spLocks noGrp="1"/>
          </p:cNvSpPr>
          <p:nvPr>
            <p:ph type="title"/>
          </p:nvPr>
        </p:nvSpPr>
        <p:spPr/>
        <p:txBody>
          <a:bodyPr/>
          <a:lstStyle/>
          <a:p>
            <a:r>
              <a:rPr lang="fr-FR" b="1" dirty="0" err="1">
                <a:solidFill>
                  <a:srgbClr val="0073E6"/>
                </a:solidFill>
              </a:rPr>
              <a:t>MLflow</a:t>
            </a:r>
            <a:r>
              <a:rPr lang="fr-FR" b="1" dirty="0">
                <a:solidFill>
                  <a:srgbClr val="0073E6"/>
                </a:solidFill>
              </a:rPr>
              <a:t> documente un candidat</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6F270F01-395F-30F5-B9D9-DBE720507431}"/>
              </a:ext>
            </a:extLst>
          </p:cNvPr>
          <p:cNvSpPr>
            <a:spLocks noGrp="1"/>
          </p:cNvSpPr>
          <p:nvPr>
            <p:ph type="body" sz="quarter" idx="10"/>
          </p:nvPr>
        </p:nvSpPr>
        <p:spPr/>
        <p:txBody>
          <a:bodyPr/>
          <a:lstStyle/>
          <a:p>
            <a:r>
              <a:rPr lang="fr-FR" dirty="0">
                <a:solidFill>
                  <a:srgbClr val="00005C"/>
                </a:solidFill>
              </a:rPr>
              <a:t>Un run terminé peut encore être rejeté</a:t>
            </a:r>
          </a:p>
          <a:p>
            <a:endParaRPr lang="fr-FR" dirty="0">
              <a:solidFill>
                <a:srgbClr val="00005C"/>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74320" y="2257283"/>
            <a:ext cx="1920240" cy="68580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394443"/>
            <a:ext cx="1737360" cy="365760"/>
          </a:xfrm>
          <a:prstGeom prst="rect">
            <a:avLst/>
          </a:prstGeom>
          <a:noFill/>
        </p:spPr>
        <p:txBody>
          <a:bodyPr wrap="square" lIns="45720" rIns="45720" anchor="ctr">
            <a:spAutoFit/>
          </a:bodyPr>
          <a:lstStyle/>
          <a:p>
            <a:pPr algn="ctr"/>
            <a:r>
              <a:rPr sz="1400" b="1">
                <a:solidFill>
                  <a:srgbClr val="0070E6"/>
                </a:solidFill>
                <a:latin typeface="Arial"/>
              </a:rPr>
              <a:t>Prédiction</a:t>
            </a:r>
          </a:p>
        </p:txBody>
      </p:sp>
      <p:cxnSp>
        <p:nvCxnSpPr>
          <p:cNvPr id="9" name="Connector 8"/>
          <p:cNvCxnSpPr/>
          <p:nvPr/>
        </p:nvCxnSpPr>
        <p:spPr>
          <a:xfrm>
            <a:off x="2194560" y="2604755"/>
            <a:ext cx="36576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39" y="2257283"/>
            <a:ext cx="1920240" cy="685800"/>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97480" y="2394443"/>
            <a:ext cx="1737360" cy="365760"/>
          </a:xfrm>
          <a:prstGeom prst="rect">
            <a:avLst/>
          </a:prstGeom>
          <a:noFill/>
        </p:spPr>
        <p:txBody>
          <a:bodyPr wrap="square" lIns="45720" rIns="45720" anchor="ctr">
            <a:spAutoFit/>
          </a:bodyPr>
          <a:lstStyle/>
          <a:p>
            <a:pPr algn="ctr"/>
            <a:r>
              <a:rPr sz="1400" b="1">
                <a:solidFill>
                  <a:srgbClr val="F17E2F"/>
                </a:solidFill>
                <a:latin typeface="Arial"/>
              </a:rPr>
              <a:t>Feedback</a:t>
            </a:r>
          </a:p>
        </p:txBody>
      </p:sp>
      <p:cxnSp>
        <p:nvCxnSpPr>
          <p:cNvPr id="12" name="Connector 11"/>
          <p:cNvCxnSpPr/>
          <p:nvPr/>
        </p:nvCxnSpPr>
        <p:spPr>
          <a:xfrm>
            <a:off x="4526280" y="2604755"/>
            <a:ext cx="365759"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937760" y="2257283"/>
            <a:ext cx="1920240" cy="685800"/>
          </a:xfrm>
          <a:prstGeom prst="roundRect">
            <a:avLst>
              <a:gd name="adj" fmla="val 8000"/>
            </a:avLst>
          </a:prstGeom>
          <a:solidFill>
            <a:srgbClr val="FFFFFF"/>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2394443"/>
            <a:ext cx="1737360" cy="365760"/>
          </a:xfrm>
          <a:prstGeom prst="rect">
            <a:avLst/>
          </a:prstGeom>
          <a:noFill/>
        </p:spPr>
        <p:txBody>
          <a:bodyPr wrap="square" lIns="45720" rIns="45720" anchor="ctr">
            <a:spAutoFit/>
          </a:bodyPr>
          <a:lstStyle/>
          <a:p>
            <a:pPr algn="ctr"/>
            <a:r>
              <a:rPr sz="1400" b="1">
                <a:solidFill>
                  <a:srgbClr val="23925B"/>
                </a:solidFill>
                <a:latin typeface="Arial"/>
              </a:rPr>
              <a:t>Retrain</a:t>
            </a:r>
          </a:p>
        </p:txBody>
      </p:sp>
      <p:cxnSp>
        <p:nvCxnSpPr>
          <p:cNvPr id="15" name="Connector 14"/>
          <p:cNvCxnSpPr/>
          <p:nvPr/>
        </p:nvCxnSpPr>
        <p:spPr>
          <a:xfrm>
            <a:off x="6858000" y="2604755"/>
            <a:ext cx="36576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269479" y="2257283"/>
            <a:ext cx="1920240" cy="685800"/>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60919" y="2394443"/>
            <a:ext cx="1737360" cy="365760"/>
          </a:xfrm>
          <a:prstGeom prst="rect">
            <a:avLst/>
          </a:prstGeom>
          <a:noFill/>
        </p:spPr>
        <p:txBody>
          <a:bodyPr wrap="square" lIns="45720" rIns="45720" anchor="ctr">
            <a:spAutoFit/>
          </a:bodyPr>
          <a:lstStyle/>
          <a:p>
            <a:pPr algn="ctr"/>
            <a:r>
              <a:rPr sz="1400" b="1">
                <a:solidFill>
                  <a:srgbClr val="6548AA"/>
                </a:solidFill>
                <a:latin typeface="Arial"/>
              </a:rPr>
              <a:t>Comparer</a:t>
            </a:r>
          </a:p>
        </p:txBody>
      </p:sp>
      <p:cxnSp>
        <p:nvCxnSpPr>
          <p:cNvPr id="18" name="Connector 17"/>
          <p:cNvCxnSpPr/>
          <p:nvPr/>
        </p:nvCxnSpPr>
        <p:spPr>
          <a:xfrm>
            <a:off x="9189719" y="2604755"/>
            <a:ext cx="36576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01200" y="2257283"/>
            <a:ext cx="1920240" cy="685800"/>
          </a:xfrm>
          <a:prstGeom prst="roundRect">
            <a:avLst>
              <a:gd name="adj" fmla="val 8000"/>
            </a:avLst>
          </a:prstGeom>
          <a:solidFill>
            <a:srgbClr val="FFFFFF"/>
          </a:solidFill>
          <a:ln w="12700">
            <a:solidFill>
              <a:srgbClr val="001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92640" y="2394443"/>
            <a:ext cx="1737360" cy="365760"/>
          </a:xfrm>
          <a:prstGeom prst="rect">
            <a:avLst/>
          </a:prstGeom>
          <a:noFill/>
        </p:spPr>
        <p:txBody>
          <a:bodyPr wrap="square" lIns="45720" rIns="45720" anchor="ctr">
            <a:spAutoFit/>
          </a:bodyPr>
          <a:lstStyle/>
          <a:p>
            <a:pPr algn="ctr"/>
            <a:r>
              <a:rPr sz="1400" b="1">
                <a:solidFill>
                  <a:srgbClr val="00125B"/>
                </a:solidFill>
                <a:latin typeface="Arial"/>
              </a:rPr>
              <a:t>Promouvoir
ou rejeter</a:t>
            </a:r>
          </a:p>
        </p:txBody>
      </p:sp>
      <p:sp>
        <p:nvSpPr>
          <p:cNvPr id="21" name="TextBox 20"/>
          <p:cNvSpPr txBox="1"/>
          <p:nvPr/>
        </p:nvSpPr>
        <p:spPr>
          <a:xfrm>
            <a:off x="274320" y="1920242"/>
            <a:ext cx="1508760" cy="219456"/>
          </a:xfrm>
          <a:prstGeom prst="rect">
            <a:avLst/>
          </a:prstGeom>
          <a:noFill/>
        </p:spPr>
        <p:txBody>
          <a:bodyPr wrap="square" lIns="45720" rIns="45720" anchor="ctr">
            <a:spAutoFit/>
          </a:bodyPr>
          <a:lstStyle/>
          <a:p>
            <a:pPr algn="l"/>
            <a:r>
              <a:rPr sz="1000" b="1">
                <a:solidFill>
                  <a:srgbClr val="5C6974"/>
                </a:solidFill>
                <a:latin typeface="Arial"/>
              </a:rPr>
              <a:t>CYCLE GÉNÉRAL</a:t>
            </a:r>
          </a:p>
        </p:txBody>
      </p:sp>
      <p:pic>
        <p:nvPicPr>
          <p:cNvPr id="22" name="Picture 21" descr="image.png"/>
          <p:cNvPicPr>
            <a:picLocks noChangeAspect="1"/>
          </p:cNvPicPr>
          <p:nvPr/>
        </p:nvPicPr>
        <p:blipFill>
          <a:blip r:embed="rId3"/>
          <a:stretch>
            <a:fillRect/>
          </a:stretch>
        </p:blipFill>
        <p:spPr>
          <a:xfrm>
            <a:off x="342900" y="3608670"/>
            <a:ext cx="11109960" cy="1773985"/>
          </a:xfrm>
          <a:prstGeom prst="rect">
            <a:avLst/>
          </a:prstGeom>
        </p:spPr>
      </p:pic>
      <p:sp>
        <p:nvSpPr>
          <p:cNvPr id="3" name="Titre 2">
            <a:extLst>
              <a:ext uri="{FF2B5EF4-FFF2-40B4-BE49-F238E27FC236}">
                <a16:creationId xmlns:a16="http://schemas.microsoft.com/office/drawing/2014/main" id="{350862A7-7F0A-66BB-53F5-678F694DCAA2}"/>
              </a:ext>
            </a:extLst>
          </p:cNvPr>
          <p:cNvSpPr>
            <a:spLocks noGrp="1"/>
          </p:cNvSpPr>
          <p:nvPr>
            <p:ph type="title"/>
          </p:nvPr>
        </p:nvSpPr>
        <p:spPr/>
        <p:txBody>
          <a:bodyPr/>
          <a:lstStyle/>
          <a:p>
            <a:r>
              <a:rPr lang="fr-FR" b="1" dirty="0">
                <a:solidFill>
                  <a:srgbClr val="0073E6"/>
                </a:solidFill>
              </a:rPr>
              <a:t>Cycle général de réentrainement </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9BBF2427-AC57-A316-A75C-EDD9A7EE3FF7}"/>
              </a:ext>
            </a:extLst>
          </p:cNvPr>
          <p:cNvSpPr>
            <a:spLocks noGrp="1"/>
          </p:cNvSpPr>
          <p:nvPr>
            <p:ph type="body" sz="quarter" idx="10"/>
          </p:nvPr>
        </p:nvSpPr>
        <p:spPr/>
        <p:txBody>
          <a:bodyPr/>
          <a:lstStyle/>
          <a:p>
            <a:r>
              <a:rPr lang="fr-FR" dirty="0">
                <a:solidFill>
                  <a:srgbClr val="00005C"/>
                </a:solidFill>
              </a:rPr>
              <a:t>la capture indique des feedbacks insuffisants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4709160" y="1774319"/>
            <a:ext cx="6629400" cy="3766560"/>
          </a:xfrm>
          <a:prstGeom prst="rect">
            <a:avLst/>
          </a:prstGeom>
        </p:spPr>
      </p:pic>
      <p:sp>
        <p:nvSpPr>
          <p:cNvPr id="8" name="Rounded Rectangle 7"/>
          <p:cNvSpPr/>
          <p:nvPr/>
        </p:nvSpPr>
        <p:spPr>
          <a:xfrm>
            <a:off x="502920" y="1353312"/>
            <a:ext cx="3749039" cy="443484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641458"/>
            <a:ext cx="3200400" cy="292388"/>
          </a:xfrm>
          <a:prstGeom prst="rect">
            <a:avLst/>
          </a:prstGeom>
          <a:noFill/>
        </p:spPr>
        <p:txBody>
          <a:bodyPr wrap="square" lIns="45720" rIns="45720" anchor="ctr">
            <a:spAutoFit/>
          </a:bodyPr>
          <a:lstStyle/>
          <a:p>
            <a:pPr algn="ctr"/>
            <a:r>
              <a:rPr lang="fr-FR" sz="1300" b="1" dirty="0">
                <a:solidFill>
                  <a:srgbClr val="0070E6"/>
                </a:solidFill>
                <a:latin typeface="Arial"/>
              </a:rPr>
              <a:t>Capture docker</a:t>
            </a:r>
            <a:endParaRPr sz="1300" b="1" dirty="0">
              <a:solidFill>
                <a:srgbClr val="0070E6"/>
              </a:solidFill>
              <a:latin typeface="Arial"/>
            </a:endParaRPr>
          </a:p>
        </p:txBody>
      </p:sp>
      <p:sp>
        <p:nvSpPr>
          <p:cNvPr id="10" name="TextBox 9"/>
          <p:cNvSpPr txBox="1"/>
          <p:nvPr/>
        </p:nvSpPr>
        <p:spPr>
          <a:xfrm>
            <a:off x="868680" y="2194560"/>
            <a:ext cx="2971800" cy="1965960"/>
          </a:xfrm>
          <a:prstGeom prst="rect">
            <a:avLst/>
          </a:prstGeom>
          <a:noFill/>
        </p:spPr>
        <p:txBody>
          <a:bodyPr wrap="square" lIns="73152" rIns="45720">
            <a:spAutoFit/>
          </a:bodyPr>
          <a:lstStyle/>
          <a:p>
            <a:pPr>
              <a:spcAft>
                <a:spcPts val="1000"/>
              </a:spcAft>
              <a:defRPr sz="1600">
                <a:solidFill>
                  <a:srgbClr val="1C2530"/>
                </a:solidFill>
                <a:latin typeface="Arial"/>
              </a:defRPr>
            </a:pPr>
            <a:r>
              <a:t>• images construites</a:t>
            </a:r>
          </a:p>
          <a:p>
            <a:pPr>
              <a:spcAft>
                <a:spcPts val="1000"/>
              </a:spcAft>
              <a:defRPr sz="1600">
                <a:solidFill>
                  <a:srgbClr val="1C2530"/>
                </a:solidFill>
                <a:latin typeface="Arial"/>
              </a:defRPr>
            </a:pPr>
            <a:r>
              <a:t>• services exportés / démarrés</a:t>
            </a:r>
          </a:p>
          <a:p>
            <a:pPr>
              <a:spcAft>
                <a:spcPts val="1000"/>
              </a:spcAft>
              <a:defRPr sz="1600">
                <a:solidFill>
                  <a:srgbClr val="1C2530"/>
                </a:solidFill>
                <a:latin typeface="Arial"/>
              </a:defRPr>
            </a:pPr>
            <a:r>
              <a:t>• API, MLflow et retrain packagés</a:t>
            </a:r>
          </a:p>
          <a:p>
            <a:pPr>
              <a:spcAft>
                <a:spcPts val="1000"/>
              </a:spcAft>
              <a:defRPr sz="1600">
                <a:solidFill>
                  <a:srgbClr val="1C2530"/>
                </a:solidFill>
                <a:latin typeface="Arial"/>
              </a:defRPr>
            </a:pPr>
            <a:r>
              <a:t>• orchestration locale reproductible</a:t>
            </a:r>
          </a:p>
        </p:txBody>
      </p:sp>
      <p:sp>
        <p:nvSpPr>
          <p:cNvPr id="11" name="Rounded Rectangle 10"/>
          <p:cNvSpPr/>
          <p:nvPr/>
        </p:nvSpPr>
        <p:spPr>
          <a:xfrm>
            <a:off x="822960" y="4526280"/>
            <a:ext cx="3108960" cy="77724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636008"/>
            <a:ext cx="2834640" cy="530352"/>
          </a:xfrm>
          <a:prstGeom prst="rect">
            <a:avLst/>
          </a:prstGeom>
          <a:noFill/>
        </p:spPr>
        <p:txBody>
          <a:bodyPr wrap="square" lIns="45720" rIns="45720" anchor="ctr">
            <a:spAutoFit/>
          </a:bodyPr>
          <a:lstStyle/>
          <a:p>
            <a:pPr algn="ctr"/>
            <a:r>
              <a:rPr sz="1400" b="1">
                <a:solidFill>
                  <a:srgbClr val="DA3641"/>
                </a:solidFill>
                <a:latin typeface="Arial"/>
              </a:rPr>
              <a:t>Ne prouve pas un déploiement réel
ni un dimensionnement cible.</a:t>
            </a:r>
          </a:p>
        </p:txBody>
      </p:sp>
      <p:sp>
        <p:nvSpPr>
          <p:cNvPr id="3" name="Titre 2">
            <a:extLst>
              <a:ext uri="{FF2B5EF4-FFF2-40B4-BE49-F238E27FC236}">
                <a16:creationId xmlns:a16="http://schemas.microsoft.com/office/drawing/2014/main" id="{40B4B417-6E12-0523-64B5-24379A930846}"/>
              </a:ext>
            </a:extLst>
          </p:cNvPr>
          <p:cNvSpPr>
            <a:spLocks noGrp="1"/>
          </p:cNvSpPr>
          <p:nvPr>
            <p:ph type="title"/>
          </p:nvPr>
        </p:nvSpPr>
        <p:spPr/>
        <p:txBody>
          <a:bodyPr/>
          <a:lstStyle/>
          <a:p>
            <a:r>
              <a:rPr lang="fr-FR" b="1" dirty="0">
                <a:solidFill>
                  <a:srgbClr val="0073E6"/>
                </a:solidFill>
              </a:rPr>
              <a:t>Docker</a:t>
            </a:r>
            <a:endParaRPr lang="fr-FR" dirty="0">
              <a:solidFill>
                <a:srgbClr val="0073E6"/>
              </a:solidFill>
            </a:endParaRPr>
          </a:p>
        </p:txBody>
      </p:sp>
      <p:sp>
        <p:nvSpPr>
          <p:cNvPr id="4" name="Espace réservé du texte 3">
            <a:extLst>
              <a:ext uri="{FF2B5EF4-FFF2-40B4-BE49-F238E27FC236}">
                <a16:creationId xmlns:a16="http://schemas.microsoft.com/office/drawing/2014/main" id="{2F67B429-EA44-5D39-375F-5312A3912F85}"/>
              </a:ext>
            </a:extLst>
          </p:cNvPr>
          <p:cNvSpPr>
            <a:spLocks noGrp="1"/>
          </p:cNvSpPr>
          <p:nvPr>
            <p:ph type="body" sz="quarter" idx="10"/>
          </p:nvPr>
        </p:nvSpPr>
        <p:spPr/>
        <p:txBody>
          <a:bodyPr/>
          <a:lstStyle/>
          <a:p>
            <a:r>
              <a:rPr lang="fr-FR" dirty="0"/>
              <a:t>Orchestration et images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43321DE-92AA-B545-5917-BEC01D3277D9}"/>
            </a:ext>
          </a:extLst>
        </p:cNvPr>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1748080" y="2788920"/>
            <a:ext cx="8573919" cy="2971800"/>
          </a:xfrm>
          <a:prstGeom prst="rect">
            <a:avLst/>
          </a:prstGeom>
        </p:spPr>
      </p:pic>
      <p:sp>
        <p:nvSpPr>
          <p:cNvPr id="8" name="Rounded Rectangle 7"/>
          <p:cNvSpPr/>
          <p:nvPr/>
        </p:nvSpPr>
        <p:spPr>
          <a:xfrm>
            <a:off x="411480" y="1325880"/>
            <a:ext cx="1874519" cy="68580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 y="1472184"/>
            <a:ext cx="1655064" cy="347472"/>
          </a:xfrm>
          <a:prstGeom prst="rect">
            <a:avLst/>
          </a:prstGeom>
          <a:noFill/>
        </p:spPr>
        <p:txBody>
          <a:bodyPr wrap="square" lIns="45720" rIns="45720" anchor="ctr">
            <a:spAutoFit/>
          </a:bodyPr>
          <a:lstStyle/>
          <a:p>
            <a:pPr algn="ctr"/>
            <a:r>
              <a:rPr sz="1300" b="1">
                <a:solidFill>
                  <a:srgbClr val="0070E6"/>
                </a:solidFill>
                <a:latin typeface="Arial"/>
              </a:rPr>
              <a:t>Tests + qualité</a:t>
            </a:r>
          </a:p>
        </p:txBody>
      </p:sp>
      <p:cxnSp>
        <p:nvCxnSpPr>
          <p:cNvPr id="10" name="Connector 9"/>
          <p:cNvCxnSpPr/>
          <p:nvPr/>
        </p:nvCxnSpPr>
        <p:spPr>
          <a:xfrm>
            <a:off x="2286000" y="166420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200" y="1325880"/>
            <a:ext cx="1874519" cy="685800"/>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52928" y="1472184"/>
            <a:ext cx="1655064" cy="347472"/>
          </a:xfrm>
          <a:prstGeom prst="rect">
            <a:avLst/>
          </a:prstGeom>
          <a:noFill/>
        </p:spPr>
        <p:txBody>
          <a:bodyPr wrap="square" lIns="45720" rIns="45720" anchor="ctr">
            <a:spAutoFit/>
          </a:bodyPr>
          <a:lstStyle/>
          <a:p>
            <a:pPr algn="ctr"/>
            <a:r>
              <a:rPr sz="1300" b="1">
                <a:solidFill>
                  <a:srgbClr val="6548AA"/>
                </a:solidFill>
                <a:latin typeface="Arial"/>
              </a:rPr>
              <a:t>Train smoke</a:t>
            </a:r>
          </a:p>
        </p:txBody>
      </p:sp>
      <p:cxnSp>
        <p:nvCxnSpPr>
          <p:cNvPr id="13" name="Connector 12"/>
          <p:cNvCxnSpPr/>
          <p:nvPr/>
        </p:nvCxnSpPr>
        <p:spPr>
          <a:xfrm>
            <a:off x="4617720" y="166420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74920" y="1325880"/>
            <a:ext cx="1874519" cy="685800"/>
          </a:xfrm>
          <a:prstGeom prst="roundRect">
            <a:avLst>
              <a:gd name="adj" fmla="val 8000"/>
            </a:avLst>
          </a:prstGeom>
          <a:solidFill>
            <a:srgbClr val="FFFFFF"/>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84648" y="1472184"/>
            <a:ext cx="1655064" cy="347472"/>
          </a:xfrm>
          <a:prstGeom prst="rect">
            <a:avLst/>
          </a:prstGeom>
          <a:noFill/>
        </p:spPr>
        <p:txBody>
          <a:bodyPr wrap="square" lIns="45720" rIns="45720" anchor="ctr">
            <a:spAutoFit/>
          </a:bodyPr>
          <a:lstStyle/>
          <a:p>
            <a:pPr algn="ctr"/>
            <a:r>
              <a:rPr sz="1300" b="1">
                <a:solidFill>
                  <a:srgbClr val="37BEEB"/>
                </a:solidFill>
                <a:latin typeface="Arial"/>
              </a:rPr>
              <a:t>Build Docker</a:t>
            </a:r>
          </a:p>
        </p:txBody>
      </p:sp>
      <p:cxnSp>
        <p:nvCxnSpPr>
          <p:cNvPr id="16" name="Connector 15"/>
          <p:cNvCxnSpPr/>
          <p:nvPr/>
        </p:nvCxnSpPr>
        <p:spPr>
          <a:xfrm>
            <a:off x="6949440" y="1664208"/>
            <a:ext cx="411480"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06640" y="1325880"/>
            <a:ext cx="1874519" cy="685800"/>
          </a:xfrm>
          <a:prstGeom prst="roundRect">
            <a:avLst>
              <a:gd name="adj" fmla="val 8000"/>
            </a:avLst>
          </a:prstGeom>
          <a:solidFill>
            <a:srgbClr val="FFFFFF"/>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16367" y="1472184"/>
            <a:ext cx="1655064" cy="347472"/>
          </a:xfrm>
          <a:prstGeom prst="rect">
            <a:avLst/>
          </a:prstGeom>
          <a:noFill/>
        </p:spPr>
        <p:txBody>
          <a:bodyPr wrap="square" lIns="45720" rIns="45720" anchor="ctr">
            <a:spAutoFit/>
          </a:bodyPr>
          <a:lstStyle/>
          <a:p>
            <a:pPr algn="ctr"/>
            <a:r>
              <a:rPr sz="1300" b="1">
                <a:solidFill>
                  <a:srgbClr val="23925B"/>
                </a:solidFill>
                <a:latin typeface="Arial"/>
              </a:rPr>
              <a:t>Publier image</a:t>
            </a:r>
          </a:p>
        </p:txBody>
      </p:sp>
      <p:cxnSp>
        <p:nvCxnSpPr>
          <p:cNvPr id="19" name="Connector 18"/>
          <p:cNvCxnSpPr/>
          <p:nvPr/>
        </p:nvCxnSpPr>
        <p:spPr>
          <a:xfrm>
            <a:off x="9281159" y="1664208"/>
            <a:ext cx="411481" cy="1"/>
          </a:xfrm>
          <a:prstGeom prst="line">
            <a:avLst/>
          </a:prstGeom>
          <a:ln w="25400">
            <a:solidFill>
              <a:srgbClr val="5C697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738359" y="1325880"/>
            <a:ext cx="1874519" cy="685800"/>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48087" y="1472184"/>
            <a:ext cx="1655064" cy="347472"/>
          </a:xfrm>
          <a:prstGeom prst="rect">
            <a:avLst/>
          </a:prstGeom>
          <a:noFill/>
        </p:spPr>
        <p:txBody>
          <a:bodyPr wrap="square" lIns="45720" rIns="45720" anchor="ctr">
            <a:spAutoFit/>
          </a:bodyPr>
          <a:lstStyle/>
          <a:p>
            <a:pPr algn="ctr"/>
            <a:r>
              <a:rPr sz="1300" b="1">
                <a:solidFill>
                  <a:srgbClr val="F17E2F"/>
                </a:solidFill>
                <a:latin typeface="Arial"/>
              </a:rPr>
              <a:t>Déployer si configuré</a:t>
            </a:r>
          </a:p>
        </p:txBody>
      </p:sp>
      <p:sp>
        <p:nvSpPr>
          <p:cNvPr id="22" name="TextBox 21"/>
          <p:cNvSpPr txBox="1"/>
          <p:nvPr/>
        </p:nvSpPr>
        <p:spPr>
          <a:xfrm>
            <a:off x="365760" y="2239433"/>
            <a:ext cx="7040880" cy="329184"/>
          </a:xfrm>
          <a:prstGeom prst="rect">
            <a:avLst/>
          </a:prstGeom>
          <a:noFill/>
        </p:spPr>
        <p:txBody>
          <a:bodyPr wrap="square" lIns="45720" rIns="45720" anchor="ctr">
            <a:spAutoFit/>
          </a:bodyPr>
          <a:lstStyle/>
          <a:p>
            <a:pPr algn="l"/>
            <a:r>
              <a:rPr sz="1300" b="1" dirty="0">
                <a:solidFill>
                  <a:srgbClr val="DA3641"/>
                </a:solidFill>
                <a:latin typeface="Arial"/>
              </a:rPr>
              <a:t>Train smoke = </a:t>
            </a:r>
            <a:r>
              <a:rPr sz="1300" b="1" dirty="0" err="1">
                <a:solidFill>
                  <a:srgbClr val="DA3641"/>
                </a:solidFill>
                <a:latin typeface="Arial"/>
              </a:rPr>
              <a:t>vérification</a:t>
            </a:r>
            <a:r>
              <a:rPr sz="1300" b="1" dirty="0">
                <a:solidFill>
                  <a:srgbClr val="DA3641"/>
                </a:solidFill>
                <a:latin typeface="Arial"/>
              </a:rPr>
              <a:t> </a:t>
            </a:r>
            <a:r>
              <a:rPr sz="1300" b="1" dirty="0" err="1">
                <a:solidFill>
                  <a:srgbClr val="DA3641"/>
                </a:solidFill>
                <a:latin typeface="Arial"/>
              </a:rPr>
              <a:t>minimale</a:t>
            </a:r>
            <a:r>
              <a:rPr sz="1300" b="1" dirty="0">
                <a:solidFill>
                  <a:srgbClr val="DA3641"/>
                </a:solidFill>
                <a:latin typeface="Arial"/>
              </a:rPr>
              <a:t> du </a:t>
            </a:r>
            <a:r>
              <a:rPr sz="1300" b="1" dirty="0" err="1">
                <a:solidFill>
                  <a:srgbClr val="DA3641"/>
                </a:solidFill>
                <a:latin typeface="Arial"/>
              </a:rPr>
              <a:t>parcours</a:t>
            </a:r>
            <a:r>
              <a:rPr sz="1300" b="1" dirty="0">
                <a:solidFill>
                  <a:srgbClr val="DA3641"/>
                </a:solidFill>
                <a:latin typeface="Arial"/>
              </a:rPr>
              <a:t> </a:t>
            </a:r>
            <a:r>
              <a:rPr sz="1300" b="1" dirty="0" err="1">
                <a:solidFill>
                  <a:srgbClr val="DA3641"/>
                </a:solidFill>
                <a:latin typeface="Arial"/>
              </a:rPr>
              <a:t>d’entraînement</a:t>
            </a:r>
            <a:r>
              <a:rPr sz="1300" b="1" dirty="0">
                <a:solidFill>
                  <a:srgbClr val="DA3641"/>
                </a:solidFill>
                <a:latin typeface="Arial"/>
              </a:rPr>
              <a:t>, pas </a:t>
            </a:r>
            <a:r>
              <a:rPr sz="1300" b="1" dirty="0" err="1">
                <a:solidFill>
                  <a:srgbClr val="DA3641"/>
                </a:solidFill>
                <a:latin typeface="Arial"/>
              </a:rPr>
              <a:t>preuve</a:t>
            </a:r>
            <a:r>
              <a:rPr sz="1300" b="1" dirty="0">
                <a:solidFill>
                  <a:srgbClr val="DA3641"/>
                </a:solidFill>
                <a:latin typeface="Arial"/>
              </a:rPr>
              <a:t> de </a:t>
            </a:r>
            <a:r>
              <a:rPr sz="1300" b="1" dirty="0" err="1">
                <a:solidFill>
                  <a:srgbClr val="DA3641"/>
                </a:solidFill>
                <a:latin typeface="Arial"/>
              </a:rPr>
              <a:t>qualité</a:t>
            </a:r>
            <a:r>
              <a:rPr sz="1300" b="1" dirty="0">
                <a:solidFill>
                  <a:srgbClr val="DA3641"/>
                </a:solidFill>
                <a:latin typeface="Arial"/>
              </a:rPr>
              <a:t> du </a:t>
            </a:r>
            <a:r>
              <a:rPr sz="1300" b="1" dirty="0" err="1">
                <a:solidFill>
                  <a:srgbClr val="DA3641"/>
                </a:solidFill>
                <a:latin typeface="Arial"/>
              </a:rPr>
              <a:t>modèle</a:t>
            </a:r>
            <a:r>
              <a:rPr sz="1300" b="1" dirty="0">
                <a:solidFill>
                  <a:srgbClr val="DA3641"/>
                </a:solidFill>
                <a:latin typeface="Arial"/>
              </a:rPr>
              <a:t>.</a:t>
            </a:r>
          </a:p>
        </p:txBody>
      </p:sp>
      <p:sp>
        <p:nvSpPr>
          <p:cNvPr id="23" name="TextBox 22"/>
          <p:cNvSpPr txBox="1"/>
          <p:nvPr/>
        </p:nvSpPr>
        <p:spPr>
          <a:xfrm>
            <a:off x="7848600" y="2239433"/>
            <a:ext cx="3794760" cy="329184"/>
          </a:xfrm>
          <a:prstGeom prst="rect">
            <a:avLst/>
          </a:prstGeom>
          <a:noFill/>
        </p:spPr>
        <p:txBody>
          <a:bodyPr wrap="square" lIns="45720" rIns="45720" anchor="ctr">
            <a:spAutoFit/>
          </a:bodyPr>
          <a:lstStyle/>
          <a:p>
            <a:pPr algn="r"/>
            <a:r>
              <a:rPr sz="1300" b="1" dirty="0">
                <a:solidFill>
                  <a:srgbClr val="F17E2F"/>
                </a:solidFill>
                <a:latin typeface="Arial"/>
              </a:rPr>
              <a:t>Sans webhook </a:t>
            </a:r>
            <a:r>
              <a:rPr sz="1300" b="1" dirty="0" err="1">
                <a:solidFill>
                  <a:srgbClr val="F17E2F"/>
                </a:solidFill>
                <a:latin typeface="Arial"/>
              </a:rPr>
              <a:t>configuré</a:t>
            </a:r>
            <a:r>
              <a:rPr sz="1300" b="1" dirty="0">
                <a:solidFill>
                  <a:srgbClr val="F17E2F"/>
                </a:solidFill>
                <a:latin typeface="Arial"/>
              </a:rPr>
              <a:t>, le </a:t>
            </a:r>
            <a:r>
              <a:rPr sz="1300" b="1" dirty="0" err="1">
                <a:solidFill>
                  <a:srgbClr val="F17E2F"/>
                </a:solidFill>
                <a:latin typeface="Arial"/>
              </a:rPr>
              <a:t>déploiement</a:t>
            </a:r>
            <a:r>
              <a:rPr sz="1300" b="1" dirty="0">
                <a:solidFill>
                  <a:srgbClr val="F17E2F"/>
                </a:solidFill>
                <a:latin typeface="Arial"/>
              </a:rPr>
              <a:t> </a:t>
            </a:r>
            <a:r>
              <a:rPr sz="1300" b="1" dirty="0" err="1">
                <a:solidFill>
                  <a:srgbClr val="F17E2F"/>
                </a:solidFill>
                <a:latin typeface="Arial"/>
              </a:rPr>
              <a:t>peut</a:t>
            </a:r>
            <a:r>
              <a:rPr sz="1300" b="1" dirty="0">
                <a:solidFill>
                  <a:srgbClr val="F17E2F"/>
                </a:solidFill>
                <a:latin typeface="Arial"/>
              </a:rPr>
              <a:t> </a:t>
            </a:r>
            <a:r>
              <a:rPr sz="1300" b="1" dirty="0" err="1">
                <a:solidFill>
                  <a:srgbClr val="F17E2F"/>
                </a:solidFill>
                <a:latin typeface="Arial"/>
              </a:rPr>
              <a:t>être</a:t>
            </a:r>
            <a:r>
              <a:rPr sz="1300" b="1" dirty="0">
                <a:solidFill>
                  <a:srgbClr val="F17E2F"/>
                </a:solidFill>
                <a:latin typeface="Arial"/>
              </a:rPr>
              <a:t> </a:t>
            </a:r>
            <a:r>
              <a:rPr sz="1300" b="1" dirty="0" err="1">
                <a:solidFill>
                  <a:srgbClr val="F17E2F"/>
                </a:solidFill>
                <a:latin typeface="Arial"/>
              </a:rPr>
              <a:t>ignoré</a:t>
            </a:r>
            <a:r>
              <a:rPr sz="1300" b="1" dirty="0">
                <a:solidFill>
                  <a:srgbClr val="F17E2F"/>
                </a:solidFill>
                <a:latin typeface="Arial"/>
              </a:rPr>
              <a:t>.</a:t>
            </a:r>
          </a:p>
        </p:txBody>
      </p:sp>
      <p:sp>
        <p:nvSpPr>
          <p:cNvPr id="3" name="Titre 2">
            <a:extLst>
              <a:ext uri="{FF2B5EF4-FFF2-40B4-BE49-F238E27FC236}">
                <a16:creationId xmlns:a16="http://schemas.microsoft.com/office/drawing/2014/main" id="{A352A0E5-D483-AD93-A92E-F9ED42E50976}"/>
              </a:ext>
            </a:extLst>
          </p:cNvPr>
          <p:cNvSpPr>
            <a:spLocks noGrp="1"/>
          </p:cNvSpPr>
          <p:nvPr>
            <p:ph type="title"/>
          </p:nvPr>
        </p:nvSpPr>
        <p:spPr/>
        <p:txBody>
          <a:bodyPr/>
          <a:lstStyle/>
          <a:p>
            <a:r>
              <a:rPr lang="fr-FR" b="1" dirty="0">
                <a:solidFill>
                  <a:srgbClr val="0073E6"/>
                </a:solidFill>
              </a:rPr>
              <a:t>CI/CD vérifie le parcours technique</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0E4D8B7A-AFE3-BE42-8950-738FC5E982AE}"/>
              </a:ext>
            </a:extLst>
          </p:cNvPr>
          <p:cNvSpPr>
            <a:spLocks noGrp="1"/>
          </p:cNvSpPr>
          <p:nvPr>
            <p:ph type="body" sz="quarter" idx="10"/>
          </p:nvPr>
        </p:nvSpPr>
        <p:spPr/>
        <p:txBody>
          <a:bodyPr/>
          <a:lstStyle/>
          <a:p>
            <a:r>
              <a:rPr lang="fr-FR" dirty="0">
                <a:solidFill>
                  <a:srgbClr val="00005C"/>
                </a:solidFill>
              </a:rPr>
              <a:t>Le déploiement reste conditionnel au </a:t>
            </a:r>
            <a:r>
              <a:rPr lang="fr-FR" dirty="0" err="1">
                <a:solidFill>
                  <a:srgbClr val="00005C"/>
                </a:solidFill>
              </a:rPr>
              <a:t>webhook</a:t>
            </a:r>
            <a:endParaRPr lang="fr-FR" dirty="0">
              <a:solidFill>
                <a:srgbClr val="00005C"/>
              </a:solidFill>
            </a:endParaRPr>
          </a:p>
          <a:p>
            <a:endParaRPr lang="fr-FR" dirty="0">
              <a:solidFill>
                <a:srgbClr val="00005C"/>
              </a:solidFill>
            </a:endParaRPr>
          </a:p>
        </p:txBody>
      </p:sp>
    </p:spTree>
    <p:extLst>
      <p:ext uri="{BB962C8B-B14F-4D97-AF65-F5344CB8AC3E}">
        <p14:creationId xmlns:p14="http://schemas.microsoft.com/office/powerpoint/2010/main" val="699908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228600"/>
            <a:ext cx="10927080" cy="502920"/>
          </a:xfrm>
          <a:prstGeom prst="rect">
            <a:avLst/>
          </a:prstGeom>
          <a:noFill/>
        </p:spPr>
        <p:txBody>
          <a:bodyPr wrap="square" lIns="45720" rIns="45720" anchor="t">
            <a:spAutoFit/>
          </a:bodyPr>
          <a:lstStyle/>
          <a:p>
            <a:pPr algn="l"/>
            <a:r>
              <a:rPr sz="2500" b="1">
                <a:solidFill>
                  <a:srgbClr val="1C2530"/>
                </a:solidFill>
                <a:latin typeface="Arial"/>
              </a:rPr>
              <a:t>Les garde-fous réduisent le risque ; ils ne garantissent ni absence de biais ni conformité</a:t>
            </a:r>
          </a:p>
        </p:txBody>
      </p:sp>
      <p:sp>
        <p:nvSpPr>
          <p:cNvPr id="6" name="TextBox 5"/>
          <p:cNvSpPr txBox="1"/>
          <p:nvPr/>
        </p:nvSpPr>
        <p:spPr>
          <a:xfrm>
            <a:off x="411480" y="1033272"/>
            <a:ext cx="10698480" cy="310896"/>
          </a:xfrm>
          <a:prstGeom prst="rect">
            <a:avLst/>
          </a:prstGeom>
          <a:noFill/>
        </p:spPr>
        <p:txBody>
          <a:bodyPr wrap="square" lIns="45720" rIns="45720" anchor="t">
            <a:spAutoFit/>
          </a:bodyPr>
          <a:lstStyle/>
          <a:p>
            <a:pPr algn="l"/>
            <a:r>
              <a:rPr sz="1100" b="0" dirty="0" err="1">
                <a:solidFill>
                  <a:srgbClr val="5C6974"/>
                </a:solidFill>
                <a:latin typeface="Arial"/>
              </a:rPr>
              <a:t>Ces</a:t>
            </a:r>
            <a:r>
              <a:rPr sz="1100" b="0" dirty="0">
                <a:solidFill>
                  <a:srgbClr val="5C6974"/>
                </a:solidFill>
                <a:latin typeface="Arial"/>
              </a:rPr>
              <a:t> conditions </a:t>
            </a:r>
            <a:r>
              <a:rPr sz="1100" b="0" dirty="0" err="1">
                <a:solidFill>
                  <a:srgbClr val="5C6974"/>
                </a:solidFill>
                <a:latin typeface="Arial"/>
              </a:rPr>
              <a:t>doivent</a:t>
            </a:r>
            <a:r>
              <a:rPr sz="1100" b="0" dirty="0">
                <a:solidFill>
                  <a:srgbClr val="5C6974"/>
                </a:solidFill>
                <a:latin typeface="Arial"/>
              </a:rPr>
              <a:t> </a:t>
            </a:r>
            <a:r>
              <a:rPr sz="1100" b="0" dirty="0" err="1">
                <a:solidFill>
                  <a:srgbClr val="5C6974"/>
                </a:solidFill>
                <a:latin typeface="Arial"/>
              </a:rPr>
              <a:t>être</a:t>
            </a:r>
            <a:r>
              <a:rPr sz="1100" b="0" dirty="0">
                <a:solidFill>
                  <a:srgbClr val="5C6974"/>
                </a:solidFill>
                <a:latin typeface="Arial"/>
              </a:rPr>
              <a:t> </a:t>
            </a:r>
            <a:r>
              <a:rPr sz="1100" b="0" dirty="0" err="1">
                <a:solidFill>
                  <a:srgbClr val="5C6974"/>
                </a:solidFill>
                <a:latin typeface="Arial"/>
              </a:rPr>
              <a:t>surveillées</a:t>
            </a:r>
            <a:r>
              <a:rPr sz="1100" b="0" dirty="0">
                <a:solidFill>
                  <a:srgbClr val="5C6974"/>
                </a:solidFill>
                <a:latin typeface="Arial"/>
              </a:rPr>
              <a:t> avant et pendant tout usage</a:t>
            </a:r>
          </a:p>
        </p:txBody>
      </p:sp>
      <p:sp>
        <p:nvSpPr>
          <p:cNvPr id="7" name="Rounded Rectangle 6"/>
          <p:cNvSpPr/>
          <p:nvPr/>
        </p:nvSpPr>
        <p:spPr>
          <a:xfrm>
            <a:off x="502920" y="1325880"/>
            <a:ext cx="5440680" cy="438912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00200"/>
            <a:ext cx="4800600" cy="320040"/>
          </a:xfrm>
          <a:prstGeom prst="rect">
            <a:avLst/>
          </a:prstGeom>
          <a:noFill/>
        </p:spPr>
        <p:txBody>
          <a:bodyPr wrap="square" lIns="45720" rIns="45720" anchor="ctr">
            <a:spAutoFit/>
          </a:bodyPr>
          <a:lstStyle/>
          <a:p>
            <a:pPr algn="ctr"/>
            <a:r>
              <a:rPr sz="1400" b="1">
                <a:solidFill>
                  <a:srgbClr val="23925B"/>
                </a:solidFill>
                <a:latin typeface="Arial"/>
              </a:rPr>
              <a:t>GARDE-FOUS OBSERVABLES</a:t>
            </a:r>
          </a:p>
        </p:txBody>
      </p:sp>
      <p:sp>
        <p:nvSpPr>
          <p:cNvPr id="9" name="TextBox 8"/>
          <p:cNvSpPr txBox="1"/>
          <p:nvPr/>
        </p:nvSpPr>
        <p:spPr>
          <a:xfrm>
            <a:off x="960120" y="2148840"/>
            <a:ext cx="4480560" cy="2651760"/>
          </a:xfrm>
          <a:prstGeom prst="rect">
            <a:avLst/>
          </a:prstGeom>
          <a:noFill/>
        </p:spPr>
        <p:txBody>
          <a:bodyPr wrap="square" lIns="73152" rIns="45720">
            <a:spAutoFit/>
          </a:bodyPr>
          <a:lstStyle/>
          <a:p>
            <a:pPr>
              <a:spcAft>
                <a:spcPts val="1100"/>
              </a:spcAft>
              <a:defRPr sz="1600">
                <a:solidFill>
                  <a:srgbClr val="1C2530"/>
                </a:solidFill>
                <a:latin typeface="Arial"/>
              </a:defRPr>
            </a:pPr>
            <a:r>
              <a:rPr dirty="0"/>
              <a:t>• </a:t>
            </a:r>
            <a:r>
              <a:rPr dirty="0" err="1"/>
              <a:t>nationalite_hors_ue</a:t>
            </a:r>
            <a:r>
              <a:rPr dirty="0"/>
              <a:t> </a:t>
            </a:r>
            <a:r>
              <a:rPr dirty="0" err="1"/>
              <a:t>exclue</a:t>
            </a:r>
            <a:r>
              <a:rPr dirty="0"/>
              <a:t> dans S2</a:t>
            </a:r>
          </a:p>
          <a:p>
            <a:pPr>
              <a:spcAft>
                <a:spcPts val="1100"/>
              </a:spcAft>
              <a:defRPr sz="1600">
                <a:solidFill>
                  <a:srgbClr val="1C2530"/>
                </a:solidFill>
                <a:latin typeface="Arial"/>
              </a:defRPr>
            </a:pPr>
            <a:r>
              <a:rPr dirty="0"/>
              <a:t>• </a:t>
            </a:r>
            <a:r>
              <a:rPr dirty="0" err="1"/>
              <a:t>identifiant</a:t>
            </a:r>
            <a:r>
              <a:rPr dirty="0"/>
              <a:t> technique </a:t>
            </a:r>
            <a:r>
              <a:rPr dirty="0" err="1"/>
              <a:t>séparé</a:t>
            </a:r>
            <a:endParaRPr dirty="0"/>
          </a:p>
          <a:p>
            <a:pPr>
              <a:spcAft>
                <a:spcPts val="1100"/>
              </a:spcAft>
              <a:defRPr sz="1600">
                <a:solidFill>
                  <a:srgbClr val="1C2530"/>
                </a:solidFill>
                <a:latin typeface="Arial"/>
              </a:defRPr>
            </a:pPr>
            <a:r>
              <a:rPr dirty="0"/>
              <a:t>• </a:t>
            </a:r>
            <a:r>
              <a:rPr dirty="0" err="1"/>
              <a:t>prédictions</a:t>
            </a:r>
            <a:r>
              <a:rPr dirty="0"/>
              <a:t> </a:t>
            </a:r>
            <a:r>
              <a:rPr dirty="0" err="1"/>
              <a:t>journalisées</a:t>
            </a:r>
            <a:endParaRPr dirty="0"/>
          </a:p>
          <a:p>
            <a:pPr>
              <a:spcAft>
                <a:spcPts val="1100"/>
              </a:spcAft>
              <a:defRPr sz="1600">
                <a:solidFill>
                  <a:srgbClr val="1C2530"/>
                </a:solidFill>
                <a:latin typeface="Arial"/>
              </a:defRPr>
            </a:pPr>
            <a:r>
              <a:rPr dirty="0"/>
              <a:t>• </a:t>
            </a:r>
            <a:r>
              <a:rPr dirty="0" err="1"/>
              <a:t>cas</a:t>
            </a:r>
            <a:r>
              <a:rPr dirty="0"/>
              <a:t> </a:t>
            </a:r>
            <a:r>
              <a:rPr dirty="0" err="1"/>
              <a:t>incertains</a:t>
            </a:r>
            <a:r>
              <a:rPr dirty="0"/>
              <a:t> </a:t>
            </a:r>
            <a:r>
              <a:rPr dirty="0" err="1"/>
              <a:t>orientés</a:t>
            </a:r>
            <a:r>
              <a:rPr dirty="0"/>
              <a:t> vers revue</a:t>
            </a:r>
          </a:p>
          <a:p>
            <a:pPr>
              <a:spcAft>
                <a:spcPts val="1100"/>
              </a:spcAft>
              <a:defRPr sz="1600">
                <a:solidFill>
                  <a:srgbClr val="1C2530"/>
                </a:solidFill>
                <a:latin typeface="Arial"/>
              </a:defRPr>
            </a:pPr>
            <a:r>
              <a:rPr dirty="0"/>
              <a:t>• </a:t>
            </a:r>
            <a:r>
              <a:rPr dirty="0" err="1"/>
              <a:t>proxys</a:t>
            </a:r>
            <a:r>
              <a:rPr dirty="0"/>
              <a:t> et </a:t>
            </a:r>
            <a:r>
              <a:rPr dirty="0" err="1"/>
              <a:t>texte</a:t>
            </a:r>
            <a:r>
              <a:rPr dirty="0"/>
              <a:t> à </a:t>
            </a:r>
            <a:r>
              <a:rPr dirty="0" err="1"/>
              <a:t>surveiller</a:t>
            </a:r>
            <a:endParaRPr dirty="0"/>
          </a:p>
        </p:txBody>
      </p:sp>
      <p:sp>
        <p:nvSpPr>
          <p:cNvPr id="10" name="Rounded Rectangle 9"/>
          <p:cNvSpPr/>
          <p:nvPr/>
        </p:nvSpPr>
        <p:spPr>
          <a:xfrm>
            <a:off x="6236208" y="1325880"/>
            <a:ext cx="5440680" cy="4389120"/>
          </a:xfrm>
          <a:prstGeom prst="roundRect">
            <a:avLst>
              <a:gd name="adj" fmla="val 8000"/>
            </a:avLst>
          </a:prstGeom>
          <a:solidFill>
            <a:srgbClr val="FFECEE"/>
          </a:solidFill>
          <a:ln w="12700">
            <a:solidFill>
              <a:srgbClr val="DA3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6248" y="1600200"/>
            <a:ext cx="4800600" cy="320040"/>
          </a:xfrm>
          <a:prstGeom prst="rect">
            <a:avLst/>
          </a:prstGeom>
          <a:noFill/>
        </p:spPr>
        <p:txBody>
          <a:bodyPr wrap="square" lIns="45720" rIns="45720" anchor="ctr">
            <a:spAutoFit/>
          </a:bodyPr>
          <a:lstStyle/>
          <a:p>
            <a:pPr algn="ctr"/>
            <a:r>
              <a:rPr sz="1400" b="1">
                <a:solidFill>
                  <a:srgbClr val="DA3641"/>
                </a:solidFill>
                <a:latin typeface="Arial"/>
              </a:rPr>
              <a:t>CONDITIONS NON RÉSOLUES</a:t>
            </a:r>
          </a:p>
        </p:txBody>
      </p:sp>
      <p:sp>
        <p:nvSpPr>
          <p:cNvPr id="12" name="TextBox 11"/>
          <p:cNvSpPr txBox="1"/>
          <p:nvPr/>
        </p:nvSpPr>
        <p:spPr>
          <a:xfrm>
            <a:off x="6693408" y="2148840"/>
            <a:ext cx="4480560" cy="2926080"/>
          </a:xfrm>
          <a:prstGeom prst="rect">
            <a:avLst/>
          </a:prstGeom>
          <a:noFill/>
        </p:spPr>
        <p:txBody>
          <a:bodyPr wrap="square" lIns="73152" rIns="45720">
            <a:spAutoFit/>
          </a:bodyPr>
          <a:lstStyle/>
          <a:p>
            <a:pPr>
              <a:spcAft>
                <a:spcPts val="900"/>
              </a:spcAft>
              <a:defRPr sz="1600">
                <a:solidFill>
                  <a:srgbClr val="1C2530"/>
                </a:solidFill>
                <a:latin typeface="Arial"/>
              </a:defRPr>
            </a:pPr>
            <a:r>
              <a:t>• dataset de taille modérée</a:t>
            </a:r>
          </a:p>
          <a:p>
            <a:pPr>
              <a:spcAft>
                <a:spcPts val="900"/>
              </a:spcAft>
              <a:defRPr sz="1600">
                <a:solidFill>
                  <a:srgbClr val="1C2530"/>
                </a:solidFill>
                <a:latin typeface="Arial"/>
              </a:defRPr>
            </a:pPr>
            <a:r>
              <a:t>• classe 2 minoritaire</a:t>
            </a:r>
          </a:p>
          <a:p>
            <a:pPr>
              <a:spcAft>
                <a:spcPts val="900"/>
              </a:spcAft>
              <a:defRPr sz="1600">
                <a:solidFill>
                  <a:srgbClr val="1C2530"/>
                </a:solidFill>
                <a:latin typeface="Arial"/>
              </a:defRPr>
            </a:pPr>
            <a:r>
              <a:t>• faible diversité des textes</a:t>
            </a:r>
          </a:p>
          <a:p>
            <a:pPr>
              <a:spcAft>
                <a:spcPts val="900"/>
              </a:spcAft>
              <a:defRPr sz="1600">
                <a:solidFill>
                  <a:srgbClr val="1C2530"/>
                </a:solidFill>
                <a:latin typeface="Arial"/>
              </a:defRPr>
            </a:pPr>
            <a:r>
              <a:t>• capacité réelle de revue</a:t>
            </a:r>
          </a:p>
          <a:p>
            <a:pPr>
              <a:spcAft>
                <a:spcPts val="900"/>
              </a:spcAft>
              <a:defRPr sz="1600">
                <a:solidFill>
                  <a:srgbClr val="1C2530"/>
                </a:solidFill>
                <a:latin typeface="Arial"/>
              </a:defRPr>
            </a:pPr>
            <a:r>
              <a:t>• sécurité API à durcir</a:t>
            </a:r>
          </a:p>
          <a:p>
            <a:pPr>
              <a:spcAft>
                <a:spcPts val="900"/>
              </a:spcAft>
              <a:defRPr sz="1600">
                <a:solidFill>
                  <a:srgbClr val="1C2530"/>
                </a:solidFill>
                <a:latin typeface="Arial"/>
              </a:defRPr>
            </a:pPr>
            <a:r>
              <a:t>• biais indirects toujours possibles</a:t>
            </a:r>
          </a:p>
        </p:txBody>
      </p:sp>
      <p:sp>
        <p:nvSpPr>
          <p:cNvPr id="13" name="TextBox 12"/>
          <p:cNvSpPr txBox="1"/>
          <p:nvPr/>
        </p:nvSpPr>
        <p:spPr>
          <a:xfrm>
            <a:off x="685800" y="5925312"/>
            <a:ext cx="10789920" cy="310896"/>
          </a:xfrm>
          <a:prstGeom prst="rect">
            <a:avLst/>
          </a:prstGeom>
          <a:noFill/>
        </p:spPr>
        <p:txBody>
          <a:bodyPr wrap="square" lIns="45720" rIns="45720" anchor="ctr">
            <a:spAutoFit/>
          </a:bodyPr>
          <a:lstStyle/>
          <a:p>
            <a:pPr algn="ctr"/>
            <a:r>
              <a:rPr sz="1500" b="1">
                <a:solidFill>
                  <a:srgbClr val="00125B"/>
                </a:solidFill>
                <a:latin typeface="Arial"/>
              </a:rPr>
              <a:t>L’exclusion d’une variable n’est ni une certification RGPD ni une preuve d’absence de biais.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2" name="Oval 1"/>
          <p:cNvSpPr/>
          <p:nvPr/>
        </p:nvSpPr>
        <p:spPr>
          <a:xfrm>
            <a:off x="11384280" y="109728"/>
            <a:ext cx="502920" cy="502920"/>
          </a:xfrm>
          <a:prstGeom prst="ellipse">
            <a:avLst/>
          </a:prstGeom>
          <a:solidFill>
            <a:srgbClr val="001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280160"/>
            <a:ext cx="5349240" cy="4526280"/>
          </a:xfrm>
          <a:prstGeom prst="roundRect">
            <a:avLst>
              <a:gd name="adj" fmla="val 8000"/>
            </a:avLst>
          </a:prstGeom>
          <a:solidFill>
            <a:srgbClr val="EAF8F0"/>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554480"/>
            <a:ext cx="2423160" cy="384048"/>
          </a:xfrm>
          <a:prstGeom prst="roundRect">
            <a:avLst>
              <a:gd name="adj" fmla="val 8000"/>
            </a:avLst>
          </a:prstGeom>
          <a:solidFill>
            <a:srgbClr val="23925B"/>
          </a:solidFill>
          <a:ln>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54480"/>
            <a:ext cx="2423160" cy="384048"/>
          </a:xfrm>
          <a:prstGeom prst="rect">
            <a:avLst/>
          </a:prstGeom>
          <a:noFill/>
        </p:spPr>
        <p:txBody>
          <a:bodyPr wrap="square" lIns="45720" rIns="45720" anchor="ctr">
            <a:spAutoFit/>
          </a:bodyPr>
          <a:lstStyle/>
          <a:p>
            <a:pPr algn="ctr"/>
            <a:r>
              <a:rPr sz="1200" b="1">
                <a:solidFill>
                  <a:srgbClr val="FFFFFF"/>
                </a:solidFill>
                <a:latin typeface="Arial"/>
              </a:rPr>
              <a:t>DÉMONTRÉ LOCALEMENT</a:t>
            </a:r>
          </a:p>
        </p:txBody>
      </p:sp>
      <p:sp>
        <p:nvSpPr>
          <p:cNvPr id="10" name="Rounded Rectangle 9"/>
          <p:cNvSpPr/>
          <p:nvPr/>
        </p:nvSpPr>
        <p:spPr>
          <a:xfrm>
            <a:off x="960120" y="2148840"/>
            <a:ext cx="4389120" cy="484632"/>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2221992"/>
            <a:ext cx="4023360" cy="292608"/>
          </a:xfrm>
          <a:prstGeom prst="rect">
            <a:avLst/>
          </a:prstGeom>
          <a:noFill/>
        </p:spPr>
        <p:txBody>
          <a:bodyPr wrap="square" lIns="45720" rIns="45720" anchor="ctr">
            <a:spAutoFit/>
          </a:bodyPr>
          <a:lstStyle/>
          <a:p>
            <a:pPr algn="ctr"/>
            <a:r>
              <a:rPr sz="1500" b="1">
                <a:solidFill>
                  <a:srgbClr val="0070E6"/>
                </a:solidFill>
                <a:latin typeface="Arial"/>
              </a:rPr>
              <a:t>UI conseiller</a:t>
            </a:r>
          </a:p>
        </p:txBody>
      </p:sp>
      <p:sp>
        <p:nvSpPr>
          <p:cNvPr id="12" name="Rounded Rectangle 11"/>
          <p:cNvSpPr/>
          <p:nvPr/>
        </p:nvSpPr>
        <p:spPr>
          <a:xfrm>
            <a:off x="960120" y="2834640"/>
            <a:ext cx="4389120" cy="484632"/>
          </a:xfrm>
          <a:prstGeom prst="roundRect">
            <a:avLst>
              <a:gd name="adj" fmla="val 8000"/>
            </a:avLst>
          </a:prstGeom>
          <a:solidFill>
            <a:srgbClr val="FFFFFF"/>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907792"/>
            <a:ext cx="4023360" cy="292608"/>
          </a:xfrm>
          <a:prstGeom prst="rect">
            <a:avLst/>
          </a:prstGeom>
          <a:noFill/>
        </p:spPr>
        <p:txBody>
          <a:bodyPr wrap="square" lIns="45720" rIns="45720" anchor="ctr">
            <a:spAutoFit/>
          </a:bodyPr>
          <a:lstStyle/>
          <a:p>
            <a:pPr algn="ctr"/>
            <a:r>
              <a:rPr sz="1500" b="1">
                <a:solidFill>
                  <a:srgbClr val="37BEEB"/>
                </a:solidFill>
                <a:latin typeface="Arial"/>
              </a:rPr>
              <a:t>API</a:t>
            </a:r>
          </a:p>
        </p:txBody>
      </p:sp>
      <p:sp>
        <p:nvSpPr>
          <p:cNvPr id="14" name="Rounded Rectangle 13"/>
          <p:cNvSpPr/>
          <p:nvPr/>
        </p:nvSpPr>
        <p:spPr>
          <a:xfrm>
            <a:off x="960120" y="3520440"/>
            <a:ext cx="4389120" cy="484632"/>
          </a:xfrm>
          <a:prstGeom prst="roundRect">
            <a:avLst>
              <a:gd name="adj" fmla="val 8000"/>
            </a:avLst>
          </a:prstGeom>
          <a:solidFill>
            <a:srgbClr val="FFFFFF"/>
          </a:solidFill>
          <a:ln w="12700">
            <a:solidFill>
              <a:srgbClr val="654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593592"/>
            <a:ext cx="4023360" cy="292608"/>
          </a:xfrm>
          <a:prstGeom prst="rect">
            <a:avLst/>
          </a:prstGeom>
          <a:noFill/>
        </p:spPr>
        <p:txBody>
          <a:bodyPr wrap="square" lIns="45720" rIns="45720" anchor="ctr">
            <a:spAutoFit/>
          </a:bodyPr>
          <a:lstStyle/>
          <a:p>
            <a:pPr algn="ctr"/>
            <a:r>
              <a:rPr sz="1500" b="1">
                <a:solidFill>
                  <a:srgbClr val="6548AA"/>
                </a:solidFill>
                <a:latin typeface="Arial"/>
              </a:rPr>
              <a:t>Traçabilité</a:t>
            </a:r>
          </a:p>
        </p:txBody>
      </p:sp>
      <p:sp>
        <p:nvSpPr>
          <p:cNvPr id="16" name="Rounded Rectangle 15"/>
          <p:cNvSpPr/>
          <p:nvPr/>
        </p:nvSpPr>
        <p:spPr>
          <a:xfrm>
            <a:off x="960120" y="4206240"/>
            <a:ext cx="4389120" cy="484632"/>
          </a:xfrm>
          <a:prstGeom prst="roundRect">
            <a:avLst>
              <a:gd name="adj" fmla="val 8000"/>
            </a:avLst>
          </a:prstGeom>
          <a:solidFill>
            <a:srgbClr val="FFFFFF"/>
          </a:solidFill>
          <a:ln w="12700">
            <a:solidFill>
              <a:srgbClr val="239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79392"/>
            <a:ext cx="4023360" cy="292608"/>
          </a:xfrm>
          <a:prstGeom prst="rect">
            <a:avLst/>
          </a:prstGeom>
          <a:noFill/>
        </p:spPr>
        <p:txBody>
          <a:bodyPr wrap="square" lIns="45720" rIns="45720" anchor="ctr">
            <a:spAutoFit/>
          </a:bodyPr>
          <a:lstStyle/>
          <a:p>
            <a:pPr algn="ctr"/>
            <a:r>
              <a:rPr sz="1500" b="1">
                <a:solidFill>
                  <a:srgbClr val="23925B"/>
                </a:solidFill>
                <a:latin typeface="Arial"/>
              </a:rPr>
              <a:t>Monitoring</a:t>
            </a:r>
          </a:p>
        </p:txBody>
      </p:sp>
      <p:sp>
        <p:nvSpPr>
          <p:cNvPr id="18" name="TextBox 17"/>
          <p:cNvSpPr txBox="1"/>
          <p:nvPr/>
        </p:nvSpPr>
        <p:spPr>
          <a:xfrm>
            <a:off x="914400" y="5099339"/>
            <a:ext cx="4526280" cy="307777"/>
          </a:xfrm>
          <a:prstGeom prst="rect">
            <a:avLst/>
          </a:prstGeom>
          <a:noFill/>
        </p:spPr>
        <p:txBody>
          <a:bodyPr wrap="square" lIns="45720" rIns="45720" anchor="ctr">
            <a:spAutoFit/>
          </a:bodyPr>
          <a:lstStyle/>
          <a:p>
            <a:pPr algn="ctr"/>
            <a:r>
              <a:rPr sz="1400" b="1" dirty="0" err="1">
                <a:solidFill>
                  <a:srgbClr val="1C2530"/>
                </a:solidFill>
                <a:latin typeface="Arial"/>
              </a:rPr>
              <a:t>Démonstration</a:t>
            </a:r>
            <a:r>
              <a:rPr sz="1400" b="1" dirty="0">
                <a:solidFill>
                  <a:srgbClr val="1C2530"/>
                </a:solidFill>
                <a:latin typeface="Arial"/>
              </a:rPr>
              <a:t> locale, pas </a:t>
            </a:r>
            <a:r>
              <a:rPr lang="fr-FR" sz="1400" b="1" dirty="0">
                <a:solidFill>
                  <a:srgbClr val="1C2530"/>
                </a:solidFill>
                <a:latin typeface="Arial"/>
              </a:rPr>
              <a:t>de </a:t>
            </a:r>
            <a:r>
              <a:rPr sz="1400" b="1" dirty="0" err="1">
                <a:solidFill>
                  <a:srgbClr val="1C2530"/>
                </a:solidFill>
                <a:latin typeface="Arial"/>
              </a:rPr>
              <a:t>déploiement</a:t>
            </a:r>
            <a:endParaRPr sz="1400" b="1" dirty="0">
              <a:solidFill>
                <a:srgbClr val="1C2530"/>
              </a:solidFill>
              <a:latin typeface="Arial"/>
            </a:endParaRPr>
          </a:p>
        </p:txBody>
      </p:sp>
      <p:sp>
        <p:nvSpPr>
          <p:cNvPr id="19" name="Rounded Rectangle 18"/>
          <p:cNvSpPr/>
          <p:nvPr/>
        </p:nvSpPr>
        <p:spPr>
          <a:xfrm>
            <a:off x="6172200" y="1280160"/>
            <a:ext cx="5486400" cy="4526280"/>
          </a:xfrm>
          <a:prstGeom prst="roundRect">
            <a:avLst>
              <a:gd name="adj" fmla="val 8000"/>
            </a:avLst>
          </a:prstGeom>
          <a:solidFill>
            <a:srgbClr val="FFF3E7"/>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92240" y="1554480"/>
            <a:ext cx="2971800" cy="384048"/>
          </a:xfrm>
          <a:prstGeom prst="roundRect">
            <a:avLst>
              <a:gd name="adj" fmla="val 8000"/>
            </a:avLst>
          </a:prstGeom>
          <a:solidFill>
            <a:srgbClr val="F17E2F"/>
          </a:solidFill>
          <a:ln>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554480"/>
            <a:ext cx="2971800" cy="384048"/>
          </a:xfrm>
          <a:prstGeom prst="rect">
            <a:avLst/>
          </a:prstGeom>
          <a:noFill/>
        </p:spPr>
        <p:txBody>
          <a:bodyPr wrap="square" lIns="45720" rIns="45720" anchor="ctr">
            <a:spAutoFit/>
          </a:bodyPr>
          <a:lstStyle/>
          <a:p>
            <a:pPr algn="ctr"/>
            <a:r>
              <a:rPr sz="1200" b="1">
                <a:solidFill>
                  <a:srgbClr val="FFFFFF"/>
                </a:solidFill>
                <a:latin typeface="Arial"/>
              </a:rPr>
              <a:t>À CONSTRUIRE OU ARBITRER</a:t>
            </a:r>
          </a:p>
        </p:txBody>
      </p:sp>
      <p:sp>
        <p:nvSpPr>
          <p:cNvPr id="22" name="Rounded Rectangle 21"/>
          <p:cNvSpPr/>
          <p:nvPr/>
        </p:nvSpPr>
        <p:spPr>
          <a:xfrm>
            <a:off x="6492240" y="2176272"/>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01968" y="2267712"/>
            <a:ext cx="2020824" cy="228600"/>
          </a:xfrm>
          <a:prstGeom prst="rect">
            <a:avLst/>
          </a:prstGeom>
          <a:noFill/>
        </p:spPr>
        <p:txBody>
          <a:bodyPr wrap="square" lIns="45720" rIns="45720" anchor="ctr">
            <a:spAutoFit/>
          </a:bodyPr>
          <a:lstStyle/>
          <a:p>
            <a:pPr algn="ctr"/>
            <a:r>
              <a:rPr sz="1300" b="1">
                <a:solidFill>
                  <a:srgbClr val="1C2530"/>
                </a:solidFill>
                <a:latin typeface="Arial"/>
              </a:rPr>
              <a:t>Référentiel usagers</a:t>
            </a:r>
          </a:p>
        </p:txBody>
      </p:sp>
      <p:sp>
        <p:nvSpPr>
          <p:cNvPr id="24" name="TextBox 23"/>
          <p:cNvSpPr txBox="1"/>
          <p:nvPr/>
        </p:nvSpPr>
        <p:spPr>
          <a:xfrm>
            <a:off x="6601968" y="2542032"/>
            <a:ext cx="2020824" cy="182880"/>
          </a:xfrm>
          <a:prstGeom prst="rect">
            <a:avLst/>
          </a:prstGeom>
          <a:noFill/>
        </p:spPr>
        <p:txBody>
          <a:bodyPr wrap="square" lIns="45720" rIns="45720" anchor="ctr">
            <a:spAutoFit/>
          </a:bodyPr>
          <a:lstStyle/>
          <a:p>
            <a:pPr algn="ctr"/>
            <a:r>
              <a:rPr sz="1000" b="0">
                <a:solidFill>
                  <a:srgbClr val="5C6974"/>
                </a:solidFill>
                <a:latin typeface="Arial"/>
              </a:rPr>
              <a:t>intégration</a:t>
            </a:r>
          </a:p>
        </p:txBody>
      </p:sp>
      <p:sp>
        <p:nvSpPr>
          <p:cNvPr id="25" name="Rounded Rectangle 24"/>
          <p:cNvSpPr/>
          <p:nvPr/>
        </p:nvSpPr>
        <p:spPr>
          <a:xfrm>
            <a:off x="8961120" y="2176272"/>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70848" y="2267712"/>
            <a:ext cx="2020824" cy="228600"/>
          </a:xfrm>
          <a:prstGeom prst="rect">
            <a:avLst/>
          </a:prstGeom>
          <a:noFill/>
        </p:spPr>
        <p:txBody>
          <a:bodyPr wrap="square" lIns="45720" rIns="45720" anchor="ctr">
            <a:spAutoFit/>
          </a:bodyPr>
          <a:lstStyle/>
          <a:p>
            <a:pPr algn="ctr"/>
            <a:r>
              <a:rPr sz="1300" b="1">
                <a:solidFill>
                  <a:srgbClr val="1C2530"/>
                </a:solidFill>
                <a:latin typeface="Arial"/>
              </a:rPr>
              <a:t>Données minimisées</a:t>
            </a:r>
          </a:p>
        </p:txBody>
      </p:sp>
      <p:sp>
        <p:nvSpPr>
          <p:cNvPr id="27" name="TextBox 26"/>
          <p:cNvSpPr txBox="1"/>
          <p:nvPr/>
        </p:nvSpPr>
        <p:spPr>
          <a:xfrm>
            <a:off x="9070848" y="2542032"/>
            <a:ext cx="2020824" cy="182880"/>
          </a:xfrm>
          <a:prstGeom prst="rect">
            <a:avLst/>
          </a:prstGeom>
          <a:noFill/>
        </p:spPr>
        <p:txBody>
          <a:bodyPr wrap="square" lIns="45720" rIns="45720" anchor="ctr">
            <a:spAutoFit/>
          </a:bodyPr>
          <a:lstStyle/>
          <a:p>
            <a:pPr algn="ctr"/>
            <a:r>
              <a:rPr sz="1000" b="0">
                <a:solidFill>
                  <a:srgbClr val="5C6974"/>
                </a:solidFill>
                <a:latin typeface="Arial"/>
              </a:rPr>
              <a:t>règles et flux</a:t>
            </a:r>
          </a:p>
        </p:txBody>
      </p:sp>
      <p:sp>
        <p:nvSpPr>
          <p:cNvPr id="28" name="Rounded Rectangle 27"/>
          <p:cNvSpPr/>
          <p:nvPr/>
        </p:nvSpPr>
        <p:spPr>
          <a:xfrm>
            <a:off x="6492240" y="3136391"/>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227832"/>
            <a:ext cx="2020824" cy="228600"/>
          </a:xfrm>
          <a:prstGeom prst="rect">
            <a:avLst/>
          </a:prstGeom>
          <a:noFill/>
        </p:spPr>
        <p:txBody>
          <a:bodyPr wrap="square" lIns="45720" rIns="45720" anchor="ctr">
            <a:spAutoFit/>
          </a:bodyPr>
          <a:lstStyle/>
          <a:p>
            <a:pPr algn="ctr"/>
            <a:r>
              <a:rPr sz="1300" b="1">
                <a:solidFill>
                  <a:srgbClr val="1C2530"/>
                </a:solidFill>
                <a:latin typeface="Arial"/>
              </a:rPr>
              <a:t>Sécurité</a:t>
            </a:r>
          </a:p>
        </p:txBody>
      </p:sp>
      <p:sp>
        <p:nvSpPr>
          <p:cNvPr id="30" name="TextBox 29"/>
          <p:cNvSpPr txBox="1"/>
          <p:nvPr/>
        </p:nvSpPr>
        <p:spPr>
          <a:xfrm>
            <a:off x="6601968" y="3502151"/>
            <a:ext cx="2020824" cy="182880"/>
          </a:xfrm>
          <a:prstGeom prst="rect">
            <a:avLst/>
          </a:prstGeom>
          <a:noFill/>
        </p:spPr>
        <p:txBody>
          <a:bodyPr wrap="square" lIns="45720" rIns="45720" anchor="ctr">
            <a:spAutoFit/>
          </a:bodyPr>
          <a:lstStyle/>
          <a:p>
            <a:pPr algn="ctr"/>
            <a:r>
              <a:rPr sz="1000" b="0">
                <a:solidFill>
                  <a:srgbClr val="5C6974"/>
                </a:solidFill>
                <a:latin typeface="Arial"/>
              </a:rPr>
              <a:t>authentification / durcissement</a:t>
            </a:r>
          </a:p>
        </p:txBody>
      </p:sp>
      <p:sp>
        <p:nvSpPr>
          <p:cNvPr id="31" name="Rounded Rectangle 30"/>
          <p:cNvSpPr/>
          <p:nvPr/>
        </p:nvSpPr>
        <p:spPr>
          <a:xfrm>
            <a:off x="8961120" y="3136391"/>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70848" y="3227832"/>
            <a:ext cx="2020824" cy="228600"/>
          </a:xfrm>
          <a:prstGeom prst="rect">
            <a:avLst/>
          </a:prstGeom>
          <a:noFill/>
        </p:spPr>
        <p:txBody>
          <a:bodyPr wrap="square" lIns="45720" rIns="45720" anchor="ctr">
            <a:spAutoFit/>
          </a:bodyPr>
          <a:lstStyle/>
          <a:p>
            <a:pPr algn="ctr"/>
            <a:r>
              <a:rPr sz="1300" b="1">
                <a:solidFill>
                  <a:srgbClr val="1C2530"/>
                </a:solidFill>
                <a:latin typeface="Arial"/>
              </a:rPr>
              <a:t>Hébergement</a:t>
            </a:r>
          </a:p>
        </p:txBody>
      </p:sp>
      <p:sp>
        <p:nvSpPr>
          <p:cNvPr id="33" name="TextBox 32"/>
          <p:cNvSpPr txBox="1"/>
          <p:nvPr/>
        </p:nvSpPr>
        <p:spPr>
          <a:xfrm>
            <a:off x="9070848" y="3502151"/>
            <a:ext cx="2020824" cy="182880"/>
          </a:xfrm>
          <a:prstGeom prst="rect">
            <a:avLst/>
          </a:prstGeom>
          <a:noFill/>
        </p:spPr>
        <p:txBody>
          <a:bodyPr wrap="square" lIns="45720" rIns="45720" anchor="ctr">
            <a:spAutoFit/>
          </a:bodyPr>
          <a:lstStyle/>
          <a:p>
            <a:pPr algn="ctr"/>
            <a:r>
              <a:rPr sz="1000" b="0">
                <a:solidFill>
                  <a:srgbClr val="5C6974"/>
                </a:solidFill>
                <a:latin typeface="Arial"/>
              </a:rPr>
              <a:t>option à arbitrer</a:t>
            </a:r>
          </a:p>
        </p:txBody>
      </p:sp>
      <p:sp>
        <p:nvSpPr>
          <p:cNvPr id="34" name="Rounded Rectangle 33"/>
          <p:cNvSpPr/>
          <p:nvPr/>
        </p:nvSpPr>
        <p:spPr>
          <a:xfrm>
            <a:off x="6492240" y="4096512"/>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01968" y="4187952"/>
            <a:ext cx="2020824" cy="228600"/>
          </a:xfrm>
          <a:prstGeom prst="rect">
            <a:avLst/>
          </a:prstGeom>
          <a:noFill/>
        </p:spPr>
        <p:txBody>
          <a:bodyPr wrap="square" lIns="45720" rIns="45720" anchor="ctr">
            <a:spAutoFit/>
          </a:bodyPr>
          <a:lstStyle/>
          <a:p>
            <a:pPr algn="ctr"/>
            <a:r>
              <a:rPr sz="1300" b="1">
                <a:solidFill>
                  <a:srgbClr val="1C2530"/>
                </a:solidFill>
                <a:latin typeface="Arial"/>
              </a:rPr>
              <a:t>Latence</a:t>
            </a:r>
          </a:p>
        </p:txBody>
      </p:sp>
      <p:sp>
        <p:nvSpPr>
          <p:cNvPr id="36" name="TextBox 35"/>
          <p:cNvSpPr txBox="1"/>
          <p:nvPr/>
        </p:nvSpPr>
        <p:spPr>
          <a:xfrm>
            <a:off x="6601968" y="4462272"/>
            <a:ext cx="2020824" cy="182880"/>
          </a:xfrm>
          <a:prstGeom prst="rect">
            <a:avLst/>
          </a:prstGeom>
          <a:noFill/>
        </p:spPr>
        <p:txBody>
          <a:bodyPr wrap="square" lIns="45720" rIns="45720" anchor="ctr">
            <a:spAutoFit/>
          </a:bodyPr>
          <a:lstStyle/>
          <a:p>
            <a:pPr algn="ctr"/>
            <a:r>
              <a:rPr sz="1000" b="0">
                <a:solidFill>
                  <a:srgbClr val="5C6974"/>
                </a:solidFill>
                <a:latin typeface="Arial"/>
              </a:rPr>
              <a:t>charge et réseau à tester</a:t>
            </a:r>
          </a:p>
        </p:txBody>
      </p:sp>
      <p:sp>
        <p:nvSpPr>
          <p:cNvPr id="37" name="Rounded Rectangle 36"/>
          <p:cNvSpPr/>
          <p:nvPr/>
        </p:nvSpPr>
        <p:spPr>
          <a:xfrm>
            <a:off x="8961120" y="4096512"/>
            <a:ext cx="2240280" cy="713232"/>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070848" y="4187952"/>
            <a:ext cx="2020824" cy="228600"/>
          </a:xfrm>
          <a:prstGeom prst="rect">
            <a:avLst/>
          </a:prstGeom>
          <a:noFill/>
        </p:spPr>
        <p:txBody>
          <a:bodyPr wrap="square" lIns="45720" rIns="45720" anchor="ctr">
            <a:spAutoFit/>
          </a:bodyPr>
          <a:lstStyle/>
          <a:p>
            <a:pPr algn="ctr"/>
            <a:r>
              <a:rPr sz="1300" b="1">
                <a:solidFill>
                  <a:srgbClr val="1C2530"/>
                </a:solidFill>
                <a:latin typeface="Arial"/>
              </a:rPr>
              <a:t>CPU / RAM</a:t>
            </a:r>
          </a:p>
        </p:txBody>
      </p:sp>
      <p:sp>
        <p:nvSpPr>
          <p:cNvPr id="39" name="TextBox 38"/>
          <p:cNvSpPr txBox="1"/>
          <p:nvPr/>
        </p:nvSpPr>
        <p:spPr>
          <a:xfrm>
            <a:off x="9070848" y="4462272"/>
            <a:ext cx="2020824" cy="182880"/>
          </a:xfrm>
          <a:prstGeom prst="rect">
            <a:avLst/>
          </a:prstGeom>
          <a:noFill/>
        </p:spPr>
        <p:txBody>
          <a:bodyPr wrap="square" lIns="45720" rIns="45720" anchor="ctr">
            <a:spAutoFit/>
          </a:bodyPr>
          <a:lstStyle/>
          <a:p>
            <a:pPr algn="ctr"/>
            <a:r>
              <a:rPr sz="1000" b="0">
                <a:solidFill>
                  <a:srgbClr val="5C6974"/>
                </a:solidFill>
                <a:latin typeface="Arial"/>
              </a:rPr>
              <a:t>dimensionnement à valider</a:t>
            </a:r>
          </a:p>
        </p:txBody>
      </p:sp>
      <p:sp>
        <p:nvSpPr>
          <p:cNvPr id="40" name="TextBox 39"/>
          <p:cNvSpPr txBox="1"/>
          <p:nvPr/>
        </p:nvSpPr>
        <p:spPr>
          <a:xfrm>
            <a:off x="6382512" y="5230368"/>
            <a:ext cx="5074920" cy="310896"/>
          </a:xfrm>
          <a:prstGeom prst="rect">
            <a:avLst/>
          </a:prstGeom>
          <a:noFill/>
        </p:spPr>
        <p:txBody>
          <a:bodyPr wrap="square" lIns="45720" rIns="45720" anchor="ctr">
            <a:spAutoFit/>
          </a:bodyPr>
          <a:lstStyle/>
          <a:p>
            <a:pPr algn="ctr"/>
            <a:r>
              <a:rPr sz="1300" b="1">
                <a:solidFill>
                  <a:srgbClr val="00125B"/>
                </a:solidFill>
                <a:latin typeface="Arial"/>
              </a:rPr>
              <a:t>Cible : flux simples, données minimisées et capacité mesurée avant usage réel.</a:t>
            </a:r>
          </a:p>
        </p:txBody>
      </p:sp>
      <p:sp>
        <p:nvSpPr>
          <p:cNvPr id="3" name="Titre 2">
            <a:extLst>
              <a:ext uri="{FF2B5EF4-FFF2-40B4-BE49-F238E27FC236}">
                <a16:creationId xmlns:a16="http://schemas.microsoft.com/office/drawing/2014/main" id="{AB04819C-3975-92BF-4A68-A5D48FB0BC22}"/>
              </a:ext>
            </a:extLst>
          </p:cNvPr>
          <p:cNvSpPr>
            <a:spLocks noGrp="1"/>
          </p:cNvSpPr>
          <p:nvPr>
            <p:ph type="title"/>
          </p:nvPr>
        </p:nvSpPr>
        <p:spPr/>
        <p:txBody>
          <a:bodyPr/>
          <a:lstStyle/>
          <a:p>
            <a:r>
              <a:rPr lang="fr-FR" b="1" dirty="0">
                <a:solidFill>
                  <a:srgbClr val="0073E6"/>
                </a:solidFill>
              </a:rPr>
              <a:t>Prototype local démontré</a:t>
            </a:r>
            <a:br>
              <a:rPr lang="fr-FR" b="1" dirty="0">
                <a:solidFill>
                  <a:srgbClr val="0073E6"/>
                </a:solidFill>
              </a:rPr>
            </a:br>
            <a:endParaRPr lang="fr-FR" dirty="0">
              <a:solidFill>
                <a:srgbClr val="0073E6"/>
              </a:solidFill>
            </a:endParaRPr>
          </a:p>
        </p:txBody>
      </p:sp>
      <p:sp>
        <p:nvSpPr>
          <p:cNvPr id="4" name="Espace réservé du texte 3">
            <a:extLst>
              <a:ext uri="{FF2B5EF4-FFF2-40B4-BE49-F238E27FC236}">
                <a16:creationId xmlns:a16="http://schemas.microsoft.com/office/drawing/2014/main" id="{99C80AE5-3CCB-B820-576E-4086C13F919B}"/>
              </a:ext>
            </a:extLst>
          </p:cNvPr>
          <p:cNvSpPr>
            <a:spLocks noGrp="1"/>
          </p:cNvSpPr>
          <p:nvPr>
            <p:ph type="body" sz="quarter" idx="10"/>
          </p:nvPr>
        </p:nvSpPr>
        <p:spPr/>
        <p:txBody>
          <a:bodyPr/>
          <a:lstStyle/>
          <a:p>
            <a:r>
              <a:rPr lang="fr-FR" b="1" dirty="0">
                <a:solidFill>
                  <a:srgbClr val="00005C"/>
                </a:solidFill>
              </a:rPr>
              <a:t>Intégration au SI reste à construire</a:t>
            </a:r>
            <a:endParaRPr lang="fr-FR" dirty="0">
              <a:solidFill>
                <a:srgbClr val="00005C"/>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125B"/>
        </a:solidFill>
        <a:effectLst/>
      </p:bgPr>
    </p:bg>
    <p:spTree>
      <p:nvGrpSpPr>
        <p:cNvPr id="1" name=""/>
        <p:cNvGrpSpPr/>
        <p:nvPr/>
      </p:nvGrpSpPr>
      <p:grpSpPr>
        <a:xfrm>
          <a:off x="0" y="0"/>
          <a:ext cx="1" cy="1"/>
          <a:chOff x="0" y="0"/>
          <a:chExt cx="1" cy="1"/>
        </a:xfrm>
      </p:grpSpPr>
      <p:sp>
        <p:nvSpPr>
          <p:cNvPr id="2" name="Oval 1"/>
          <p:cNvSpPr/>
          <p:nvPr/>
        </p:nvSpPr>
        <p:spPr>
          <a:xfrm>
            <a:off x="10716768" y="256032"/>
            <a:ext cx="960120" cy="960120"/>
          </a:xfrm>
          <a:prstGeom prst="ellipse">
            <a:avLst/>
          </a:prstGeom>
          <a:solidFill>
            <a:srgbClr val="37B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475488"/>
            <a:ext cx="2743200" cy="347472"/>
          </a:xfrm>
          <a:prstGeom prst="rect">
            <a:avLst/>
          </a:prstGeom>
          <a:noFill/>
        </p:spPr>
        <p:txBody>
          <a:bodyPr wrap="square" lIns="45720" rIns="45720" anchor="ctr">
            <a:spAutoFit/>
          </a:bodyPr>
          <a:lstStyle/>
          <a:p>
            <a:pPr algn="l"/>
            <a:r>
              <a:rPr sz="1400" b="1">
                <a:solidFill>
                  <a:srgbClr val="37BEEB"/>
                </a:solidFill>
                <a:latin typeface="Arial"/>
              </a:rPr>
              <a:t>DÉCISION FINALE</a:t>
            </a:r>
          </a:p>
        </p:txBody>
      </p:sp>
      <p:sp>
        <p:nvSpPr>
          <p:cNvPr id="4" name="TextBox 3"/>
          <p:cNvSpPr txBox="1"/>
          <p:nvPr/>
        </p:nvSpPr>
        <p:spPr>
          <a:xfrm>
            <a:off x="594360" y="914400"/>
            <a:ext cx="9509760" cy="1234440"/>
          </a:xfrm>
          <a:prstGeom prst="rect">
            <a:avLst/>
          </a:prstGeom>
          <a:noFill/>
        </p:spPr>
        <p:txBody>
          <a:bodyPr wrap="square" lIns="45720" rIns="45720" anchor="t">
            <a:spAutoFit/>
          </a:bodyPr>
          <a:lstStyle/>
          <a:p>
            <a:pPr algn="l"/>
            <a:r>
              <a:rPr sz="2900" b="1">
                <a:solidFill>
                  <a:srgbClr val="FFFFFF"/>
                </a:solidFill>
                <a:latin typeface="Arial"/>
              </a:rPr>
              <a:t>S2 + revue humaine :
un choix responsable à confirmer en conditions réelles</a:t>
            </a:r>
          </a:p>
        </p:txBody>
      </p:sp>
      <p:sp>
        <p:nvSpPr>
          <p:cNvPr id="5" name="Rounded Rectangle 4"/>
          <p:cNvSpPr/>
          <p:nvPr/>
        </p:nvSpPr>
        <p:spPr>
          <a:xfrm>
            <a:off x="640080" y="2880360"/>
            <a:ext cx="3429000" cy="1920240"/>
          </a:xfrm>
          <a:prstGeom prst="roundRect">
            <a:avLst>
              <a:gd name="adj" fmla="val 8000"/>
            </a:avLst>
          </a:prstGeom>
          <a:solidFill>
            <a:srgbClr val="FFFFFF"/>
          </a:solidFill>
          <a:ln w="12700">
            <a:solidFill>
              <a:srgbClr val="007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3127248"/>
            <a:ext cx="3026664" cy="256032"/>
          </a:xfrm>
          <a:prstGeom prst="rect">
            <a:avLst/>
          </a:prstGeom>
          <a:noFill/>
        </p:spPr>
        <p:txBody>
          <a:bodyPr wrap="square" lIns="45720" rIns="45720" anchor="ctr">
            <a:spAutoFit/>
          </a:bodyPr>
          <a:lstStyle/>
          <a:p>
            <a:pPr algn="ctr"/>
            <a:r>
              <a:rPr sz="1300" b="1">
                <a:solidFill>
                  <a:srgbClr val="0070E6"/>
                </a:solidFill>
                <a:latin typeface="Arial"/>
              </a:rPr>
              <a:t>CHOIX</a:t>
            </a:r>
          </a:p>
        </p:txBody>
      </p:sp>
      <p:sp>
        <p:nvSpPr>
          <p:cNvPr id="7" name="TextBox 6"/>
          <p:cNvSpPr txBox="1"/>
          <p:nvPr/>
        </p:nvSpPr>
        <p:spPr>
          <a:xfrm>
            <a:off x="850392" y="3647003"/>
            <a:ext cx="3008376" cy="615553"/>
          </a:xfrm>
          <a:prstGeom prst="rect">
            <a:avLst/>
          </a:prstGeom>
          <a:noFill/>
        </p:spPr>
        <p:txBody>
          <a:bodyPr wrap="square" lIns="45720" rIns="45720" anchor="ctr">
            <a:spAutoFit/>
          </a:bodyPr>
          <a:lstStyle/>
          <a:p>
            <a:pPr algn="ctr"/>
            <a:r>
              <a:rPr sz="1700" b="1" dirty="0">
                <a:solidFill>
                  <a:srgbClr val="00125B"/>
                </a:solidFill>
                <a:latin typeface="Arial"/>
              </a:rPr>
              <a:t>S2</a:t>
            </a:r>
            <a:r>
              <a:rPr lang="fr-FR" sz="1700" b="1" dirty="0">
                <a:solidFill>
                  <a:srgbClr val="00125B"/>
                </a:solidFill>
                <a:latin typeface="Arial"/>
              </a:rPr>
              <a:t> + </a:t>
            </a:r>
            <a:r>
              <a:rPr lang="fr-FR" sz="1700" b="1" dirty="0" err="1">
                <a:solidFill>
                  <a:srgbClr val="00125B"/>
                </a:solidFill>
                <a:latin typeface="Arial"/>
              </a:rPr>
              <a:t>XGBoost</a:t>
            </a:r>
            <a:r>
              <a:rPr sz="1700" b="1" dirty="0">
                <a:solidFill>
                  <a:srgbClr val="00125B"/>
                </a:solidFill>
                <a:latin typeface="Arial"/>
              </a:rPr>
              <a:t>
+ </a:t>
            </a:r>
            <a:r>
              <a:rPr sz="1700" b="1" dirty="0" err="1">
                <a:solidFill>
                  <a:srgbClr val="00125B"/>
                </a:solidFill>
                <a:latin typeface="Arial"/>
              </a:rPr>
              <a:t>règle</a:t>
            </a:r>
            <a:r>
              <a:rPr sz="1700" b="1" dirty="0">
                <a:solidFill>
                  <a:srgbClr val="00125B"/>
                </a:solidFill>
                <a:latin typeface="Arial"/>
              </a:rPr>
              <a:t> de revue humaine</a:t>
            </a:r>
          </a:p>
        </p:txBody>
      </p:sp>
      <p:sp>
        <p:nvSpPr>
          <p:cNvPr id="8" name="Rounded Rectangle 7"/>
          <p:cNvSpPr/>
          <p:nvPr/>
        </p:nvSpPr>
        <p:spPr>
          <a:xfrm>
            <a:off x="4434840" y="2880360"/>
            <a:ext cx="3429000" cy="1920240"/>
          </a:xfrm>
          <a:prstGeom prst="roundRect">
            <a:avLst>
              <a:gd name="adj" fmla="val 8000"/>
            </a:avLst>
          </a:prstGeom>
          <a:solidFill>
            <a:srgbClr val="FFFFFF"/>
          </a:solidFill>
          <a:ln w="12700">
            <a:solidFill>
              <a:srgbClr val="37B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3127248"/>
            <a:ext cx="3026664" cy="256032"/>
          </a:xfrm>
          <a:prstGeom prst="rect">
            <a:avLst/>
          </a:prstGeom>
          <a:noFill/>
        </p:spPr>
        <p:txBody>
          <a:bodyPr wrap="square" lIns="45720" rIns="45720" anchor="ctr">
            <a:spAutoFit/>
          </a:bodyPr>
          <a:lstStyle/>
          <a:p>
            <a:pPr algn="ctr"/>
            <a:r>
              <a:rPr sz="1300" b="1">
                <a:solidFill>
                  <a:srgbClr val="37BEEB"/>
                </a:solidFill>
                <a:latin typeface="Arial"/>
              </a:rPr>
              <a:t>RAISON</a:t>
            </a:r>
          </a:p>
        </p:txBody>
      </p:sp>
      <p:sp>
        <p:nvSpPr>
          <p:cNvPr id="10" name="TextBox 9"/>
          <p:cNvSpPr txBox="1"/>
          <p:nvPr/>
        </p:nvSpPr>
        <p:spPr>
          <a:xfrm>
            <a:off x="4645152" y="3566160"/>
            <a:ext cx="3008376" cy="777240"/>
          </a:xfrm>
          <a:prstGeom prst="rect">
            <a:avLst/>
          </a:prstGeom>
          <a:noFill/>
        </p:spPr>
        <p:txBody>
          <a:bodyPr wrap="square" lIns="45720" rIns="45720" anchor="ctr">
            <a:spAutoFit/>
          </a:bodyPr>
          <a:lstStyle/>
          <a:p>
            <a:pPr algn="ctr"/>
            <a:r>
              <a:rPr sz="1700" b="1">
                <a:solidFill>
                  <a:srgbClr val="00125B"/>
                </a:solidFill>
                <a:latin typeface="Arial"/>
              </a:rPr>
              <a:t>Coût de performance mesuré
pour un compromis plus défendable</a:t>
            </a:r>
          </a:p>
        </p:txBody>
      </p:sp>
      <p:sp>
        <p:nvSpPr>
          <p:cNvPr id="11" name="Rounded Rectangle 10"/>
          <p:cNvSpPr/>
          <p:nvPr/>
        </p:nvSpPr>
        <p:spPr>
          <a:xfrm>
            <a:off x="8229600" y="2880360"/>
            <a:ext cx="3429000" cy="1920240"/>
          </a:xfrm>
          <a:prstGeom prst="roundRect">
            <a:avLst>
              <a:gd name="adj" fmla="val 8000"/>
            </a:avLst>
          </a:prstGeom>
          <a:solidFill>
            <a:srgbClr val="FFFFFF"/>
          </a:solidFill>
          <a:ln w="12700">
            <a:solidFill>
              <a:srgbClr val="F17E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30768" y="3127248"/>
            <a:ext cx="3026664" cy="256032"/>
          </a:xfrm>
          <a:prstGeom prst="rect">
            <a:avLst/>
          </a:prstGeom>
          <a:noFill/>
        </p:spPr>
        <p:txBody>
          <a:bodyPr wrap="square" lIns="45720" rIns="45720" anchor="ctr">
            <a:spAutoFit/>
          </a:bodyPr>
          <a:lstStyle/>
          <a:p>
            <a:pPr algn="ctr"/>
            <a:r>
              <a:rPr sz="1300" b="1">
                <a:solidFill>
                  <a:srgbClr val="F17E2F"/>
                </a:solidFill>
                <a:latin typeface="Arial"/>
              </a:rPr>
              <a:t>À VALIDER</a:t>
            </a:r>
          </a:p>
        </p:txBody>
      </p:sp>
      <p:sp>
        <p:nvSpPr>
          <p:cNvPr id="13" name="TextBox 12"/>
          <p:cNvSpPr txBox="1"/>
          <p:nvPr/>
        </p:nvSpPr>
        <p:spPr>
          <a:xfrm>
            <a:off x="8439912" y="3566160"/>
            <a:ext cx="3008376" cy="777240"/>
          </a:xfrm>
          <a:prstGeom prst="rect">
            <a:avLst/>
          </a:prstGeom>
          <a:noFill/>
        </p:spPr>
        <p:txBody>
          <a:bodyPr wrap="square" lIns="45720" rIns="45720" anchor="ctr">
            <a:spAutoFit/>
          </a:bodyPr>
          <a:lstStyle/>
          <a:p>
            <a:pPr algn="ctr"/>
            <a:r>
              <a:rPr sz="1700" b="1">
                <a:solidFill>
                  <a:srgbClr val="00125B"/>
                </a:solidFill>
                <a:latin typeface="Arial"/>
              </a:rPr>
              <a:t>Capacité ≈ 40 % • proxys • intégration SI
hébergement • sécurité • CPU / RAM</a:t>
            </a:r>
          </a:p>
        </p:txBody>
      </p:sp>
      <p:sp>
        <p:nvSpPr>
          <p:cNvPr id="14" name="TextBox 13"/>
          <p:cNvSpPr txBox="1"/>
          <p:nvPr/>
        </p:nvSpPr>
        <p:spPr>
          <a:xfrm>
            <a:off x="640080" y="5349240"/>
            <a:ext cx="10789920" cy="438912"/>
          </a:xfrm>
          <a:prstGeom prst="rect">
            <a:avLst/>
          </a:prstGeom>
          <a:noFill/>
        </p:spPr>
        <p:txBody>
          <a:bodyPr wrap="square" lIns="45720" rIns="45720" anchor="ctr">
            <a:spAutoFit/>
          </a:bodyPr>
          <a:lstStyle/>
          <a:p>
            <a:pPr algn="ctr"/>
            <a:r>
              <a:rPr sz="2100" b="1">
                <a:solidFill>
                  <a:srgbClr val="FFFFFF"/>
                </a:solidFill>
                <a:latin typeface="Arial"/>
              </a:rPr>
              <a:t>Le modèle signale. Le conseiller décide.</a:t>
            </a:r>
          </a:p>
        </p:txBody>
      </p:sp>
    </p:spTree>
  </p:cSld>
  <p:clrMapOvr>
    <a:masterClrMapping/>
  </p:clrMapOvr>
</p:sld>
</file>

<file path=ppt/theme/theme1.xml><?xml version="1.0" encoding="utf-8"?>
<a:theme xmlns:a="http://schemas.openxmlformats.org/drawingml/2006/main" name="White background">
  <a:themeElements>
    <a:clrScheme name="New Atos">
      <a:dk1>
        <a:sysClr val="windowText" lastClr="000000"/>
      </a:dk1>
      <a:lt1>
        <a:sysClr val="window" lastClr="FFFFFF"/>
      </a:lt1>
      <a:dk2>
        <a:srgbClr val="000000"/>
      </a:dk2>
      <a:lt2>
        <a:srgbClr val="FFFFFF"/>
      </a:lt2>
      <a:accent1>
        <a:srgbClr val="0073E6"/>
      </a:accent1>
      <a:accent2>
        <a:srgbClr val="3DC7FF"/>
      </a:accent2>
      <a:accent3>
        <a:srgbClr val="00005C"/>
      </a:accent3>
      <a:accent4>
        <a:srgbClr val="EF5E82"/>
      </a:accent4>
      <a:accent5>
        <a:srgbClr val="4AA82D"/>
      </a:accent5>
      <a:accent6>
        <a:srgbClr val="663894"/>
      </a:accent6>
      <a:hlink>
        <a:srgbClr val="00005C"/>
      </a:hlink>
      <a:folHlink>
        <a:srgbClr val="00005C"/>
      </a:folHlink>
    </a:clrScheme>
    <a:fontScheme name="New Atos">
      <a:majorFont>
        <a:latin typeface="Biennale Bold"/>
        <a:ea typeface=""/>
        <a:cs typeface=""/>
      </a:majorFont>
      <a:minorFont>
        <a:latin typeface="Bienna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defRPr dirty="0" err="1" smtClean="0">
            <a:solidFill>
              <a:schemeClr val="accent3"/>
            </a:solidFill>
          </a:defRPr>
        </a:defPPr>
      </a:lstStyle>
    </a:txDef>
  </a:objectDefaults>
  <a:extraClrSchemeLst/>
  <a:custClrLst>
    <a:custClr name="Atos Blue">
      <a:srgbClr val="0073E6"/>
    </a:custClr>
    <a:custClr name="Atos Light blue">
      <a:srgbClr val="3DC7FF"/>
    </a:custClr>
    <a:custClr name="Atos Deep blue">
      <a:srgbClr val="00005C"/>
    </a:custClr>
    <a:custClr name="Atos Pink">
      <a:srgbClr val="EF5E82"/>
    </a:custClr>
    <a:custClr name="Atos Green">
      <a:srgbClr val="4AA82D"/>
    </a:custClr>
    <a:custClr name="Atos Purple">
      <a:srgbClr val="663894"/>
    </a:custClr>
    <a:custClr name="Atos Orange">
      <a:srgbClr val="F56A00"/>
    </a:custClr>
  </a:custClrLst>
  <a:extLst>
    <a:ext uri="{05A4C25C-085E-4340-85A3-A5531E510DB2}">
      <thm15:themeFamily xmlns:thm15="http://schemas.microsoft.com/office/thememl/2012/main" name="Atos - for internal use" id="{3B3A3B2C-1E1C-4D91-A332-A25A85DD6C22}" vid="{4C1739FA-EE10-4216-BA2C-92595F650F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4C1A6680E41A4781F62CC101B3C49A" ma:contentTypeVersion="6" ma:contentTypeDescription="Create a new document." ma:contentTypeScope="" ma:versionID="1fca24d0af956cb6111ea2aa2c9cbd9d">
  <xsd:schema xmlns:xsd="http://www.w3.org/2001/XMLSchema" xmlns:xs="http://www.w3.org/2001/XMLSchema" xmlns:p="http://schemas.microsoft.com/office/2006/metadata/properties" xmlns:ns2="7346e314-1113-4693-bfa8-aa1e3a055fba" xmlns:ns3="4f6e62a9-eef7-483a-b511-db9ffe238984" targetNamespace="http://schemas.microsoft.com/office/2006/metadata/properties" ma:root="true" ma:fieldsID="f2a39d9c048f409ff061f494c6a3f476" ns2:_="" ns3:_="">
    <xsd:import namespace="7346e314-1113-4693-bfa8-aa1e3a055fba"/>
    <xsd:import namespace="4f6e62a9-eef7-483a-b511-db9ffe23898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46e314-1113-4693-bfa8-aa1e3a055f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f6e62a9-eef7-483a-b511-db9ffe238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B42A4F-6068-4438-A44C-29347D310AFB}">
  <ds:schemaRefs>
    <ds:schemaRef ds:uri="4f6e62a9-eef7-483a-b511-db9ffe238984"/>
    <ds:schemaRef ds:uri="7346e314-1113-4693-bfa8-aa1e3a055f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C4F2FBD-A563-4198-9C8A-256BC3F3AEF2}">
  <ds:schemaRefs>
    <ds:schemaRef ds:uri="http://schemas.microsoft.com/sharepoint/v3/contenttype/forms"/>
  </ds:schemaRefs>
</ds:datastoreItem>
</file>

<file path=customXml/itemProps3.xml><?xml version="1.0" encoding="utf-8"?>
<ds:datastoreItem xmlns:ds="http://schemas.openxmlformats.org/officeDocument/2006/customXml" ds:itemID="{BDB615C0-8708-4DB2-BAE1-29973200EB52}">
  <ds:schemaRef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purl.org/dc/terms/"/>
    <ds:schemaRef ds:uri="4f6e62a9-eef7-483a-b511-db9ffe238984"/>
    <ds:schemaRef ds:uri="7346e314-1113-4693-bfa8-aa1e3a055fb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Atos - for internal use</Template>
  <TotalTime>12456</TotalTime>
  <Words>2623</Words>
  <Application>Microsoft Office PowerPoint</Application>
  <PresentationFormat>Grand écran</PresentationFormat>
  <Paragraphs>454</Paragraphs>
  <Slides>31</Slides>
  <Notes>19</Notes>
  <HiddenSlides>1</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31</vt:i4>
      </vt:variant>
    </vt:vector>
  </HeadingPairs>
  <TitlesOfParts>
    <vt:vector size="36" baseType="lpstr">
      <vt:lpstr>Arial</vt:lpstr>
      <vt:lpstr>Biennale Bold</vt:lpstr>
      <vt:lpstr>Calibri</vt:lpstr>
      <vt:lpstr>Biennale</vt:lpstr>
      <vt:lpstr>White background</vt:lpstr>
      <vt:lpstr>Orientation multimodale des demandeurs d'emploi par l'Intelligence Artificielle</vt:lpstr>
      <vt:lpstr>Cas d’usage et cadre réglementaire</vt:lpstr>
      <vt:lpstr>L’erreur critique</vt:lpstr>
      <vt:lpstr>Un même dossier combine données structurées, texte et cible </vt:lpstr>
      <vt:lpstr>La classe 2 est minoritaire : 18,08 % des dossiers </vt:lpstr>
      <vt:lpstr>Valeurs manquantes et imputation</vt:lpstr>
      <vt:lpstr>Les choix reposent sur l’OOF, avec une réserve sur le test </vt:lpstr>
      <vt:lpstr>Comparaison des modèles en validation croisée</vt:lpstr>
      <vt:lpstr>S1 : quel est le maximum avec toutes les variables ? </vt:lpstr>
      <vt:lpstr>S2 : quel est le coût d’exclure la variable sensible directe ? </vt:lpstr>
      <vt:lpstr>S3 : que vaut la synthèse d’entretien seule ? </vt:lpstr>
      <vt:lpstr>S4 : que valent les données tabulaires seules ? </vt:lpstr>
      <vt:lpstr>Résultats test de S2 + XGBoost</vt:lpstr>
      <vt:lpstr>Interprétation globale avec importance native XGBoost </vt:lpstr>
      <vt:lpstr>La revue humaine se déclenche par une règle OU </vt:lpstr>
      <vt:lpstr>La règle couvre davantage d’erreurs</vt:lpstr>
      <vt:lpstr>Calibration des seuils </vt:lpstr>
      <vt:lpstr>Audit d’équité</vt:lpstr>
      <vt:lpstr>S2 est retenu : un coût connu pour exclure la variable sensible </vt:lpstr>
      <vt:lpstr>Le service accompagne le parcours d’un dossier </vt:lpstr>
      <vt:lpstr>L’interface du conseiller</vt:lpstr>
      <vt:lpstr>Feedback humain et label terrain</vt:lpstr>
      <vt:lpstr>Biais de sélection du feedback</vt:lpstr>
      <vt:lpstr>Le monitoring</vt:lpstr>
      <vt:lpstr>MLflow documente un candidat </vt:lpstr>
      <vt:lpstr>Cycle général de réentrainement  </vt:lpstr>
      <vt:lpstr>Docker</vt:lpstr>
      <vt:lpstr>CI/CD vérifie le parcours technique </vt:lpstr>
      <vt:lpstr>Présentation PowerPoint</vt:lpstr>
      <vt:lpstr>Prototype local démontré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Théo Capitaine</dc:creator>
  <cp:lastModifiedBy>Théo Capitaine</cp:lastModifiedBy>
  <cp:revision>63</cp:revision>
  <dcterms:created xsi:type="dcterms:W3CDTF">2026-10-12T19:35:30Z</dcterms:created>
  <dcterms:modified xsi:type="dcterms:W3CDTF">2026-10-13T20:57:17Z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um">
    <vt:lpwstr>dd/mm/yyyy</vt:lpwstr>
  </property>
  <property fmtid="{D5CDD505-2E9C-101B-9397-08002B2CF9AE}" pid="3" name="Author">
    <vt:lpwstr>Classification multimodale | Certification CISIA</vt:lpwstr>
  </property>
  <property fmtid="{D5CDD505-2E9C-101B-9397-08002B2CF9AE}" pid="4" name="Classification">
    <vt:lpwstr>© Atos - for internal use</vt:lpwstr>
  </property>
  <property fmtid="{D5CDD505-2E9C-101B-9397-08002B2CF9AE}" pid="5" name="ContentTypeId">
    <vt:lpwstr>0x010100844C1A6680E41A4781F62CC101B3C49A</vt:lpwstr>
  </property>
  <property fmtid="{D5CDD505-2E9C-101B-9397-08002B2CF9AE}" pid="6" name="MSIP_Label_e463cba9-5f6c-478d-9329-7b2295e4e8ed_Enabled">
    <vt:lpwstr>true</vt:lpwstr>
  </property>
  <property fmtid="{D5CDD505-2E9C-101B-9397-08002B2CF9AE}" pid="7" name="MSIP_Label_e463cba9-5f6c-478d-9329-7b2295e4e8ed_SetDate">
    <vt:lpwstr>2026-10-04T12:22:33Z</vt:lpwstr>
  </property>
  <property fmtid="{D5CDD505-2E9C-101B-9397-08002B2CF9AE}" pid="8" name="MSIP_Label_e463cba9-5f6c-478d-9329-7b2295e4e8ed_Method">
    <vt:lpwstr>Privileged</vt:lpwstr>
  </property>
  <property fmtid="{D5CDD505-2E9C-101B-9397-08002B2CF9AE}" pid="9" name="MSIP_Label_e463cba9-5f6c-478d-9329-7b2295e4e8ed_Name">
    <vt:lpwstr>All Employees_2</vt:lpwstr>
  </property>
  <property fmtid="{D5CDD505-2E9C-101B-9397-08002B2CF9AE}" pid="10" name="MSIP_Label_e463cba9-5f6c-478d-9329-7b2295e4e8ed_SiteId">
    <vt:lpwstr>33440fc6-b7c7-412c-bb73-0e70b0198d5a</vt:lpwstr>
  </property>
  <property fmtid="{D5CDD505-2E9C-101B-9397-08002B2CF9AE}" pid="11" name="MSIP_Label_e463cba9-5f6c-478d-9329-7b2295e4e8ed_ActionId">
    <vt:lpwstr>f3077d30-5bbd-4ea4-90f4-d1428cae596c</vt:lpwstr>
  </property>
  <property fmtid="{D5CDD505-2E9C-101B-9397-08002B2CF9AE}" pid="12" name="MSIP_Label_e463cba9-5f6c-478d-9329-7b2295e4e8ed_ContentBits">
    <vt:lpwstr>0</vt:lpwstr>
  </property>
</Properties>
</file>