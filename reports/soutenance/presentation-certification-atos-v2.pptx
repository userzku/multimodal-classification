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29"/>
  </p:notesMasterIdLst>
  <p:handoutMasterIdLst>
    <p:handoutMasterId r:id="rId30"/>
  </p:handoutMasterIdLst>
  <p:sldIdLst>
    <p:sldId id="279" r:id="rId5"/>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8" r:id="rId25"/>
    <p:sldId id="275" r:id="rId26"/>
    <p:sldId id="276" r:id="rId27"/>
    <p:sldId id="277" r:id="rId28"/>
  </p:sldIdLst>
  <p:sldSz cx="12192000" cy="6858000"/>
  <p:notesSz cx="6858000" cy="9144000"/>
  <p:embeddedFontLst>
    <p:embeddedFont>
      <p:font typeface="Biennale" pitchFamily="50" charset="0"/>
      <p:regular r:id="rId31"/>
    </p:embeddedFont>
    <p:embeddedFont>
      <p:font typeface="Biennale Bold" pitchFamily="50" charset="0"/>
      <p:bold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25" userDrawn="1">
          <p15:clr>
            <a:srgbClr val="A4A3A4"/>
          </p15:clr>
        </p15:guide>
        <p15:guide id="2" pos="273" userDrawn="1">
          <p15:clr>
            <a:srgbClr val="A4A3A4"/>
          </p15:clr>
        </p15:guide>
        <p15:guide id="3" orient="horz" pos="908" userDrawn="1">
          <p15:clr>
            <a:srgbClr val="A4A3A4"/>
          </p15:clr>
        </p15:guide>
        <p15:guide id="4" pos="7414"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F5A6D71-E4F3-21D1-830B-0C9E1F4E3726}" name="LESLIE AVEROUS" initials="LA" userId="S::leslie.averous@atos.net::8e0d0ce1-5b1f-499c-8023-f1dd738f3f1f" providerId="AD"/>
  <p188:author id="{F965DBDF-E308-8A13-02CC-8EEE06C9451B}" name="ANTON DEMASLES" initials="AD" userId="S::anton.demasles@atos.net::9ca625ab-b9fa-4fca-86f3-d6b56bf5321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6AD"/>
    <a:srgbClr val="57ABFF"/>
    <a:srgbClr val="003A73"/>
    <a:srgbClr val="8FC7FF"/>
    <a:srgbClr val="4137FF"/>
    <a:srgbClr val="FE4D15"/>
    <a:srgbClr val="2F84BD"/>
    <a:srgbClr val="4AA82D"/>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679CA2-6637-D233-B3AD-27E591ED0DB1}" v="1" dt="2026-10-12T19:40:50.5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5"/>
    <p:restoredTop sz="94752"/>
  </p:normalViewPr>
  <p:slideViewPr>
    <p:cSldViewPr snapToGrid="0">
      <p:cViewPr varScale="1">
        <p:scale>
          <a:sx n="90" d="100"/>
          <a:sy n="90" d="100"/>
        </p:scale>
        <p:origin x="370" y="72"/>
      </p:cViewPr>
      <p:guideLst>
        <p:guide orient="horz" pos="3825"/>
        <p:guide pos="273"/>
        <p:guide orient="horz" pos="908"/>
        <p:guide pos="7414"/>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E4D40-3228-1C24-32C4-502B03868E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F2ACEF2-A3DF-6534-FA7A-72EB00E4640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9540CC-CE8C-4A70-BF05-2114CEE721C9}" type="datetimeFigureOut">
              <a:rPr lang="en-US" smtClean="0"/>
              <a:t>10/12/2026</a:t>
            </a:fld>
            <a:endParaRPr lang="en-US"/>
          </a:p>
        </p:txBody>
      </p:sp>
      <p:sp>
        <p:nvSpPr>
          <p:cNvPr id="4" name="Footer Placeholder 3">
            <a:extLst>
              <a:ext uri="{FF2B5EF4-FFF2-40B4-BE49-F238E27FC236}">
                <a16:creationId xmlns:a16="http://schemas.microsoft.com/office/drawing/2014/main" id="{648134E3-450C-99A7-AD31-0AD855962F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1F3B346-D077-B037-8AF1-1A5943152B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98758-294F-43B0-9FDA-82B4C942C448}" type="slidenum">
              <a:rPr lang="en-US" smtClean="0"/>
              <a:t>‹N°›</a:t>
            </a:fld>
            <a:endParaRPr lang="en-US"/>
          </a:p>
        </p:txBody>
      </p:sp>
    </p:spTree>
    <p:extLst>
      <p:ext uri="{BB962C8B-B14F-4D97-AF65-F5344CB8AC3E}">
        <p14:creationId xmlns:p14="http://schemas.microsoft.com/office/powerpoint/2010/main" val="1023138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Biennale" panose="00000500000000000000" pitchFamily="2"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Biennale" panose="00000500000000000000" pitchFamily="2" charset="0"/>
              </a:defRPr>
            </a:lvl1pPr>
          </a:lstStyle>
          <a:p>
            <a:fld id="{2F30A58F-C1CB-4583-BA10-6EBD3D104964}" type="datetimeFigureOut">
              <a:rPr lang="en-US" smtClean="0"/>
              <a:pPr/>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Biennale" panose="00000500000000000000" pitchFamily="2"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Biennale" panose="00000500000000000000" pitchFamily="2" charset="0"/>
              </a:defRPr>
            </a:lvl1pPr>
          </a:lstStyle>
          <a:p>
            <a:fld id="{8B625186-1159-4D34-813C-4B43A94F9814}" type="slidenum">
              <a:rPr lang="en-US" smtClean="0"/>
              <a:pPr/>
              <a:t>‹N°›</a:t>
            </a:fld>
            <a:endParaRPr lang="en-US"/>
          </a:p>
        </p:txBody>
      </p:sp>
    </p:spTree>
    <p:extLst>
      <p:ext uri="{BB962C8B-B14F-4D97-AF65-F5344CB8AC3E}">
        <p14:creationId xmlns:p14="http://schemas.microsoft.com/office/powerpoint/2010/main" val="6124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Biennale" panose="00000500000000000000" pitchFamily="2" charset="0"/>
        <a:ea typeface="+mn-ea"/>
        <a:cs typeface="+mn-cs"/>
      </a:defRPr>
    </a:lvl1pPr>
    <a:lvl2pPr marL="457200" algn="l" defTabSz="914400" rtl="0" eaLnBrk="1" latinLnBrk="0" hangingPunct="1">
      <a:defRPr sz="1200" kern="1200">
        <a:solidFill>
          <a:schemeClr val="tx1"/>
        </a:solidFill>
        <a:latin typeface="Biennale" panose="00000500000000000000" pitchFamily="2" charset="0"/>
        <a:ea typeface="+mn-ea"/>
        <a:cs typeface="+mn-cs"/>
      </a:defRPr>
    </a:lvl2pPr>
    <a:lvl3pPr marL="914400" algn="l" defTabSz="914400" rtl="0" eaLnBrk="1" latinLnBrk="0" hangingPunct="1">
      <a:defRPr sz="1200" kern="1200">
        <a:solidFill>
          <a:schemeClr val="tx1"/>
        </a:solidFill>
        <a:latin typeface="Biennale" panose="00000500000000000000" pitchFamily="2" charset="0"/>
        <a:ea typeface="+mn-ea"/>
        <a:cs typeface="+mn-cs"/>
      </a:defRPr>
    </a:lvl3pPr>
    <a:lvl4pPr marL="1371600" algn="l" defTabSz="914400" rtl="0" eaLnBrk="1" latinLnBrk="0" hangingPunct="1">
      <a:defRPr sz="1200" kern="1200">
        <a:solidFill>
          <a:schemeClr val="tx1"/>
        </a:solidFill>
        <a:latin typeface="Biennale" panose="00000500000000000000" pitchFamily="2" charset="0"/>
        <a:ea typeface="+mn-ea"/>
        <a:cs typeface="+mn-cs"/>
      </a:defRPr>
    </a:lvl4pPr>
    <a:lvl5pPr marL="1828800" algn="l" defTabSz="914400" rtl="0" eaLnBrk="1" latinLnBrk="0" hangingPunct="1">
      <a:defRPr sz="1200" kern="1200">
        <a:solidFill>
          <a:schemeClr val="tx1"/>
        </a:solidFill>
        <a:latin typeface="Biennale"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Insister sur les proportions corrigées : 37,44 %, 44,48 % et 18,08 %. Le déséquilibre existe, mais il ne correspond pas à 55/27/18.</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Présenter le protocole OOF actuel. Dire explicitement que le test a été consulté dans une version antérieure : il sert ici de lecture finale, sans prétendre être totalement vierge.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Comparer toutes les dimensions. S1 maximise F1 ; S3 maximise le rappel classe 2 ; S4 a 8 erreurs sur 10 cas mais conserve la nationalité ; S2 est le compromis retenu.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Formuler le prix du choix sans promesse excessive : exclusion de la variable sensible directe, baisse mesurée, mais proxys toujours possibles.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lire le OU : revue si confiance insuffisante, ou si prédiction 0 avec probabilité classe 2 au moins 0,20. Distinguer notebook et API actuelle.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Huit sur dix signifie huit erreurs critiques signalées sur dix, pas 80 % de rappel général. Poser la question de la capacité à absorber environ 40 % des dossiers.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du récit : le score maximal n’est pas choisi. S2 est retenu ; S1 reste une référence, S3 un diagnostic, S4 une option sous réserve forte car il conserve la nationalité.</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promotion est automatique sous conditions, mais il n’existe pas de remplacement inconditionnel du modèle actif.</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Séparer démonstration locale et cible SI. Les options d’hébergement et les ressources sont à arbitrer et justifier, pas déjà décidées.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Répondre en trois temps : choix, raison, validations restantes. Puis ouvrir les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9FD7C0F0-4D00-0140-8807-06D6E9D5C32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5334000" y="0"/>
            <a:ext cx="6858000" cy="6858000"/>
          </a:xfrm>
          <a:prstGeom prst="rect">
            <a:avLst/>
          </a:prstGeom>
        </p:spPr>
      </p:pic>
    </p:spTree>
    <p:extLst>
      <p:ext uri="{BB962C8B-B14F-4D97-AF65-F5344CB8AC3E}">
        <p14:creationId xmlns:p14="http://schemas.microsoft.com/office/powerpoint/2010/main" val="1558443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2">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C3BDD0-AF5E-6A61-A0D9-F70CA0FF875B}"/>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431217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BA3BD25-5930-04B1-68A5-F9BDC9B138EB}"/>
              </a:ext>
              <a:ext uri="{C183D7F6-B498-43B3-948B-1728B52AA6E4}">
                <adec:decorative xmlns:adec="http://schemas.microsoft.com/office/drawing/2017/decorative" val="1"/>
              </a:ext>
            </a:extLst>
          </p:cNvPr>
          <p:cNvGrpSpPr/>
          <p:nvPr userDrawn="1"/>
        </p:nvGrpSpPr>
        <p:grpSpPr>
          <a:xfrm>
            <a:off x="4467366" y="-2"/>
            <a:ext cx="7724635" cy="6858000"/>
            <a:chOff x="4467366" y="-2"/>
            <a:chExt cx="7724635" cy="6858000"/>
          </a:xfrm>
        </p:grpSpPr>
        <p:pic>
          <p:nvPicPr>
            <p:cNvPr id="2" name="Graphic 1">
              <a:extLst>
                <a:ext uri="{FF2B5EF4-FFF2-40B4-BE49-F238E27FC236}">
                  <a16:creationId xmlns:a16="http://schemas.microsoft.com/office/drawing/2014/main" id="{DCC1C307-4A11-8265-F1FF-AC20B78DEB9D}"/>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38"/>
            <a:stretch/>
          </p:blipFill>
          <p:spPr>
            <a:xfrm rot="5400000" flipH="1">
              <a:off x="4900683" y="3428998"/>
              <a:ext cx="2995683" cy="3862317"/>
            </a:xfrm>
            <a:prstGeom prst="rect">
              <a:avLst/>
            </a:prstGeom>
          </p:spPr>
        </p:pic>
        <p:pic>
          <p:nvPicPr>
            <p:cNvPr id="3" name="Graphic 2">
              <a:extLst>
                <a:ext uri="{FF2B5EF4-FFF2-40B4-BE49-F238E27FC236}">
                  <a16:creationId xmlns:a16="http://schemas.microsoft.com/office/drawing/2014/main" id="{E0CF8E77-A4EE-35C7-A5CD-F520193C39D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29684" y="-2"/>
              <a:ext cx="3862317" cy="386231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accent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accent3"/>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87324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4">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2" name="Graphique 10" descr="Atos logo">
            <a:extLst>
              <a:ext uri="{FF2B5EF4-FFF2-40B4-BE49-F238E27FC236}">
                <a16:creationId xmlns:a16="http://schemas.microsoft.com/office/drawing/2014/main" id="{4EAE2C9A-6617-E131-E7DC-EDB5219632CC}"/>
              </a:ext>
            </a:extLst>
          </p:cNvPr>
          <p:cNvSpPr>
            <a:spLocks noChangeAspect="1"/>
          </p:cNvSpPr>
          <p:nvPr userDrawn="1"/>
        </p:nvSpPr>
        <p:spPr>
          <a:xfrm>
            <a:off x="780542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4" name="Group 3" descr="Client/Partner/Alliance logo placeholder text box">
            <a:extLst>
              <a:ext uri="{FF2B5EF4-FFF2-40B4-BE49-F238E27FC236}">
                <a16:creationId xmlns:a16="http://schemas.microsoft.com/office/drawing/2014/main" id="{FC6D797E-46C0-6931-DE5B-BADA16383D13}"/>
              </a:ext>
              <a:ext uri="{C183D7F6-B498-43B3-948B-1728B52AA6E4}">
                <adec:decorative xmlns:adec="http://schemas.microsoft.com/office/drawing/2017/decorative" val="0"/>
              </a:ext>
            </a:extLst>
          </p:cNvPr>
          <p:cNvGrpSpPr/>
          <p:nvPr userDrawn="1"/>
        </p:nvGrpSpPr>
        <p:grpSpPr>
          <a:xfrm>
            <a:off x="12439558" y="6039739"/>
            <a:ext cx="2291081" cy="743281"/>
            <a:chOff x="9462769" y="4607169"/>
            <a:chExt cx="2291081" cy="743281"/>
          </a:xfrm>
        </p:grpSpPr>
        <p:sp>
          <p:nvSpPr>
            <p:cNvPr id="5" name="Rectangle 4">
              <a:extLst>
                <a:ext uri="{FF2B5EF4-FFF2-40B4-BE49-F238E27FC236}">
                  <a16:creationId xmlns:a16="http://schemas.microsoft.com/office/drawing/2014/main" id="{D822352F-7391-98C4-F87B-0D47FB92F00D}"/>
                </a:ext>
              </a:extLst>
            </p:cNvPr>
            <p:cNvSpPr/>
            <p:nvPr/>
          </p:nvSpPr>
          <p:spPr>
            <a:xfrm>
              <a:off x="10102849" y="4607169"/>
              <a:ext cx="1651001"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a:solidFill>
                    <a:schemeClr val="tx1"/>
                  </a:solidFill>
                </a:rPr>
                <a:t>Place the partner or alliance</a:t>
              </a:r>
              <a:br>
                <a:rPr lang="en-US" sz="1400">
                  <a:solidFill>
                    <a:schemeClr val="tx1"/>
                  </a:solidFill>
                </a:rPr>
              </a:br>
              <a:r>
                <a:rPr lang="en-US" sz="1400">
                  <a:solidFill>
                    <a:schemeClr val="tx1"/>
                  </a:solidFill>
                </a:rPr>
                <a:t>logo here</a:t>
              </a:r>
            </a:p>
          </p:txBody>
        </p:sp>
        <p:cxnSp>
          <p:nvCxnSpPr>
            <p:cNvPr id="7" name="Straight Arrow Connector 6">
              <a:extLst>
                <a:ext uri="{FF2B5EF4-FFF2-40B4-BE49-F238E27FC236}">
                  <a16:creationId xmlns:a16="http://schemas.microsoft.com/office/drawing/2014/main" id="{E0415C20-974D-3C5A-FB64-90A65740B1FA}"/>
                </a:ext>
              </a:extLst>
            </p:cNvPr>
            <p:cNvCxnSpPr>
              <a:cxnSpLocks/>
            </p:cNvCxnSpPr>
            <p:nvPr/>
          </p:nvCxnSpPr>
          <p:spPr>
            <a:xfrm rot="5400000">
              <a:off x="9782809" y="4658769"/>
              <a:ext cx="0" cy="640080"/>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3" name="Straight Connector 12">
            <a:extLst>
              <a:ext uri="{FF2B5EF4-FFF2-40B4-BE49-F238E27FC236}">
                <a16:creationId xmlns:a16="http://schemas.microsoft.com/office/drawing/2014/main" id="{D82F4E58-5BE5-7AAF-3296-A6ADEFF55B2D}"/>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060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18" name="Graphique 10" descr="Atos logo">
            <a:extLst>
              <a:ext uri="{FF2B5EF4-FFF2-40B4-BE49-F238E27FC236}">
                <a16:creationId xmlns:a16="http://schemas.microsoft.com/office/drawing/2014/main" id="{DC5A2AB4-E24E-F451-9BC8-91BE6EE4A5CA}"/>
              </a:ext>
            </a:extLst>
          </p:cNvPr>
          <p:cNvSpPr>
            <a:spLocks noChangeAspect="1"/>
          </p:cNvSpPr>
          <p:nvPr userDrawn="1"/>
        </p:nvSpPr>
        <p:spPr>
          <a:xfrm>
            <a:off x="1018417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2" name="Group 1" descr="Client/Partner/Alliance logo placeholder text box">
            <a:extLst>
              <a:ext uri="{FF2B5EF4-FFF2-40B4-BE49-F238E27FC236}">
                <a16:creationId xmlns:a16="http://schemas.microsoft.com/office/drawing/2014/main" id="{95A3F0FC-C563-28DD-6EEE-319F639800E3}"/>
              </a:ext>
              <a:ext uri="{C183D7F6-B498-43B3-948B-1728B52AA6E4}">
                <adec:decorative xmlns:adec="http://schemas.microsoft.com/office/drawing/2017/decorative" val="0"/>
              </a:ext>
            </a:extLst>
          </p:cNvPr>
          <p:cNvGrpSpPr/>
          <p:nvPr userDrawn="1"/>
        </p:nvGrpSpPr>
        <p:grpSpPr>
          <a:xfrm>
            <a:off x="7806695" y="6986588"/>
            <a:ext cx="1666875" cy="1116587"/>
            <a:chOff x="10102849" y="4471988"/>
            <a:chExt cx="1666875" cy="1116587"/>
          </a:xfrm>
        </p:grpSpPr>
        <p:sp>
          <p:nvSpPr>
            <p:cNvPr id="4" name="Rectangle 3">
              <a:extLst>
                <a:ext uri="{FF2B5EF4-FFF2-40B4-BE49-F238E27FC236}">
                  <a16:creationId xmlns:a16="http://schemas.microsoft.com/office/drawing/2014/main" id="{45CB0AC8-C79C-7D5A-1683-BB36315435F7}"/>
                </a:ext>
              </a:extLst>
            </p:cNvPr>
            <p:cNvSpPr/>
            <p:nvPr/>
          </p:nvSpPr>
          <p:spPr>
            <a:xfrm>
              <a:off x="10102849" y="4845294"/>
              <a:ext cx="1666875"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a:solidFill>
                    <a:schemeClr val="tx1"/>
                  </a:solidFill>
                </a:rPr>
                <a:t>Place the client logo here</a:t>
              </a:r>
            </a:p>
          </p:txBody>
        </p:sp>
        <p:cxnSp>
          <p:nvCxnSpPr>
            <p:cNvPr id="5" name="Straight Arrow Connector 4">
              <a:extLst>
                <a:ext uri="{FF2B5EF4-FFF2-40B4-BE49-F238E27FC236}">
                  <a16:creationId xmlns:a16="http://schemas.microsoft.com/office/drawing/2014/main" id="{728ADA43-1032-F46C-5454-1284B07B370B}"/>
                </a:ext>
              </a:extLst>
            </p:cNvPr>
            <p:cNvCxnSpPr>
              <a:cxnSpLocks/>
            </p:cNvCxnSpPr>
            <p:nvPr/>
          </p:nvCxnSpPr>
          <p:spPr>
            <a:xfrm flipV="1">
              <a:off x="10936286" y="4471988"/>
              <a:ext cx="0" cy="371475"/>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502B8148-CFE8-C48B-CB6E-972AEDB2414B}"/>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2684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6">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97919D9-2989-3289-BE2F-126C2433837B}"/>
              </a:ext>
              <a:ext uri="{C183D7F6-B498-43B3-948B-1728B52AA6E4}">
                <adec:decorative xmlns:adec="http://schemas.microsoft.com/office/drawing/2017/decorative" val="1"/>
              </a:ext>
            </a:extLst>
          </p:cNvPr>
          <p:cNvSpPr/>
          <p:nvPr userDrawn="1"/>
        </p:nvSpPr>
        <p:spPr>
          <a:xfrm>
            <a:off x="0" y="0"/>
            <a:ext cx="12192000" cy="6857556"/>
          </a:xfrm>
          <a:custGeom>
            <a:avLst/>
            <a:gdLst>
              <a:gd name="connsiteX0" fmla="*/ 12192000 w 12192000"/>
              <a:gd name="connsiteY0" fmla="*/ 2782174 h 6857556"/>
              <a:gd name="connsiteX1" fmla="*/ 12192000 w 12192000"/>
              <a:gd name="connsiteY1" fmla="*/ 6857556 h 6857556"/>
              <a:gd name="connsiteX2" fmla="*/ 8111311 w 12192000"/>
              <a:gd name="connsiteY2" fmla="*/ 6857556 h 6857556"/>
              <a:gd name="connsiteX3" fmla="*/ 8113342 w 12192000"/>
              <a:gd name="connsiteY3" fmla="*/ 6733493 h 6857556"/>
              <a:gd name="connsiteX4" fmla="*/ 12064704 w 12192000"/>
              <a:gd name="connsiteY4" fmla="*/ 2783524 h 6857556"/>
              <a:gd name="connsiteX5" fmla="*/ 0 w 12192000"/>
              <a:gd name="connsiteY5" fmla="*/ 0 h 6857556"/>
              <a:gd name="connsiteX6" fmla="*/ 12192000 w 12192000"/>
              <a:gd name="connsiteY6" fmla="*/ 0 h 6857556"/>
              <a:gd name="connsiteX7" fmla="*/ 12192000 w 12192000"/>
              <a:gd name="connsiteY7" fmla="*/ 444 h 6857556"/>
              <a:gd name="connsiteX8" fmla="*/ 11867550 w 12192000"/>
              <a:gd name="connsiteY8" fmla="*/ 4015 h 6857556"/>
              <a:gd name="connsiteX9" fmla="*/ 7200902 w 12192000"/>
              <a:gd name="connsiteY9" fmla="*/ 2159000 h 6857556"/>
              <a:gd name="connsiteX10" fmla="*/ 5337672 w 12192000"/>
              <a:gd name="connsiteY10" fmla="*/ 6585644 h 6857556"/>
              <a:gd name="connsiteX11" fmla="*/ 5334507 w 12192000"/>
              <a:gd name="connsiteY11" fmla="*/ 6857556 h 6857556"/>
              <a:gd name="connsiteX12" fmla="*/ 0 w 12192000"/>
              <a:gd name="connsiteY12" fmla="*/ 685755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7556">
                <a:moveTo>
                  <a:pt x="12192000" y="2782174"/>
                </a:moveTo>
                <a:lnTo>
                  <a:pt x="12192000" y="6857556"/>
                </a:lnTo>
                <a:lnTo>
                  <a:pt x="8111311" y="6857556"/>
                </a:lnTo>
                <a:lnTo>
                  <a:pt x="8113342" y="6733493"/>
                </a:lnTo>
                <a:cubicBezTo>
                  <a:pt x="8205095" y="4482559"/>
                  <a:pt x="9974251" y="2857766"/>
                  <a:pt x="12064704" y="2783524"/>
                </a:cubicBezTo>
                <a:close/>
                <a:moveTo>
                  <a:pt x="0" y="0"/>
                </a:moveTo>
                <a:lnTo>
                  <a:pt x="12192000" y="0"/>
                </a:lnTo>
                <a:lnTo>
                  <a:pt x="12192000" y="444"/>
                </a:lnTo>
                <a:lnTo>
                  <a:pt x="11867550" y="4015"/>
                </a:lnTo>
                <a:cubicBezTo>
                  <a:pt x="10051432" y="76082"/>
                  <a:pt x="8371914" y="919580"/>
                  <a:pt x="7200902" y="2159000"/>
                </a:cubicBezTo>
                <a:cubicBezTo>
                  <a:pt x="6035842" y="3386514"/>
                  <a:pt x="5395007" y="5006228"/>
                  <a:pt x="5337672" y="6585644"/>
                </a:cubicBezTo>
                <a:lnTo>
                  <a:pt x="5334507" y="6857556"/>
                </a:lnTo>
                <a:lnTo>
                  <a:pt x="0" y="6857556"/>
                </a:ln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19">
            <a:extLst>
              <a:ext uri="{FF2B5EF4-FFF2-40B4-BE49-F238E27FC236}">
                <a16:creationId xmlns:a16="http://schemas.microsoft.com/office/drawing/2014/main" id="{4EB1A4FF-FDF0-957E-95CD-5A9D268651E0}"/>
              </a:ext>
              <a:ext uri="{C183D7F6-B498-43B3-948B-1728B52AA6E4}">
                <adec:decorative xmlns:adec="http://schemas.microsoft.com/office/drawing/2017/decorative" val="1"/>
              </a:ext>
            </a:extLst>
          </p:cNvPr>
          <p:cNvSpPr>
            <a:spLocks noGrp="1"/>
          </p:cNvSpPr>
          <p:nvPr>
            <p:ph type="pic" sz="quarter" idx="11"/>
          </p:nvPr>
        </p:nvSpPr>
        <p:spPr>
          <a:xfrm>
            <a:off x="5327891" y="0"/>
            <a:ext cx="6864109" cy="6857556"/>
          </a:xfrm>
          <a:custGeom>
            <a:avLst/>
            <a:gdLst>
              <a:gd name="connsiteX0" fmla="*/ 6506104 w 6864109"/>
              <a:gd name="connsiteY0" fmla="*/ 0 h 6857556"/>
              <a:gd name="connsiteX1" fmla="*/ 6864109 w 6864109"/>
              <a:gd name="connsiteY1" fmla="*/ 0 h 6857556"/>
              <a:gd name="connsiteX2" fmla="*/ 6864109 w 6864109"/>
              <a:gd name="connsiteY2" fmla="*/ 2786711 h 6857556"/>
              <a:gd name="connsiteX3" fmla="*/ 6672538 w 6864109"/>
              <a:gd name="connsiteY3" fmla="*/ 2791014 h 6857556"/>
              <a:gd name="connsiteX4" fmla="*/ 2795144 w 6864109"/>
              <a:gd name="connsiteY4" fmla="*/ 6732301 h 6857556"/>
              <a:gd name="connsiteX5" fmla="*/ 2793538 w 6864109"/>
              <a:gd name="connsiteY5" fmla="*/ 6857556 h 6857556"/>
              <a:gd name="connsiteX6" fmla="*/ 0 w 6864109"/>
              <a:gd name="connsiteY6" fmla="*/ 6857556 h 6857556"/>
              <a:gd name="connsiteX7" fmla="*/ 3187 w 6864109"/>
              <a:gd name="connsiteY7" fmla="*/ 6583730 h 6857556"/>
              <a:gd name="connsiteX8" fmla="*/ 1867893 w 6864109"/>
              <a:gd name="connsiteY8" fmla="*/ 2154240 h 6857556"/>
              <a:gd name="connsiteX9" fmla="*/ 6199142 w 6864109"/>
              <a:gd name="connsiteY9" fmla="*/ 2034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4109" h="6857556">
                <a:moveTo>
                  <a:pt x="6506104" y="0"/>
                </a:moveTo>
                <a:lnTo>
                  <a:pt x="6864109" y="0"/>
                </a:lnTo>
                <a:lnTo>
                  <a:pt x="6864109" y="2786711"/>
                </a:lnTo>
                <a:lnTo>
                  <a:pt x="6672538" y="2791014"/>
                </a:lnTo>
                <a:cubicBezTo>
                  <a:pt x="4664767" y="2886626"/>
                  <a:pt x="2879590" y="4485245"/>
                  <a:pt x="2795144" y="6732301"/>
                </a:cubicBezTo>
                <a:lnTo>
                  <a:pt x="2793538" y="6857556"/>
                </a:lnTo>
                <a:lnTo>
                  <a:pt x="0" y="6857556"/>
                </a:lnTo>
                <a:lnTo>
                  <a:pt x="3187" y="6583730"/>
                </a:lnTo>
                <a:cubicBezTo>
                  <a:pt x="60566" y="5003298"/>
                  <a:pt x="701910" y="3382544"/>
                  <a:pt x="1867893" y="2154240"/>
                </a:cubicBezTo>
                <a:cubicBezTo>
                  <a:pt x="2966588" y="991538"/>
                  <a:pt x="4512566" y="177036"/>
                  <a:pt x="6199142" y="20346"/>
                </a:cubicBezTo>
                <a:close/>
              </a:path>
            </a:pathLst>
          </a:custGeom>
        </p:spPr>
        <p:txBody>
          <a:bodyPr wrap="square" tIns="0" rIns="457200" bIns="82296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396756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7">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422775"/>
            <a:ext cx="356616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3465C205-F892-0F1B-5079-C7DD0DA98B5F}"/>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964320" y="3429000"/>
            <a:ext cx="3429000" cy="3429000"/>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7394575" y="0"/>
            <a:ext cx="4797425"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4979031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8">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48640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48640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220361"/>
            <a:ext cx="301752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B4AF3867-173E-FBCF-9154-A4CA43F08CC8}"/>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057144" y="3822192"/>
            <a:ext cx="3035808" cy="3035808"/>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6092952" y="0"/>
            <a:ext cx="6099048"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704526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9">
    <p:bg>
      <p:bgPr>
        <a:solidFill>
          <a:schemeClr val="accent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91794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3"/>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a:solidFill>
            <a:schemeClr val="accent2"/>
          </a:solidFill>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43628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11">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a:t>Click icon to add picture</a:t>
            </a:r>
            <a:br>
              <a:rPr lang="en-US"/>
            </a:br>
            <a:r>
              <a:rPr lang="en-US"/>
              <a:t>[Reading order of this slide is</a:t>
            </a:r>
            <a:br>
              <a:rPr lang="en-US"/>
            </a:br>
            <a:r>
              <a:rPr lang="en-US"/>
              <a:t>failing currently as you need to</a:t>
            </a:r>
            <a:br>
              <a:rPr lang="en-US"/>
            </a:br>
            <a:r>
              <a:rPr lang="en-US"/>
              <a:t>either label your image decorative]</a:t>
            </a:r>
          </a:p>
        </p:txBody>
      </p:sp>
    </p:spTree>
    <p:extLst>
      <p:ext uri="{BB962C8B-B14F-4D97-AF65-F5344CB8AC3E}">
        <p14:creationId xmlns:p14="http://schemas.microsoft.com/office/powerpoint/2010/main" val="1512980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2">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a:solidFill>
            <a:schemeClr val="accent2"/>
          </a:solidFill>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a:t>Click icon to add picture</a:t>
            </a:r>
            <a:br>
              <a:rPr lang="en-US"/>
            </a:br>
            <a:r>
              <a:rPr lang="en-US"/>
              <a:t>[Reading order of this slide is</a:t>
            </a:r>
            <a:br>
              <a:rPr lang="en-US"/>
            </a:br>
            <a:r>
              <a:rPr lang="en-US"/>
              <a:t>failing currently as you need to</a:t>
            </a:r>
            <a:br>
              <a:rPr lang="en-US"/>
            </a:br>
            <a:r>
              <a:rPr lang="en-US"/>
              <a:t>either label your image decorative]</a:t>
            </a:r>
          </a:p>
        </p:txBody>
      </p:sp>
    </p:spTree>
    <p:extLst>
      <p:ext uri="{BB962C8B-B14F-4D97-AF65-F5344CB8AC3E}">
        <p14:creationId xmlns:p14="http://schemas.microsoft.com/office/powerpoint/2010/main" val="38375153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13">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2" name="Graphique 10" descr="Atos logo">
            <a:extLst>
              <a:ext uri="{FF2B5EF4-FFF2-40B4-BE49-F238E27FC236}">
                <a16:creationId xmlns:a16="http://schemas.microsoft.com/office/drawing/2014/main" id="{CBD091C4-DCC6-A7A6-5C1B-A46FD3900FD1}"/>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9373226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14">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2" name="Graphique 10" descr="Atos logo">
            <a:extLst>
              <a:ext uri="{FF2B5EF4-FFF2-40B4-BE49-F238E27FC236}">
                <a16:creationId xmlns:a16="http://schemas.microsoft.com/office/drawing/2014/main" id="{28D1A850-172D-1833-F449-2239E8CE4E8C}"/>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a:solidFill>
            <a:schemeClr val="accent1"/>
          </a:solidFill>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334811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ver 15">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a:t>Click icon to add picture</a:t>
            </a:r>
            <a:br>
              <a:rPr lang="en-US"/>
            </a:br>
            <a:r>
              <a:rPr lang="en-US"/>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20234962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16">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a:t>Click icon to add picture</a:t>
            </a:r>
            <a:br>
              <a:rPr lang="en-US"/>
            </a:br>
            <a:r>
              <a:rPr lang="en-US"/>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592502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17">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F85C8B13-CEF6-A9A2-8672-5F2B8560B681}"/>
              </a:ext>
              <a:ext uri="{C183D7F6-B498-43B3-948B-1728B52AA6E4}">
                <adec:decorative xmlns:adec="http://schemas.microsoft.com/office/drawing/2017/decorative" val="1"/>
              </a:ext>
            </a:extLst>
          </p:cNvPr>
          <p:cNvSpPr>
            <a:spLocks noGrp="1"/>
          </p:cNvSpPr>
          <p:nvPr>
            <p:ph type="pic" sz="quarter" idx="11" hasCustomPrompt="1"/>
          </p:nvPr>
        </p:nvSpPr>
        <p:spPr>
          <a:xfrm>
            <a:off x="0" y="0"/>
            <a:ext cx="12192000" cy="6858000"/>
          </a:xfrm>
        </p:spPr>
        <p:txBody>
          <a:bodyPr lIns="0" tIns="1463040" rIns="5029200" bIns="0" anchor="ctr"/>
          <a:lstStyle>
            <a:lvl1pPr marL="0" indent="0" algn="r">
              <a:spcAft>
                <a:spcPts val="0"/>
              </a:spcAft>
              <a:buNone/>
              <a:defRPr>
                <a:solidFill>
                  <a:schemeClr val="accent3"/>
                </a:solidFill>
              </a:defRPr>
            </a:lvl1pPr>
          </a:lstStyle>
          <a:p>
            <a:r>
              <a:rPr lang="en-US"/>
              <a:t>Click icon to add picture</a:t>
            </a:r>
            <a:br>
              <a:rPr lang="en-US"/>
            </a:br>
            <a:r>
              <a:rPr lang="en-US"/>
              <a:t>[Reading order of this slide is failing currently as</a:t>
            </a:r>
            <a:br>
              <a:rPr lang="en-US"/>
            </a:br>
            <a:r>
              <a:rPr lang="en-US"/>
              <a:t>you need to either label your image decorative]</a:t>
            </a:r>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3" name="Graphique 10" descr="Atos logo">
            <a:extLst>
              <a:ext uri="{FF2B5EF4-FFF2-40B4-BE49-F238E27FC236}">
                <a16:creationId xmlns:a16="http://schemas.microsoft.com/office/drawing/2014/main" id="{5AA386F3-87E4-9129-B046-27EE5D3D1192}"/>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4" name="TextBox 3">
            <a:extLst>
              <a:ext uri="{FF2B5EF4-FFF2-40B4-BE49-F238E27FC236}">
                <a16:creationId xmlns:a16="http://schemas.microsoft.com/office/drawing/2014/main" id="{AA5044B6-EF8E-46E4-163D-6DE61E557D06}"/>
              </a:ext>
              <a:ext uri="{C183D7F6-B498-43B3-948B-1728B52AA6E4}">
                <adec:decorative xmlns:adec="http://schemas.microsoft.com/office/drawing/2017/decorative" val="0"/>
              </a:ext>
            </a:extLst>
          </p:cNvPr>
          <p:cNvSpPr txBox="1"/>
          <p:nvPr userDrawn="1"/>
        </p:nvSpPr>
        <p:spPr>
          <a:xfrm>
            <a:off x="12377339" y="4453708"/>
            <a:ext cx="2839801" cy="1384995"/>
          </a:xfrm>
          <a:prstGeom prst="rect">
            <a:avLst/>
          </a:prstGeom>
          <a:solidFill>
            <a:srgbClr val="FFFF00"/>
          </a:solidFill>
        </p:spPr>
        <p:txBody>
          <a:bodyPr wrap="square" rtlCol="0">
            <a:spAutoFit/>
          </a:bodyPr>
          <a:lstStyle/>
          <a:p>
            <a:pPr algn="l"/>
            <a:r>
              <a:rPr lang="en-US" sz="1400">
                <a:solidFill>
                  <a:schemeClr val="accent3"/>
                </a:solidFill>
              </a:rPr>
              <a:t>Please note, all texts in this slide should be clearly visible (for Accessibility compliance) in the full image that we use and also ensure the Atos logo to be visible in front of the image.</a:t>
            </a:r>
          </a:p>
        </p:txBody>
      </p:sp>
    </p:spTree>
    <p:extLst>
      <p:ext uri="{BB962C8B-B14F-4D97-AF65-F5344CB8AC3E}">
        <p14:creationId xmlns:p14="http://schemas.microsoft.com/office/powerpoint/2010/main" val="9180408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a:t>Contents</a:t>
            </a:r>
          </a:p>
        </p:txBody>
      </p:sp>
      <p:sp>
        <p:nvSpPr>
          <p:cNvPr id="15" name="Text Placeholder 6">
            <a:extLst>
              <a:ext uri="{FF2B5EF4-FFF2-40B4-BE49-F238E27FC236}">
                <a16:creationId xmlns:a16="http://schemas.microsoft.com/office/drawing/2014/main" id="{EB2A93CD-4E60-C2E9-EE37-CFC445B9D364}"/>
              </a:ext>
            </a:extLst>
          </p:cNvPr>
          <p:cNvSpPr>
            <a:spLocks noGrp="1"/>
          </p:cNvSpPr>
          <p:nvPr>
            <p:ph type="body" sz="quarter" idx="10" hasCustomPrompt="1"/>
          </p:nvPr>
        </p:nvSpPr>
        <p:spPr>
          <a:xfrm>
            <a:off x="2954745" y="1446366"/>
            <a:ext cx="8811804" cy="4630583"/>
          </a:xfrm>
        </p:spPr>
        <p:txBody>
          <a:bodyPr wrap="none">
            <a:noAutofit/>
          </a:bodyPr>
          <a:lstStyle>
            <a:lvl1pPr marL="457200" indent="-457200" algn="l">
              <a:spcAft>
                <a:spcPts val="6000"/>
              </a:spcAft>
              <a:buClr>
                <a:schemeClr val="accent1"/>
              </a:buClr>
              <a:buFont typeface="+mj-lt"/>
              <a:buAutoNum type="arabicPeriod"/>
              <a:tabLst>
                <a:tab pos="8805672"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Chapter title example	00</a:t>
            </a:r>
          </a:p>
          <a:p>
            <a:pPr lvl="0"/>
            <a:r>
              <a:rPr lang="en-US"/>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a:t>Chapter title example	00</a:t>
            </a:r>
          </a:p>
        </p:txBody>
      </p:sp>
      <p:sp>
        <p:nvSpPr>
          <p:cNvPr id="4" name="Slide Number Placeholder 5">
            <a:extLst>
              <a:ext uri="{FF2B5EF4-FFF2-40B4-BE49-F238E27FC236}">
                <a16:creationId xmlns:a16="http://schemas.microsoft.com/office/drawing/2014/main" id="{26BB2E32-37FB-AE7E-618C-B4D4A78DA92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14" name="Graphic 13">
            <a:extLst>
              <a:ext uri="{FF2B5EF4-FFF2-40B4-BE49-F238E27FC236}">
                <a16:creationId xmlns:a16="http://schemas.microsoft.com/office/drawing/2014/main" id="{F2588EFC-544B-492D-10E8-E969C9B1A61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1117917" y="1285493"/>
            <a:ext cx="1545853" cy="1545853"/>
          </a:xfrm>
          <a:prstGeom prst="rect">
            <a:avLst/>
          </a:prstGeom>
        </p:spPr>
      </p:pic>
    </p:spTree>
    <p:extLst>
      <p:ext uri="{BB962C8B-B14F-4D97-AF65-F5344CB8AC3E}">
        <p14:creationId xmlns:p14="http://schemas.microsoft.com/office/powerpoint/2010/main" val="40763589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a:t>Contents</a:t>
            </a:r>
          </a:p>
        </p:txBody>
      </p:sp>
      <p:sp>
        <p:nvSpPr>
          <p:cNvPr id="3" name="Text Placeholder 6">
            <a:extLst>
              <a:ext uri="{FF2B5EF4-FFF2-40B4-BE49-F238E27FC236}">
                <a16:creationId xmlns:a16="http://schemas.microsoft.com/office/drawing/2014/main" id="{1A11519D-0BCC-29ED-F52C-BE75957A7A56}"/>
              </a:ext>
            </a:extLst>
          </p:cNvPr>
          <p:cNvSpPr>
            <a:spLocks noGrp="1"/>
          </p:cNvSpPr>
          <p:nvPr>
            <p:ph type="body" sz="quarter" idx="10" hasCustomPrompt="1"/>
          </p:nvPr>
        </p:nvSpPr>
        <p:spPr>
          <a:xfrm>
            <a:off x="428624" y="1446367"/>
            <a:ext cx="11337925" cy="4630583"/>
          </a:xfrm>
        </p:spPr>
        <p:txBody>
          <a:bodyPr wrap="none" numCol="2" spcCol="457200">
            <a:noAutofit/>
          </a:bodyPr>
          <a:lstStyle>
            <a:lvl1pPr marL="365760" indent="-365760" algn="l">
              <a:spcAft>
                <a:spcPts val="6000"/>
              </a:spcAft>
              <a:buClr>
                <a:schemeClr val="accent1"/>
              </a:buClr>
              <a:buFont typeface="+mj-lt"/>
              <a:buAutoNum type="arabicPeriod"/>
              <a:tabLst>
                <a:tab pos="5567363"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Chapter title example	00</a:t>
            </a:r>
          </a:p>
          <a:p>
            <a:pPr lvl="0"/>
            <a:r>
              <a:rPr lang="en-US"/>
              <a:t>Chapter title example	00</a:t>
            </a:r>
          </a:p>
          <a:p>
            <a:pPr lvl="0"/>
            <a:r>
              <a:rPr lang="en-US"/>
              <a:t>Chapter title example	00</a:t>
            </a:r>
          </a:p>
          <a:p>
            <a:pPr lvl="0"/>
            <a:r>
              <a:rPr lang="en-US"/>
              <a:t>Chapter title example	00</a:t>
            </a:r>
          </a:p>
          <a:p>
            <a:pPr lvl="0"/>
            <a:endParaRPr lang="en-US"/>
          </a:p>
          <a:p>
            <a:pPr lvl="0"/>
            <a:r>
              <a:rPr lang="en-US"/>
              <a:t>Chapter title example	00</a:t>
            </a:r>
          </a:p>
          <a:p>
            <a:pPr lvl="0"/>
            <a:r>
              <a:rPr lang="en-US"/>
              <a:t>Chapter title example	00</a:t>
            </a:r>
          </a:p>
          <a:p>
            <a:pPr lvl="0"/>
            <a:r>
              <a:rPr lang="en-US"/>
              <a:t>Chapter title example	00</a:t>
            </a:r>
          </a:p>
          <a:p>
            <a:pPr lvl="0"/>
            <a:r>
              <a:rPr lang="en-US"/>
              <a:t>Chapter title example	00</a:t>
            </a:r>
          </a:p>
        </p:txBody>
      </p:sp>
      <p:sp>
        <p:nvSpPr>
          <p:cNvPr id="30" name="Slide Number Placeholder 5">
            <a:extLst>
              <a:ext uri="{FF2B5EF4-FFF2-40B4-BE49-F238E27FC236}">
                <a16:creationId xmlns:a16="http://schemas.microsoft.com/office/drawing/2014/main" id="{73BB667A-B847-58CB-E129-3219597AE69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cxnSp>
        <p:nvCxnSpPr>
          <p:cNvPr id="38" name="Straight Connector 37">
            <a:extLst>
              <a:ext uri="{FF2B5EF4-FFF2-40B4-BE49-F238E27FC236}">
                <a16:creationId xmlns:a16="http://schemas.microsoft.com/office/drawing/2014/main" id="{0349E7EF-452F-CD72-A15B-A271646B001D}"/>
              </a:ext>
              <a:ext uri="{C183D7F6-B498-43B3-948B-1728B52AA6E4}">
                <adec:decorative xmlns:adec="http://schemas.microsoft.com/office/drawing/2017/decorative" val="1"/>
              </a:ext>
            </a:extLst>
          </p:cNvPr>
          <p:cNvCxnSpPr>
            <a:cxnSpLocks/>
          </p:cNvCxnSpPr>
          <p:nvPr userDrawn="1"/>
        </p:nvCxnSpPr>
        <p:spPr>
          <a:xfrm>
            <a:off x="6084424" y="1446367"/>
            <a:ext cx="0" cy="463058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0842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Content Placeholder 2">
            <a:extLst>
              <a:ext uri="{FF2B5EF4-FFF2-40B4-BE49-F238E27FC236}">
                <a16:creationId xmlns:a16="http://schemas.microsoft.com/office/drawing/2014/main" id="{910954B3-5AD1-D4D0-8177-5CCD13F90ACB}"/>
              </a:ext>
            </a:extLst>
          </p:cNvPr>
          <p:cNvSpPr>
            <a:spLocks noGrp="1"/>
          </p:cNvSpPr>
          <p:nvPr>
            <p:ph idx="1" hasCustomPrompt="1"/>
          </p:nvPr>
        </p:nvSpPr>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3748739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CABA1F-8D00-5959-2A0D-477B4EF70235}"/>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1"/>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6DD5DB93-121A-B297-E6DD-9478830F772D}"/>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5899984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272B4DF-76DC-9537-2195-0E94F371120D}"/>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5"/>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F942A06E-E4C7-D3E8-BDED-EF771CB11DC7}"/>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4433225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2C2E77BA-4420-33FD-4703-B3C9B3709560}"/>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2" name="Group 11">
            <a:extLst>
              <a:ext uri="{FF2B5EF4-FFF2-40B4-BE49-F238E27FC236}">
                <a16:creationId xmlns:a16="http://schemas.microsoft.com/office/drawing/2014/main" id="{29B04704-D297-7EBA-4063-575F9A18AE97}"/>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11" name="Graphic 10">
              <a:extLst>
                <a:ext uri="{FF2B5EF4-FFF2-40B4-BE49-F238E27FC236}">
                  <a16:creationId xmlns:a16="http://schemas.microsoft.com/office/drawing/2014/main" id="{6816DF95-FC03-CC86-B8D8-20652505E240}"/>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190847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0B12C593-773C-E67F-DB83-82BD217D311F}"/>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7" name="Group 6">
            <a:extLst>
              <a:ext uri="{FF2B5EF4-FFF2-40B4-BE49-F238E27FC236}">
                <a16:creationId xmlns:a16="http://schemas.microsoft.com/office/drawing/2014/main" id="{F06DE2F9-7CCD-3A2F-30CC-C7D24C868994}"/>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4" name="Graphic 3">
              <a:extLst>
                <a:ext uri="{FF2B5EF4-FFF2-40B4-BE49-F238E27FC236}">
                  <a16:creationId xmlns:a16="http://schemas.microsoft.com/office/drawing/2014/main" id="{2628BD85-5B0A-7D0D-95ED-9672F51D74F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8974128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FB00E452-A8AB-FCA1-7196-432BABC0064A}"/>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3981565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BF8EBD0A-DCBF-5697-AB86-E59F43E1D95B}"/>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1436997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34DCFC9F-3888-3FE8-C62C-CCD59B04A97D}"/>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200438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73135E85-701C-2A07-70DF-01ECB1643946}"/>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34586884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10">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EFFFDD0C-B234-E48F-1117-E71A1BF8BD15}"/>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25427780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11">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0CA31D4C-9EC0-0FDC-B08E-7FAC603BC4A8}"/>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3049182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Content Placeholder 2">
            <a:extLst>
              <a:ext uri="{FF2B5EF4-FFF2-40B4-BE49-F238E27FC236}">
                <a16:creationId xmlns:a16="http://schemas.microsoft.com/office/drawing/2014/main" id="{DE53F9C9-7BFC-1D24-B33A-98C5AEE75744}"/>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D6A5A712-8133-290C-17E5-6ADEAD979366}"/>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10" name="Graphic 9">
              <a:extLst>
                <a:ext uri="{FF2B5EF4-FFF2-40B4-BE49-F238E27FC236}">
                  <a16:creationId xmlns:a16="http://schemas.microsoft.com/office/drawing/2014/main" id="{22501D31-6936-420C-ACFF-982A9191305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6000542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Content Placeholder 2">
            <a:extLst>
              <a:ext uri="{FF2B5EF4-FFF2-40B4-BE49-F238E27FC236}">
                <a16:creationId xmlns:a16="http://schemas.microsoft.com/office/drawing/2014/main" id="{A23D37F2-34C1-3164-2998-05614FE79C95}"/>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DB93FC7F-A043-26E0-2447-B14E4009E497}"/>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9" name="Graphic 8">
              <a:extLst>
                <a:ext uri="{FF2B5EF4-FFF2-40B4-BE49-F238E27FC236}">
                  <a16:creationId xmlns:a16="http://schemas.microsoft.com/office/drawing/2014/main" id="{7CD25A46-D852-06A3-C070-0D7F9D2DFDF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5687827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AC8AC44C-BB04-C5BB-3272-F65FD685E841}"/>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3" name="Group 2">
            <a:extLst>
              <a:ext uri="{FF2B5EF4-FFF2-40B4-BE49-F238E27FC236}">
                <a16:creationId xmlns:a16="http://schemas.microsoft.com/office/drawing/2014/main" id="{4DDA2B42-149F-7889-73F5-F477CDA98DAA}"/>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4" name="Graphic 3">
              <a:extLst>
                <a:ext uri="{FF2B5EF4-FFF2-40B4-BE49-F238E27FC236}">
                  <a16:creationId xmlns:a16="http://schemas.microsoft.com/office/drawing/2014/main" id="{DF69ABC1-670A-EF0D-7C56-BD06F9D0251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427906671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2693297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ithout titl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371D70F-68B5-DD4A-6E9F-DB676EF7BC3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288369067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83729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048785D0-F5D7-C2BD-C6A9-98DBFBDFE1F9}"/>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10822330" y="1"/>
            <a:ext cx="1369670" cy="1369670"/>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7" name="Content Placeholder 2">
            <a:extLst>
              <a:ext uri="{FF2B5EF4-FFF2-40B4-BE49-F238E27FC236}">
                <a16:creationId xmlns:a16="http://schemas.microsoft.com/office/drawing/2014/main" id="{4F4ECEB7-E07A-7A71-72F2-6E250063872D}"/>
              </a:ext>
            </a:extLst>
          </p:cNvPr>
          <p:cNvSpPr>
            <a:spLocks noGrp="1"/>
          </p:cNvSpPr>
          <p:nvPr>
            <p:ph idx="12" hasCustomPrompt="1"/>
          </p:nvPr>
        </p:nvSpPr>
        <p:spPr>
          <a:xfrm>
            <a:off x="428624"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9" name="Content Placeholder 2">
            <a:extLst>
              <a:ext uri="{FF2B5EF4-FFF2-40B4-BE49-F238E27FC236}">
                <a16:creationId xmlns:a16="http://schemas.microsoft.com/office/drawing/2014/main" id="{32FF7271-3C8C-31AB-981B-7467A0E264E1}"/>
              </a:ext>
            </a:extLst>
          </p:cNvPr>
          <p:cNvSpPr>
            <a:spLocks noGrp="1"/>
          </p:cNvSpPr>
          <p:nvPr>
            <p:ph idx="13" hasCustomPrompt="1"/>
          </p:nvPr>
        </p:nvSpPr>
        <p:spPr>
          <a:xfrm>
            <a:off x="6280150"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4" name="Slide Number Placeholder 5">
            <a:extLst>
              <a:ext uri="{FF2B5EF4-FFF2-40B4-BE49-F238E27FC236}">
                <a16:creationId xmlns:a16="http://schemas.microsoft.com/office/drawing/2014/main" id="{DD5FC312-F0E9-0D35-0A90-49621D92794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cxnSp>
        <p:nvCxnSpPr>
          <p:cNvPr id="3" name="Straight Connector 2">
            <a:extLst>
              <a:ext uri="{FF2B5EF4-FFF2-40B4-BE49-F238E27FC236}">
                <a16:creationId xmlns:a16="http://schemas.microsoft.com/office/drawing/2014/main" id="{1E0EAC6A-A6C2-66A3-C8C0-3F5ABACF7D2C}"/>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21170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Text Placeholder 11">
            <a:extLst>
              <a:ext uri="{FF2B5EF4-FFF2-40B4-BE49-F238E27FC236}">
                <a16:creationId xmlns:a16="http://schemas.microsoft.com/office/drawing/2014/main" id="{2387BA6D-A7AE-3F35-E292-AB3A29B17098}"/>
              </a:ext>
            </a:extLst>
          </p:cNvPr>
          <p:cNvSpPr>
            <a:spLocks noGrp="1"/>
          </p:cNvSpPr>
          <p:nvPr>
            <p:ph type="body" sz="quarter" idx="13" hasCustomPrompt="1"/>
          </p:nvPr>
        </p:nvSpPr>
        <p:spPr>
          <a:xfrm>
            <a:off x="428624" y="1446212"/>
            <a:ext cx="3566160" cy="4630737"/>
          </a:xfrm>
        </p:spPr>
        <p:txBody>
          <a:bodyPr lIns="0" tIns="0" rIns="0" bIns="0"/>
          <a:lstStyle/>
          <a:p>
            <a:pPr lvl="0"/>
            <a:r>
              <a:rPr lang="en-US"/>
              <a:t>Level 01</a:t>
            </a:r>
          </a:p>
          <a:p>
            <a:pPr lvl="1"/>
            <a:r>
              <a:rPr lang="en-US"/>
              <a:t>Level 02</a:t>
            </a:r>
          </a:p>
          <a:p>
            <a:pPr lvl="2"/>
            <a:r>
              <a:rPr lang="en-US"/>
              <a:t>Level 03</a:t>
            </a:r>
          </a:p>
          <a:p>
            <a:pPr lvl="3"/>
            <a:r>
              <a:rPr lang="en-US"/>
              <a:t>Level 04</a:t>
            </a:r>
          </a:p>
        </p:txBody>
      </p:sp>
      <p:sp>
        <p:nvSpPr>
          <p:cNvPr id="9" name="Text Placeholder 11">
            <a:extLst>
              <a:ext uri="{FF2B5EF4-FFF2-40B4-BE49-F238E27FC236}">
                <a16:creationId xmlns:a16="http://schemas.microsoft.com/office/drawing/2014/main" id="{53EC500C-DC96-24C1-FB6D-38F10FFA079E}"/>
              </a:ext>
              <a:ext uri="{C183D7F6-B498-43B3-948B-1728B52AA6E4}">
                <adec:decorative xmlns:adec="http://schemas.microsoft.com/office/drawing/2017/decorative" val="0"/>
              </a:ext>
            </a:extLst>
          </p:cNvPr>
          <p:cNvSpPr>
            <a:spLocks noGrp="1"/>
          </p:cNvSpPr>
          <p:nvPr>
            <p:ph type="body" sz="quarter" idx="14" hasCustomPrompt="1"/>
          </p:nvPr>
        </p:nvSpPr>
        <p:spPr>
          <a:xfrm>
            <a:off x="4312920" y="1446212"/>
            <a:ext cx="3566160" cy="4630737"/>
          </a:xfrm>
        </p:spPr>
        <p:txBody>
          <a:bodyPr lIns="0" tIns="0" rIns="0" bIns="0"/>
          <a:lstStyle/>
          <a:p>
            <a:pPr lvl="0"/>
            <a:r>
              <a:rPr lang="en-US"/>
              <a:t>Level 01</a:t>
            </a:r>
          </a:p>
          <a:p>
            <a:pPr lvl="1"/>
            <a:r>
              <a:rPr lang="en-US"/>
              <a:t>Level 02</a:t>
            </a:r>
          </a:p>
          <a:p>
            <a:pPr lvl="2"/>
            <a:r>
              <a:rPr lang="en-US"/>
              <a:t>Level 03</a:t>
            </a:r>
          </a:p>
          <a:p>
            <a:pPr lvl="3"/>
            <a:r>
              <a:rPr lang="en-US"/>
              <a:t>Level 04</a:t>
            </a:r>
          </a:p>
        </p:txBody>
      </p:sp>
      <p:sp>
        <p:nvSpPr>
          <p:cNvPr id="10" name="Text Placeholder 11">
            <a:extLst>
              <a:ext uri="{FF2B5EF4-FFF2-40B4-BE49-F238E27FC236}">
                <a16:creationId xmlns:a16="http://schemas.microsoft.com/office/drawing/2014/main" id="{4B8D4FE2-3660-5569-5772-F7846E85E0EF}"/>
              </a:ext>
            </a:extLst>
          </p:cNvPr>
          <p:cNvSpPr>
            <a:spLocks noGrp="1"/>
          </p:cNvSpPr>
          <p:nvPr>
            <p:ph type="body" sz="quarter" idx="15" hasCustomPrompt="1"/>
          </p:nvPr>
        </p:nvSpPr>
        <p:spPr>
          <a:xfrm>
            <a:off x="8197215" y="1446212"/>
            <a:ext cx="3566160" cy="4630737"/>
          </a:xfrm>
        </p:spPr>
        <p:txBody>
          <a:bodyPr lIns="0" tIns="0" rIns="0" bIns="0"/>
          <a:lstStyle/>
          <a:p>
            <a:pPr lvl="0"/>
            <a:r>
              <a:rPr lang="en-US"/>
              <a:t>Level 01</a:t>
            </a:r>
          </a:p>
          <a:p>
            <a:pPr lvl="1"/>
            <a:r>
              <a:rPr lang="en-US"/>
              <a:t>Level 02</a:t>
            </a:r>
          </a:p>
          <a:p>
            <a:pPr lvl="2"/>
            <a:r>
              <a:rPr lang="en-US"/>
              <a:t>Level 03</a:t>
            </a:r>
          </a:p>
          <a:p>
            <a:pPr lvl="3"/>
            <a:r>
              <a:rPr lang="en-US"/>
              <a:t>Level 04</a:t>
            </a:r>
          </a:p>
        </p:txBody>
      </p:sp>
      <p:sp>
        <p:nvSpPr>
          <p:cNvPr id="6" name="Slide Number Placeholder 5">
            <a:extLst>
              <a:ext uri="{FF2B5EF4-FFF2-40B4-BE49-F238E27FC236}">
                <a16:creationId xmlns:a16="http://schemas.microsoft.com/office/drawing/2014/main" id="{AB30C074-8F33-E5B3-9A55-D11D3E78E9B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7" name="Group 6">
            <a:extLst>
              <a:ext uri="{FF2B5EF4-FFF2-40B4-BE49-F238E27FC236}">
                <a16:creationId xmlns:a16="http://schemas.microsoft.com/office/drawing/2014/main" id="{B2B30B23-ADB1-011C-633E-A9D3A14F4F80}"/>
              </a:ext>
              <a:ext uri="{C183D7F6-B498-43B3-948B-1728B52AA6E4}">
                <adec:decorative xmlns:adec="http://schemas.microsoft.com/office/drawing/2017/decorative" val="1"/>
              </a:ext>
            </a:extLst>
          </p:cNvPr>
          <p:cNvGrpSpPr/>
          <p:nvPr userDrawn="1"/>
        </p:nvGrpSpPr>
        <p:grpSpPr>
          <a:xfrm>
            <a:off x="4153852" y="1446213"/>
            <a:ext cx="3884296" cy="4630737"/>
            <a:chOff x="4153852" y="1446213"/>
            <a:chExt cx="3884296" cy="4630737"/>
          </a:xfrm>
        </p:grpSpPr>
        <p:cxnSp>
          <p:nvCxnSpPr>
            <p:cNvPr id="3" name="Straight Connector 2">
              <a:extLst>
                <a:ext uri="{FF2B5EF4-FFF2-40B4-BE49-F238E27FC236}">
                  <a16:creationId xmlns:a16="http://schemas.microsoft.com/office/drawing/2014/main" id="{F8A737D2-6B87-DFC3-DA84-6860E12B811E}"/>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05432266-537A-E53F-5875-D324F4DFC0A5}"/>
                </a:ext>
                <a:ext uri="{C183D7F6-B498-43B3-948B-1728B52AA6E4}">
                  <adec:decorative xmlns:adec="http://schemas.microsoft.com/office/drawing/2017/decorative" val="1"/>
                </a:ext>
              </a:extLst>
            </p:cNvPr>
            <p:cNvCxnSpPr>
              <a:cxnSpLocks/>
            </p:cNvCxnSpPr>
            <p:nvPr userDrawn="1"/>
          </p:nvCxnSpPr>
          <p:spPr>
            <a:xfrm>
              <a:off x="8038148"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337640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Text Placeholder 3">
            <a:extLst>
              <a:ext uri="{FF2B5EF4-FFF2-40B4-BE49-F238E27FC236}">
                <a16:creationId xmlns:a16="http://schemas.microsoft.com/office/drawing/2014/main" id="{AC80D85C-7F74-EF15-F42E-B26573598E05}"/>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6" name="Content Placeholder 2">
            <a:extLst>
              <a:ext uri="{FF2B5EF4-FFF2-40B4-BE49-F238E27FC236}">
                <a16:creationId xmlns:a16="http://schemas.microsoft.com/office/drawing/2014/main" id="{5700FE41-5068-BC51-A4B6-593B5760B3DE}"/>
              </a:ext>
            </a:extLst>
          </p:cNvPr>
          <p:cNvSpPr>
            <a:spLocks noGrp="1"/>
          </p:cNvSpPr>
          <p:nvPr>
            <p:ph idx="12" hasCustomPrompt="1"/>
          </p:nvPr>
        </p:nvSpPr>
        <p:spPr>
          <a:xfrm>
            <a:off x="428624"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4" name="Text Placeholder 3">
            <a:extLst>
              <a:ext uri="{FF2B5EF4-FFF2-40B4-BE49-F238E27FC236}">
                <a16:creationId xmlns:a16="http://schemas.microsoft.com/office/drawing/2014/main" id="{A0D33B2D-3680-CFA8-4922-DC944983F91C}"/>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7" name="Content Placeholder 2">
            <a:extLst>
              <a:ext uri="{FF2B5EF4-FFF2-40B4-BE49-F238E27FC236}">
                <a16:creationId xmlns:a16="http://schemas.microsoft.com/office/drawing/2014/main" id="{7D652B75-AA09-638D-B391-9800623F8056}"/>
              </a:ext>
            </a:extLst>
          </p:cNvPr>
          <p:cNvSpPr>
            <a:spLocks noGrp="1"/>
          </p:cNvSpPr>
          <p:nvPr>
            <p:ph idx="23" hasCustomPrompt="1"/>
          </p:nvPr>
        </p:nvSpPr>
        <p:spPr>
          <a:xfrm>
            <a:off x="6280150"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1C26462A-B24E-6496-B1DF-273A6106E18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cxnSp>
        <p:nvCxnSpPr>
          <p:cNvPr id="24" name="Straight Connector 23">
            <a:extLst>
              <a:ext uri="{FF2B5EF4-FFF2-40B4-BE49-F238E27FC236}">
                <a16:creationId xmlns:a16="http://schemas.microsoft.com/office/drawing/2014/main" id="{211BA7B0-5B3E-37FB-ABC1-62CDDC761C13}"/>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238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D9F1CD4A-4EE0-2AF7-2ECD-C8C5F0390D21}"/>
              </a:ext>
              <a:ext uri="{C183D7F6-B498-43B3-948B-1728B52AA6E4}">
                <adec:decorative xmlns:adec="http://schemas.microsoft.com/office/drawing/2017/decorative" val="1"/>
              </a:ext>
            </a:extLst>
          </p:cNvPr>
          <p:cNvGrpSpPr/>
          <p:nvPr userDrawn="1"/>
        </p:nvGrpSpPr>
        <p:grpSpPr>
          <a:xfrm>
            <a:off x="4153852" y="1446213"/>
            <a:ext cx="3892977" cy="4630737"/>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288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3"/>
            <a:ext cx="5796764" cy="4630737"/>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0195868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7" name="Text Placeholder 3">
            <a:extLst>
              <a:ext uri="{FF2B5EF4-FFF2-40B4-BE49-F238E27FC236}">
                <a16:creationId xmlns:a16="http://schemas.microsoft.com/office/drawing/2014/main" id="{C2CA012C-3387-F6E7-BD07-7F68D4FD7B29}"/>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9" name="Text Placeholder 3">
            <a:extLst>
              <a:ext uri="{FF2B5EF4-FFF2-40B4-BE49-F238E27FC236}">
                <a16:creationId xmlns:a16="http://schemas.microsoft.com/office/drawing/2014/main" id="{28E350C6-C030-D9A7-8FFE-0C6BE159F13B}"/>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3" name="Slide Number Placeholder 5">
            <a:extLst>
              <a:ext uri="{FF2B5EF4-FFF2-40B4-BE49-F238E27FC236}">
                <a16:creationId xmlns:a16="http://schemas.microsoft.com/office/drawing/2014/main" id="{B5B1AEC1-40BF-926F-B166-C26EDD113684}"/>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4" name="Picture Placeholder 3">
            <a:extLst>
              <a:ext uri="{FF2B5EF4-FFF2-40B4-BE49-F238E27FC236}">
                <a16:creationId xmlns:a16="http://schemas.microsoft.com/office/drawing/2014/main" id="{D273CDCD-A3ED-25B5-B18D-BDF48020EDDD}"/>
              </a:ext>
              <a:ext uri="{C183D7F6-B498-43B3-948B-1728B52AA6E4}">
                <adec:decorative xmlns:adec="http://schemas.microsoft.com/office/drawing/2017/decorative" val="1"/>
              </a:ext>
            </a:extLst>
          </p:cNvPr>
          <p:cNvSpPr>
            <a:spLocks noGrp="1"/>
          </p:cNvSpPr>
          <p:nvPr>
            <p:ph type="pic" sz="quarter" idx="17"/>
          </p:nvPr>
        </p:nvSpPr>
        <p:spPr>
          <a:xfrm>
            <a:off x="428624" y="1994854"/>
            <a:ext cx="5486400" cy="4082096"/>
          </a:xfrm>
        </p:spPr>
        <p:txBody>
          <a:bodyPr anchor="ctr"/>
          <a:lstStyle>
            <a:lvl1pPr marL="0" indent="0" algn="ctr">
              <a:buNone/>
              <a:defRPr/>
            </a:lvl1pPr>
          </a:lstStyle>
          <a:p>
            <a:r>
              <a:rPr lang="fr-FR"/>
              <a:t>Cliquez sur l'icône pour ajouter une image</a:t>
            </a:r>
            <a:endParaRPr lang="en-US"/>
          </a:p>
        </p:txBody>
      </p:sp>
      <p:sp>
        <p:nvSpPr>
          <p:cNvPr id="5" name="Picture Placeholder 3">
            <a:extLst>
              <a:ext uri="{FF2B5EF4-FFF2-40B4-BE49-F238E27FC236}">
                <a16:creationId xmlns:a16="http://schemas.microsoft.com/office/drawing/2014/main" id="{64FC30F8-E61C-6616-BF60-9AFD9F7EBEC9}"/>
              </a:ext>
              <a:ext uri="{C183D7F6-B498-43B3-948B-1728B52AA6E4}">
                <adec:decorative xmlns:adec="http://schemas.microsoft.com/office/drawing/2017/decorative" val="1"/>
              </a:ext>
            </a:extLst>
          </p:cNvPr>
          <p:cNvSpPr>
            <a:spLocks noGrp="1"/>
          </p:cNvSpPr>
          <p:nvPr>
            <p:ph type="pic" sz="quarter" idx="18"/>
          </p:nvPr>
        </p:nvSpPr>
        <p:spPr>
          <a:xfrm>
            <a:off x="6280150" y="1994854"/>
            <a:ext cx="5486400" cy="4082096"/>
          </a:xfr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425068880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5C2280E2-8456-6A59-68C6-B002ACDE4A5D}"/>
              </a:ext>
            </a:extLst>
          </p:cNvPr>
          <p:cNvSpPr>
            <a:spLocks noGrp="1"/>
          </p:cNvSpPr>
          <p:nvPr>
            <p:ph type="body" sz="quarter" idx="22"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7" name="Text Placeholder 3">
            <a:extLst>
              <a:ext uri="{FF2B5EF4-FFF2-40B4-BE49-F238E27FC236}">
                <a16:creationId xmlns:a16="http://schemas.microsoft.com/office/drawing/2014/main" id="{52CCFF94-B857-D8DC-B2CD-0FFF4A50C300}"/>
              </a:ext>
            </a:extLst>
          </p:cNvPr>
          <p:cNvSpPr>
            <a:spLocks noGrp="1"/>
          </p:cNvSpPr>
          <p:nvPr>
            <p:ph type="body" sz="quarter" idx="23"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9" name="Text Placeholder 3">
            <a:extLst>
              <a:ext uri="{FF2B5EF4-FFF2-40B4-BE49-F238E27FC236}">
                <a16:creationId xmlns:a16="http://schemas.microsoft.com/office/drawing/2014/main" id="{3242A419-9A8D-61BF-51EB-69513EA5BE23}"/>
              </a:ext>
            </a:extLst>
          </p:cNvPr>
          <p:cNvSpPr>
            <a:spLocks noGrp="1"/>
          </p:cNvSpPr>
          <p:nvPr>
            <p:ph type="body" sz="quarter" idx="24"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a:t>Heading</a:t>
            </a:r>
          </a:p>
        </p:txBody>
      </p:sp>
      <p:sp>
        <p:nvSpPr>
          <p:cNvPr id="10" name="Slide Number Placeholder 5">
            <a:extLst>
              <a:ext uri="{FF2B5EF4-FFF2-40B4-BE49-F238E27FC236}">
                <a16:creationId xmlns:a16="http://schemas.microsoft.com/office/drawing/2014/main" id="{3D7EF800-D5AD-6EA2-68D5-8EACC1DBE5E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3" name="Picture Placeholder 3">
            <a:extLst>
              <a:ext uri="{FF2B5EF4-FFF2-40B4-BE49-F238E27FC236}">
                <a16:creationId xmlns:a16="http://schemas.microsoft.com/office/drawing/2014/main" id="{3ABED1DD-3627-3441-AC4C-69C0E51BE10F}"/>
              </a:ext>
              <a:ext uri="{C183D7F6-B498-43B3-948B-1728B52AA6E4}">
                <adec:decorative xmlns:adec="http://schemas.microsoft.com/office/drawing/2017/decorative" val="1"/>
              </a:ext>
            </a:extLst>
          </p:cNvPr>
          <p:cNvSpPr>
            <a:spLocks noGrp="1"/>
          </p:cNvSpPr>
          <p:nvPr>
            <p:ph type="pic" sz="quarter" idx="19"/>
          </p:nvPr>
        </p:nvSpPr>
        <p:spPr>
          <a:xfrm>
            <a:off x="428624" y="1994854"/>
            <a:ext cx="3566160" cy="4082096"/>
          </a:xfrm>
        </p:spPr>
        <p:txBody>
          <a:bodyPr anchor="ctr"/>
          <a:lstStyle>
            <a:lvl1pPr marL="0" indent="0" algn="ctr">
              <a:buNone/>
              <a:defRPr sz="1400"/>
            </a:lvl1pPr>
          </a:lstStyle>
          <a:p>
            <a:r>
              <a:rPr lang="fr-FR"/>
              <a:t>Cliquez sur l'icône pour ajouter une image</a:t>
            </a:r>
            <a:endParaRPr lang="en-US"/>
          </a:p>
        </p:txBody>
      </p:sp>
      <p:sp>
        <p:nvSpPr>
          <p:cNvPr id="4" name="Picture Placeholder 3">
            <a:extLst>
              <a:ext uri="{FF2B5EF4-FFF2-40B4-BE49-F238E27FC236}">
                <a16:creationId xmlns:a16="http://schemas.microsoft.com/office/drawing/2014/main" id="{2918F928-6CA5-FEF8-D882-6AA9F401BE7D}"/>
              </a:ext>
              <a:ext uri="{C183D7F6-B498-43B3-948B-1728B52AA6E4}">
                <adec:decorative xmlns:adec="http://schemas.microsoft.com/office/drawing/2017/decorative" val="1"/>
              </a:ext>
            </a:extLst>
          </p:cNvPr>
          <p:cNvSpPr>
            <a:spLocks noGrp="1"/>
          </p:cNvSpPr>
          <p:nvPr>
            <p:ph type="pic" sz="quarter" idx="20"/>
          </p:nvPr>
        </p:nvSpPr>
        <p:spPr>
          <a:xfrm>
            <a:off x="4318707" y="1994854"/>
            <a:ext cx="3566160" cy="4082096"/>
          </a:xfrm>
        </p:spPr>
        <p:txBody>
          <a:bodyPr anchor="ctr"/>
          <a:lstStyle>
            <a:lvl1pPr marL="0" indent="0" algn="ctr">
              <a:buNone/>
              <a:defRPr sz="1400"/>
            </a:lvl1pPr>
          </a:lstStyle>
          <a:p>
            <a:r>
              <a:rPr lang="fr-FR"/>
              <a:t>Cliquez sur l'icône pour ajouter une image</a:t>
            </a:r>
            <a:endParaRPr lang="en-US"/>
          </a:p>
        </p:txBody>
      </p:sp>
      <p:sp>
        <p:nvSpPr>
          <p:cNvPr id="5" name="Picture Placeholder 3">
            <a:extLst>
              <a:ext uri="{FF2B5EF4-FFF2-40B4-BE49-F238E27FC236}">
                <a16:creationId xmlns:a16="http://schemas.microsoft.com/office/drawing/2014/main" id="{0ED812F7-BF5D-DF64-7216-C1D7D0E71804}"/>
              </a:ext>
              <a:ext uri="{C183D7F6-B498-43B3-948B-1728B52AA6E4}">
                <adec:decorative xmlns:adec="http://schemas.microsoft.com/office/drawing/2017/decorative" val="1"/>
              </a:ext>
            </a:extLst>
          </p:cNvPr>
          <p:cNvSpPr>
            <a:spLocks noGrp="1"/>
          </p:cNvSpPr>
          <p:nvPr>
            <p:ph type="pic" sz="quarter" idx="21"/>
          </p:nvPr>
        </p:nvSpPr>
        <p:spPr>
          <a:xfrm>
            <a:off x="8208790" y="1994854"/>
            <a:ext cx="3566160" cy="4082096"/>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375114522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Text Placeholder 3">
            <a:extLst>
              <a:ext uri="{FF2B5EF4-FFF2-40B4-BE49-F238E27FC236}">
                <a16:creationId xmlns:a16="http://schemas.microsoft.com/office/drawing/2014/main" id="{3B4DF86C-4686-D09F-9CDD-05397E5EA11B}"/>
              </a:ext>
            </a:extLst>
          </p:cNvPr>
          <p:cNvSpPr>
            <a:spLocks noGrp="1"/>
          </p:cNvSpPr>
          <p:nvPr>
            <p:ph type="body" sz="quarter" idx="25" hasCustomPrompt="1"/>
          </p:nvPr>
        </p:nvSpPr>
        <p:spPr>
          <a:xfrm>
            <a:off x="428624" y="1446213"/>
            <a:ext cx="269748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4" name="Text Placeholder 3">
            <a:extLst>
              <a:ext uri="{FF2B5EF4-FFF2-40B4-BE49-F238E27FC236}">
                <a16:creationId xmlns:a16="http://schemas.microsoft.com/office/drawing/2014/main" id="{464460DE-EC5C-7D9A-E60B-C77EBEE2719C}"/>
              </a:ext>
            </a:extLst>
          </p:cNvPr>
          <p:cNvSpPr>
            <a:spLocks noGrp="1"/>
          </p:cNvSpPr>
          <p:nvPr>
            <p:ph type="body" sz="quarter" idx="26" hasCustomPrompt="1"/>
          </p:nvPr>
        </p:nvSpPr>
        <p:spPr>
          <a:xfrm>
            <a:off x="3311573" y="1446213"/>
            <a:ext cx="269748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5" name="Text Placeholder 3">
            <a:extLst>
              <a:ext uri="{FF2B5EF4-FFF2-40B4-BE49-F238E27FC236}">
                <a16:creationId xmlns:a16="http://schemas.microsoft.com/office/drawing/2014/main" id="{572B8F90-4F7E-E6C3-8446-7D3736C9E4B6}"/>
              </a:ext>
            </a:extLst>
          </p:cNvPr>
          <p:cNvSpPr>
            <a:spLocks noGrp="1"/>
          </p:cNvSpPr>
          <p:nvPr>
            <p:ph type="body" sz="quarter" idx="27" hasCustomPrompt="1"/>
          </p:nvPr>
        </p:nvSpPr>
        <p:spPr>
          <a:xfrm>
            <a:off x="6194522" y="1446213"/>
            <a:ext cx="269748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6" name="Text Placeholder 3">
            <a:extLst>
              <a:ext uri="{FF2B5EF4-FFF2-40B4-BE49-F238E27FC236}">
                <a16:creationId xmlns:a16="http://schemas.microsoft.com/office/drawing/2014/main" id="{DE7EB277-5C78-54AF-0C0C-DA543BC54271}"/>
              </a:ext>
            </a:extLst>
          </p:cNvPr>
          <p:cNvSpPr>
            <a:spLocks noGrp="1"/>
          </p:cNvSpPr>
          <p:nvPr>
            <p:ph type="body" sz="quarter" idx="28" hasCustomPrompt="1"/>
          </p:nvPr>
        </p:nvSpPr>
        <p:spPr>
          <a:xfrm>
            <a:off x="9077470" y="1446213"/>
            <a:ext cx="2697480" cy="548640"/>
          </a:xfrm>
        </p:spPr>
        <p:txBody>
          <a:bodyPr anchor="ctr"/>
          <a:lstStyle>
            <a:lvl1pPr marL="0" indent="0">
              <a:spcAft>
                <a:spcPts val="0"/>
              </a:spcAft>
              <a:buNone/>
              <a:defRPr sz="1600">
                <a:solidFill>
                  <a:schemeClr val="accent6"/>
                </a:solidFill>
                <a:latin typeface="+mj-lt"/>
              </a:defRPr>
            </a:lvl1pPr>
          </a:lstStyle>
          <a:p>
            <a:pPr lvl="0"/>
            <a:r>
              <a:rPr lang="en-US"/>
              <a:t>Heading</a:t>
            </a:r>
          </a:p>
        </p:txBody>
      </p:sp>
      <p:sp>
        <p:nvSpPr>
          <p:cNvPr id="7" name="Slide Number Placeholder 5">
            <a:extLst>
              <a:ext uri="{FF2B5EF4-FFF2-40B4-BE49-F238E27FC236}">
                <a16:creationId xmlns:a16="http://schemas.microsoft.com/office/drawing/2014/main" id="{F695E5FE-6AE6-5F54-59EB-08105E1B827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994854"/>
            <a:ext cx="2697480" cy="4082096"/>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994854"/>
            <a:ext cx="2697480" cy="4082096"/>
          </a:xfrm>
        </p:spPr>
        <p:txBody>
          <a:bodyPr anchor="ctr"/>
          <a:lstStyle>
            <a:lvl1pPr marL="0" indent="0" algn="ctr">
              <a:buNone/>
              <a:defRPr sz="1400"/>
            </a:lvl1pPr>
          </a:lstStyle>
          <a:p>
            <a:r>
              <a:rPr lang="fr-FR"/>
              <a:t>Cliquez sur l'icône pour ajouter une image</a:t>
            </a:r>
            <a:endParaRPr lang="en-US"/>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994854"/>
            <a:ext cx="2697480" cy="4082096"/>
          </a:xfrm>
        </p:spPr>
        <p:txBody>
          <a:bodyPr anchor="ctr"/>
          <a:lstStyle>
            <a:lvl1pPr marL="0" indent="0" algn="ctr">
              <a:buNone/>
              <a:defRPr sz="1400"/>
            </a:lvl1pPr>
          </a:lstStyle>
          <a:p>
            <a:r>
              <a:rPr lang="fr-FR"/>
              <a:t>Cliquez sur l'icône pour ajouter une image</a:t>
            </a:r>
            <a:endParaRPr lang="en-US"/>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994854"/>
            <a:ext cx="2697480" cy="4082096"/>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4359391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wo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5" name="Text Placeholder 3">
            <a:extLst>
              <a:ext uri="{FF2B5EF4-FFF2-40B4-BE49-F238E27FC236}">
                <a16:creationId xmlns:a16="http://schemas.microsoft.com/office/drawing/2014/main" id="{14016A94-A7DE-DAE3-0EE2-A8FF8619D3F5}"/>
              </a:ext>
            </a:extLst>
          </p:cNvPr>
          <p:cNvSpPr>
            <a:spLocks noGrp="1"/>
          </p:cNvSpPr>
          <p:nvPr>
            <p:ph type="body" sz="quarter" idx="22" hasCustomPrompt="1"/>
          </p:nvPr>
        </p:nvSpPr>
        <p:spPr>
          <a:xfrm>
            <a:off x="428624" y="2968820"/>
            <a:ext cx="548640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9" name="Content Placeholder 2">
            <a:extLst>
              <a:ext uri="{FF2B5EF4-FFF2-40B4-BE49-F238E27FC236}">
                <a16:creationId xmlns:a16="http://schemas.microsoft.com/office/drawing/2014/main" id="{8145BD5C-F8FB-36C9-4EE1-AB37715D6736}"/>
              </a:ext>
            </a:extLst>
          </p:cNvPr>
          <p:cNvSpPr>
            <a:spLocks noGrp="1"/>
          </p:cNvSpPr>
          <p:nvPr>
            <p:ph idx="12" hasCustomPrompt="1"/>
          </p:nvPr>
        </p:nvSpPr>
        <p:spPr>
          <a:xfrm>
            <a:off x="428624"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6" name="Text Placeholder 3">
            <a:extLst>
              <a:ext uri="{FF2B5EF4-FFF2-40B4-BE49-F238E27FC236}">
                <a16:creationId xmlns:a16="http://schemas.microsoft.com/office/drawing/2014/main" id="{0005BD77-4BBE-2F03-AFA8-87F126BB6A24}"/>
              </a:ext>
            </a:extLst>
          </p:cNvPr>
          <p:cNvSpPr>
            <a:spLocks noGrp="1"/>
          </p:cNvSpPr>
          <p:nvPr>
            <p:ph type="body" sz="quarter" idx="26" hasCustomPrompt="1"/>
          </p:nvPr>
        </p:nvSpPr>
        <p:spPr>
          <a:xfrm>
            <a:off x="6276978" y="2968820"/>
            <a:ext cx="548640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10" name="Content Placeholder 2">
            <a:extLst>
              <a:ext uri="{FF2B5EF4-FFF2-40B4-BE49-F238E27FC236}">
                <a16:creationId xmlns:a16="http://schemas.microsoft.com/office/drawing/2014/main" id="{4DA3DC55-D289-438E-D71E-EB8529434583}"/>
              </a:ext>
            </a:extLst>
          </p:cNvPr>
          <p:cNvSpPr>
            <a:spLocks noGrp="1"/>
          </p:cNvSpPr>
          <p:nvPr>
            <p:ph idx="27" hasCustomPrompt="1"/>
          </p:nvPr>
        </p:nvSpPr>
        <p:spPr>
          <a:xfrm>
            <a:off x="6276978"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7" name="Slide Number Placeholder 5">
            <a:extLst>
              <a:ext uri="{FF2B5EF4-FFF2-40B4-BE49-F238E27FC236}">
                <a16:creationId xmlns:a16="http://schemas.microsoft.com/office/drawing/2014/main" id="{DF72C938-C047-38AD-D83C-189C1AC036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5486400" cy="1522607"/>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6276978" y="1446213"/>
            <a:ext cx="5486400" cy="1522607"/>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174612301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hree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2C979499-D739-73B9-FE75-660BB28AD740}"/>
              </a:ext>
            </a:extLst>
          </p:cNvPr>
          <p:cNvSpPr>
            <a:spLocks noGrp="1"/>
          </p:cNvSpPr>
          <p:nvPr>
            <p:ph type="body" sz="quarter" idx="22" hasCustomPrompt="1"/>
          </p:nvPr>
        </p:nvSpPr>
        <p:spPr>
          <a:xfrm>
            <a:off x="428624" y="2968820"/>
            <a:ext cx="356616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7" name="Text Placeholder 3">
            <a:extLst>
              <a:ext uri="{FF2B5EF4-FFF2-40B4-BE49-F238E27FC236}">
                <a16:creationId xmlns:a16="http://schemas.microsoft.com/office/drawing/2014/main" id="{30756F07-9227-C871-FCFC-7AA0F5D4A4FB}"/>
              </a:ext>
            </a:extLst>
          </p:cNvPr>
          <p:cNvSpPr>
            <a:spLocks noGrp="1"/>
          </p:cNvSpPr>
          <p:nvPr>
            <p:ph type="body" sz="quarter" idx="27" hasCustomPrompt="1"/>
          </p:nvPr>
        </p:nvSpPr>
        <p:spPr>
          <a:xfrm>
            <a:off x="4312920" y="2968820"/>
            <a:ext cx="356616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4312920"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9" name="Text Placeholder 3">
            <a:extLst>
              <a:ext uri="{FF2B5EF4-FFF2-40B4-BE49-F238E27FC236}">
                <a16:creationId xmlns:a16="http://schemas.microsoft.com/office/drawing/2014/main" id="{2B6D4682-833F-2E78-0271-A3BC65DC1283}"/>
              </a:ext>
            </a:extLst>
          </p:cNvPr>
          <p:cNvSpPr>
            <a:spLocks noGrp="1"/>
          </p:cNvSpPr>
          <p:nvPr>
            <p:ph type="body" sz="quarter" idx="28" hasCustomPrompt="1"/>
          </p:nvPr>
        </p:nvSpPr>
        <p:spPr>
          <a:xfrm>
            <a:off x="8197215" y="2968820"/>
            <a:ext cx="356616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8197215"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0" name="Slide Number Placeholder 5">
            <a:extLst>
              <a:ext uri="{FF2B5EF4-FFF2-40B4-BE49-F238E27FC236}">
                <a16:creationId xmlns:a16="http://schemas.microsoft.com/office/drawing/2014/main" id="{08CA3288-0FCF-ED06-AD6E-E7CB3C8DC965}"/>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3566160" cy="1522607"/>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4312920" y="1446213"/>
            <a:ext cx="3566160" cy="1522607"/>
          </a:xfrm>
        </p:spPr>
        <p:txBody>
          <a:bodyPr anchor="ctr"/>
          <a:lstStyle>
            <a:lvl1pPr marL="0" indent="0" algn="ctr">
              <a:buNone/>
              <a:defRPr sz="1400"/>
            </a:lvl1pPr>
          </a:lstStyle>
          <a:p>
            <a:r>
              <a:rPr lang="fr-FR"/>
              <a:t>Cliquez sur l'icône pour ajouter une image</a:t>
            </a:r>
            <a:endParaRPr lang="en-US"/>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8197215" y="1446213"/>
            <a:ext cx="3566160" cy="1522607"/>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41922170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Four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58EA87E5-B00B-294C-9BEB-D8AB1DA7D633}"/>
              </a:ext>
            </a:extLst>
          </p:cNvPr>
          <p:cNvSpPr>
            <a:spLocks noGrp="1"/>
          </p:cNvSpPr>
          <p:nvPr>
            <p:ph type="body" sz="quarter" idx="28" hasCustomPrompt="1"/>
          </p:nvPr>
        </p:nvSpPr>
        <p:spPr>
          <a:xfrm>
            <a:off x="428624" y="2968820"/>
            <a:ext cx="269748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7" name="Text Placeholder 3">
            <a:extLst>
              <a:ext uri="{FF2B5EF4-FFF2-40B4-BE49-F238E27FC236}">
                <a16:creationId xmlns:a16="http://schemas.microsoft.com/office/drawing/2014/main" id="{2CC21B11-4BB9-E7F7-2D10-7A711FE51A2C}"/>
              </a:ext>
            </a:extLst>
          </p:cNvPr>
          <p:cNvSpPr>
            <a:spLocks noGrp="1"/>
          </p:cNvSpPr>
          <p:nvPr>
            <p:ph type="body" sz="quarter" idx="29" hasCustomPrompt="1"/>
          </p:nvPr>
        </p:nvSpPr>
        <p:spPr>
          <a:xfrm>
            <a:off x="3311573" y="2968820"/>
            <a:ext cx="269748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3311573"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1" name="Text Placeholder 3">
            <a:extLst>
              <a:ext uri="{FF2B5EF4-FFF2-40B4-BE49-F238E27FC236}">
                <a16:creationId xmlns:a16="http://schemas.microsoft.com/office/drawing/2014/main" id="{60624600-098D-4116-2BA4-B77914ACDD08}"/>
              </a:ext>
            </a:extLst>
          </p:cNvPr>
          <p:cNvSpPr>
            <a:spLocks noGrp="1"/>
          </p:cNvSpPr>
          <p:nvPr>
            <p:ph type="body" sz="quarter" idx="30" hasCustomPrompt="1"/>
          </p:nvPr>
        </p:nvSpPr>
        <p:spPr>
          <a:xfrm>
            <a:off x="6194522" y="2968820"/>
            <a:ext cx="269748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6194522"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3" name="Text Placeholder 3">
            <a:extLst>
              <a:ext uri="{FF2B5EF4-FFF2-40B4-BE49-F238E27FC236}">
                <a16:creationId xmlns:a16="http://schemas.microsoft.com/office/drawing/2014/main" id="{FBA7EB72-6B8C-7C86-47F1-FB927F697C15}"/>
              </a:ext>
            </a:extLst>
          </p:cNvPr>
          <p:cNvSpPr>
            <a:spLocks noGrp="1"/>
          </p:cNvSpPr>
          <p:nvPr>
            <p:ph type="body" sz="quarter" idx="31" hasCustomPrompt="1"/>
          </p:nvPr>
        </p:nvSpPr>
        <p:spPr>
          <a:xfrm>
            <a:off x="9077470" y="2968820"/>
            <a:ext cx="2697480" cy="548640"/>
          </a:xfrm>
        </p:spPr>
        <p:txBody>
          <a:bodyPr anchor="ctr"/>
          <a:lstStyle>
            <a:lvl1pPr marL="0" indent="0">
              <a:spcAft>
                <a:spcPts val="0"/>
              </a:spcAft>
              <a:buNone/>
              <a:defRPr sz="1600">
                <a:solidFill>
                  <a:schemeClr val="accent6"/>
                </a:solidFill>
                <a:latin typeface="+mj-lt"/>
              </a:defRPr>
            </a:lvl1pPr>
          </a:lstStyle>
          <a:p>
            <a:pPr lvl="0"/>
            <a:r>
              <a:rPr lang="en-US"/>
              <a:t>Heading</a:t>
            </a:r>
          </a:p>
        </p:txBody>
      </p:sp>
      <p:sp>
        <p:nvSpPr>
          <p:cNvPr id="9" name="Text Placeholder 11">
            <a:extLst>
              <a:ext uri="{FF2B5EF4-FFF2-40B4-BE49-F238E27FC236}">
                <a16:creationId xmlns:a16="http://schemas.microsoft.com/office/drawing/2014/main" id="{0FB8ABDB-A570-09B0-47F8-17E0EAF3EA3E}"/>
              </a:ext>
            </a:extLst>
          </p:cNvPr>
          <p:cNvSpPr>
            <a:spLocks noGrp="1"/>
          </p:cNvSpPr>
          <p:nvPr>
            <p:ph type="body" sz="quarter" idx="27" hasCustomPrompt="1"/>
          </p:nvPr>
        </p:nvSpPr>
        <p:spPr>
          <a:xfrm>
            <a:off x="9077470"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0" name="Slide Number Placeholder 5">
            <a:extLst>
              <a:ext uri="{FF2B5EF4-FFF2-40B4-BE49-F238E27FC236}">
                <a16:creationId xmlns:a16="http://schemas.microsoft.com/office/drawing/2014/main" id="{D8D0839C-757C-586E-BFC4-95B70BCF572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1522607"/>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446213"/>
            <a:ext cx="2697480" cy="1522607"/>
          </a:xfrm>
        </p:spPr>
        <p:txBody>
          <a:bodyPr anchor="ctr"/>
          <a:lstStyle>
            <a:lvl1pPr marL="0" indent="0" algn="ctr">
              <a:buNone/>
              <a:defRPr sz="1400"/>
            </a:lvl1pPr>
          </a:lstStyle>
          <a:p>
            <a:r>
              <a:rPr lang="fr-FR"/>
              <a:t>Cliquez sur l'icône pour ajouter une image</a:t>
            </a:r>
            <a:endParaRPr lang="en-US"/>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446213"/>
            <a:ext cx="2697480" cy="1522607"/>
          </a:xfrm>
        </p:spPr>
        <p:txBody>
          <a:bodyPr anchor="ctr"/>
          <a:lstStyle>
            <a:lvl1pPr marL="0" indent="0" algn="ctr">
              <a:buNone/>
              <a:defRPr sz="1400"/>
            </a:lvl1pPr>
          </a:lstStyle>
          <a:p>
            <a:r>
              <a:rPr lang="fr-FR"/>
              <a:t>Cliquez sur l'icône pour ajouter une image</a:t>
            </a:r>
            <a:endParaRPr lang="en-US"/>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446213"/>
            <a:ext cx="2697480" cy="1522607"/>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391887102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Blue box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0" name="Text Placeholder 11">
            <a:extLst>
              <a:ext uri="{FF2B5EF4-FFF2-40B4-BE49-F238E27FC236}">
                <a16:creationId xmlns:a16="http://schemas.microsoft.com/office/drawing/2014/main" id="{E75B62F6-55F7-EC3C-2ED6-BBCF8B1F3040}"/>
              </a:ext>
            </a:extLst>
          </p:cNvPr>
          <p:cNvSpPr>
            <a:spLocks noGrp="1"/>
          </p:cNvSpPr>
          <p:nvPr>
            <p:ph type="body" sz="quarter" idx="14" hasCustomPrompt="1"/>
          </p:nvPr>
        </p:nvSpPr>
        <p:spPr>
          <a:xfrm>
            <a:off x="428624" y="1446213"/>
            <a:ext cx="2697480" cy="4630737"/>
          </a:xfrm>
          <a:solidFill>
            <a:schemeClr val="accent1"/>
          </a:solidFill>
        </p:spPr>
        <p:txBody>
          <a:bodyPr lIns="91440" tIns="91440" rIns="91440" bIns="45720" anchor="t">
            <a:noAutofit/>
          </a:bodyPr>
          <a:lstStyle>
            <a:lvl1pPr marL="0" indent="0" algn="l">
              <a:buNone/>
              <a:defRPr sz="2000">
                <a:solidFill>
                  <a:schemeClr val="bg1"/>
                </a:solidFill>
                <a:latin typeface="+mj-lt"/>
              </a:defRPr>
            </a:lvl1pPr>
          </a:lstStyle>
          <a:p>
            <a:pPr lvl="0"/>
            <a:r>
              <a:rPr lang="en-US"/>
              <a:t>Heading</a:t>
            </a:r>
          </a:p>
        </p:txBody>
      </p:sp>
      <p:sp>
        <p:nvSpPr>
          <p:cNvPr id="5" name="Content Placeholder 2">
            <a:extLst>
              <a:ext uri="{FF2B5EF4-FFF2-40B4-BE49-F238E27FC236}">
                <a16:creationId xmlns:a16="http://schemas.microsoft.com/office/drawing/2014/main" id="{10E88463-50FF-3CD8-E203-3C696879E54D}"/>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4" name="Slide Number Placeholder 5">
            <a:extLst>
              <a:ext uri="{FF2B5EF4-FFF2-40B4-BE49-F238E27FC236}">
                <a16:creationId xmlns:a16="http://schemas.microsoft.com/office/drawing/2014/main" id="{A1B59311-C109-90D5-373E-703450BE437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18320501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mag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2BCEDC2E-0B96-BB68-C6CE-4DEBC490BB97}"/>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2816F5F7-DC15-93E3-03C3-BC68295C29D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4" name="Picture Placeholder 3">
            <a:extLst>
              <a:ext uri="{FF2B5EF4-FFF2-40B4-BE49-F238E27FC236}">
                <a16:creationId xmlns:a16="http://schemas.microsoft.com/office/drawing/2014/main" id="{78F88F08-9355-72DC-FA2D-5379EE038153}"/>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4630737"/>
          </a:xfrm>
        </p:spPr>
        <p:txBody>
          <a:bodyPr anchor="ctr"/>
          <a:lstStyle>
            <a:lvl1pPr marL="0" indent="0" algn="ctr">
              <a:buNone/>
              <a:defRPr sz="1600"/>
            </a:lvl1pPr>
          </a:lstStyle>
          <a:p>
            <a:r>
              <a:rPr lang="fr-FR"/>
              <a:t>Cliquez sur l'icône pour ajouter une image</a:t>
            </a:r>
            <a:endParaRPr lang="en-US"/>
          </a:p>
        </p:txBody>
      </p:sp>
    </p:spTree>
    <p:extLst>
      <p:ext uri="{BB962C8B-B14F-4D97-AF65-F5344CB8AC3E}">
        <p14:creationId xmlns:p14="http://schemas.microsoft.com/office/powerpoint/2010/main" val="308298416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ree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801504" y="1469073"/>
            <a:ext cx="9965046" cy="141732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5" name="Text Placeholder 11">
            <a:extLst>
              <a:ext uri="{FF2B5EF4-FFF2-40B4-BE49-F238E27FC236}">
                <a16:creationId xmlns:a16="http://schemas.microsoft.com/office/drawing/2014/main" id="{A1AB26F9-0173-EB8B-A0B2-71203D4C68A5}"/>
              </a:ext>
            </a:extLst>
          </p:cNvPr>
          <p:cNvSpPr>
            <a:spLocks noGrp="1"/>
          </p:cNvSpPr>
          <p:nvPr>
            <p:ph type="body" sz="quarter" idx="23" hasCustomPrompt="1"/>
          </p:nvPr>
        </p:nvSpPr>
        <p:spPr>
          <a:xfrm>
            <a:off x="1801504" y="3064352"/>
            <a:ext cx="9965046" cy="141732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6" name="Text Placeholder 11">
            <a:extLst>
              <a:ext uri="{FF2B5EF4-FFF2-40B4-BE49-F238E27FC236}">
                <a16:creationId xmlns:a16="http://schemas.microsoft.com/office/drawing/2014/main" id="{C5BC671B-E3BA-C641-C295-075806A97A8B}"/>
              </a:ext>
            </a:extLst>
          </p:cNvPr>
          <p:cNvSpPr>
            <a:spLocks noGrp="1"/>
          </p:cNvSpPr>
          <p:nvPr>
            <p:ph type="body" sz="quarter" idx="24" hasCustomPrompt="1"/>
          </p:nvPr>
        </p:nvSpPr>
        <p:spPr>
          <a:xfrm>
            <a:off x="1801504" y="4659630"/>
            <a:ext cx="9965046" cy="1417320"/>
          </a:xfrm>
        </p:spPr>
        <p:txBody>
          <a:bodyPr lIns="0" tIns="45720" rIns="0" bIns="45720" anchor="ctr"/>
          <a:lstStyle>
            <a:lvl1pPr marL="0" indent="0">
              <a:spcAft>
                <a:spcPts val="200"/>
              </a:spcAft>
              <a:buNone/>
              <a:defRPr sz="1600">
                <a:solidFill>
                  <a:schemeClr val="accent5"/>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9" name="Slide Number Placeholder 5">
            <a:extLst>
              <a:ext uri="{FF2B5EF4-FFF2-40B4-BE49-F238E27FC236}">
                <a16:creationId xmlns:a16="http://schemas.microsoft.com/office/drawing/2014/main" id="{B8D7EE73-BD0F-1407-31F4-45DE38083E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1" name="Group 10">
            <a:extLst>
              <a:ext uri="{FF2B5EF4-FFF2-40B4-BE49-F238E27FC236}">
                <a16:creationId xmlns:a16="http://schemas.microsoft.com/office/drawing/2014/main" id="{055B8971-4A56-8869-5B97-CA90764D9B26}"/>
              </a:ext>
              <a:ext uri="{C183D7F6-B498-43B3-948B-1728B52AA6E4}">
                <adec:decorative xmlns:adec="http://schemas.microsoft.com/office/drawing/2017/decorative" val="1"/>
              </a:ext>
            </a:extLst>
          </p:cNvPr>
          <p:cNvGrpSpPr/>
          <p:nvPr userDrawn="1"/>
        </p:nvGrpSpPr>
        <p:grpSpPr>
          <a:xfrm>
            <a:off x="1799590" y="2975372"/>
            <a:ext cx="9966960" cy="1595279"/>
            <a:chOff x="1799590" y="2975372"/>
            <a:chExt cx="9966960" cy="1595279"/>
          </a:xfrm>
        </p:grpSpPr>
        <p:cxnSp>
          <p:nvCxnSpPr>
            <p:cNvPr id="4" name="Straight Connector 3">
              <a:extLst>
                <a:ext uri="{FF2B5EF4-FFF2-40B4-BE49-F238E27FC236}">
                  <a16:creationId xmlns:a16="http://schemas.microsoft.com/office/drawing/2014/main" id="{B7476357-305F-5973-5369-7AC81D8D5961}"/>
                </a:ext>
              </a:extLst>
            </p:cNvPr>
            <p:cNvCxnSpPr>
              <a:cxnSpLocks/>
            </p:cNvCxnSpPr>
            <p:nvPr userDrawn="1"/>
          </p:nvCxnSpPr>
          <p:spPr>
            <a:xfrm>
              <a:off x="1799590" y="2975372"/>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D72055C-7159-2B40-7017-C8F627D20E68}"/>
                </a:ext>
              </a:extLst>
            </p:cNvPr>
            <p:cNvCxnSpPr>
              <a:cxnSpLocks/>
            </p:cNvCxnSpPr>
            <p:nvPr userDrawn="1"/>
          </p:nvCxnSpPr>
          <p:spPr>
            <a:xfrm>
              <a:off x="1799590" y="4570651"/>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0" name="Picture Placeholder 9">
            <a:extLst>
              <a:ext uri="{FF2B5EF4-FFF2-40B4-BE49-F238E27FC236}">
                <a16:creationId xmlns:a16="http://schemas.microsoft.com/office/drawing/2014/main" id="{7B65EF11-27C6-3489-DD6F-30BE392A095F}"/>
              </a:ext>
              <a:ext uri="{C183D7F6-B498-43B3-948B-1728B52AA6E4}">
                <adec:decorative xmlns:adec="http://schemas.microsoft.com/office/drawing/2017/decorative" val="1"/>
              </a:ext>
            </a:extLst>
          </p:cNvPr>
          <p:cNvSpPr>
            <a:spLocks noGrp="1" noChangeAspect="1"/>
          </p:cNvSpPr>
          <p:nvPr>
            <p:ph type="pic" sz="quarter" idx="20" hasCustomPrompt="1"/>
          </p:nvPr>
        </p:nvSpPr>
        <p:spPr>
          <a:xfrm>
            <a:off x="425450" y="1583373"/>
            <a:ext cx="1188720" cy="1188720"/>
          </a:xfrm>
          <a:prstGeom prst="rect">
            <a:avLst/>
          </a:prstGeom>
        </p:spPr>
        <p:txBody>
          <a:bodyPr anchor="ctr"/>
          <a:lstStyle>
            <a:lvl1pPr marL="0" indent="0" algn="ctr">
              <a:buNone/>
              <a:defRPr sz="1200"/>
            </a:lvl1pPr>
          </a:lstStyle>
          <a:p>
            <a:r>
              <a:rPr lang="en-US"/>
              <a:t>Click here to add icon</a:t>
            </a:r>
          </a:p>
        </p:txBody>
      </p:sp>
      <p:sp>
        <p:nvSpPr>
          <p:cNvPr id="14" name="Picture Placeholder 9">
            <a:extLst>
              <a:ext uri="{FF2B5EF4-FFF2-40B4-BE49-F238E27FC236}">
                <a16:creationId xmlns:a16="http://schemas.microsoft.com/office/drawing/2014/main" id="{34FDC33C-83ED-0DED-F0E9-23BB9B01EA18}"/>
              </a:ext>
              <a:ext uri="{C183D7F6-B498-43B3-948B-1728B52AA6E4}">
                <adec:decorative xmlns:adec="http://schemas.microsoft.com/office/drawing/2017/decorative" val="1"/>
              </a:ext>
            </a:extLst>
          </p:cNvPr>
          <p:cNvSpPr>
            <a:spLocks noGrp="1" noChangeAspect="1"/>
          </p:cNvSpPr>
          <p:nvPr>
            <p:ph type="pic" sz="quarter" idx="21" hasCustomPrompt="1"/>
          </p:nvPr>
        </p:nvSpPr>
        <p:spPr>
          <a:xfrm>
            <a:off x="425450" y="3178652"/>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a:t>Click here to add icon</a:t>
            </a:r>
          </a:p>
        </p:txBody>
      </p:sp>
      <p:sp>
        <p:nvSpPr>
          <p:cNvPr id="15" name="Picture Placeholder 9">
            <a:extLst>
              <a:ext uri="{FF2B5EF4-FFF2-40B4-BE49-F238E27FC236}">
                <a16:creationId xmlns:a16="http://schemas.microsoft.com/office/drawing/2014/main" id="{C01BBE2D-9FF8-C873-8A2E-50CE50A2A903}"/>
              </a:ext>
              <a:ext uri="{C183D7F6-B498-43B3-948B-1728B52AA6E4}">
                <adec:decorative xmlns:adec="http://schemas.microsoft.com/office/drawing/2017/decorative" val="1"/>
              </a:ext>
            </a:extLst>
          </p:cNvPr>
          <p:cNvSpPr>
            <a:spLocks noGrp="1" noChangeAspect="1"/>
          </p:cNvSpPr>
          <p:nvPr>
            <p:ph type="pic" sz="quarter" idx="22" hasCustomPrompt="1"/>
          </p:nvPr>
        </p:nvSpPr>
        <p:spPr>
          <a:xfrm>
            <a:off x="425450" y="4773930"/>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a:t>Click here to add icon</a:t>
            </a:r>
          </a:p>
        </p:txBody>
      </p:sp>
    </p:spTree>
    <p:extLst>
      <p:ext uri="{BB962C8B-B14F-4D97-AF65-F5344CB8AC3E}">
        <p14:creationId xmlns:p14="http://schemas.microsoft.com/office/powerpoint/2010/main" val="31733361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Eight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1" name="Text Placeholder 11">
            <a:extLst>
              <a:ext uri="{FF2B5EF4-FFF2-40B4-BE49-F238E27FC236}">
                <a16:creationId xmlns:a16="http://schemas.microsoft.com/office/drawing/2014/main" id="{AD89EBC5-7786-3168-7F27-AA8125DACF78}"/>
              </a:ext>
            </a:extLst>
          </p:cNvPr>
          <p:cNvSpPr>
            <a:spLocks noGrp="1"/>
          </p:cNvSpPr>
          <p:nvPr>
            <p:ph type="body" sz="quarter" idx="36" hasCustomPrompt="1"/>
          </p:nvPr>
        </p:nvSpPr>
        <p:spPr>
          <a:xfrm>
            <a:off x="1512137"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5" name="Text Placeholder 11">
            <a:extLst>
              <a:ext uri="{FF2B5EF4-FFF2-40B4-BE49-F238E27FC236}">
                <a16:creationId xmlns:a16="http://schemas.microsoft.com/office/drawing/2014/main" id="{12771577-6DF7-C28B-98C1-13903E641423}"/>
              </a:ext>
            </a:extLst>
          </p:cNvPr>
          <p:cNvSpPr>
            <a:spLocks noGrp="1"/>
          </p:cNvSpPr>
          <p:nvPr>
            <p:ph type="body" sz="quarter" idx="39" hasCustomPrompt="1"/>
          </p:nvPr>
        </p:nvSpPr>
        <p:spPr>
          <a:xfrm>
            <a:off x="1512137"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3" name="Text Placeholder 11">
            <a:extLst>
              <a:ext uri="{FF2B5EF4-FFF2-40B4-BE49-F238E27FC236}">
                <a16:creationId xmlns:a16="http://schemas.microsoft.com/office/drawing/2014/main" id="{70C21BF9-98CF-2439-2FC3-3163C556C2CB}"/>
              </a:ext>
            </a:extLst>
          </p:cNvPr>
          <p:cNvSpPr>
            <a:spLocks noGrp="1"/>
          </p:cNvSpPr>
          <p:nvPr>
            <p:ph type="body" sz="quarter" idx="38" hasCustomPrompt="1"/>
          </p:nvPr>
        </p:nvSpPr>
        <p:spPr>
          <a:xfrm>
            <a:off x="1512137"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2" name="Text Placeholder 11">
            <a:extLst>
              <a:ext uri="{FF2B5EF4-FFF2-40B4-BE49-F238E27FC236}">
                <a16:creationId xmlns:a16="http://schemas.microsoft.com/office/drawing/2014/main" id="{8ACBFC19-88E9-647B-456B-987298401E2E}"/>
              </a:ext>
            </a:extLst>
          </p:cNvPr>
          <p:cNvSpPr>
            <a:spLocks noGrp="1"/>
          </p:cNvSpPr>
          <p:nvPr>
            <p:ph type="body" sz="quarter" idx="37" hasCustomPrompt="1"/>
          </p:nvPr>
        </p:nvSpPr>
        <p:spPr>
          <a:xfrm>
            <a:off x="1512137"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8" name="Text Placeholder 11">
            <a:extLst>
              <a:ext uri="{FF2B5EF4-FFF2-40B4-BE49-F238E27FC236}">
                <a16:creationId xmlns:a16="http://schemas.microsoft.com/office/drawing/2014/main" id="{E7C72D8B-534B-6DE5-0B48-3CB97967D311}"/>
              </a:ext>
            </a:extLst>
          </p:cNvPr>
          <p:cNvSpPr>
            <a:spLocks noGrp="1"/>
          </p:cNvSpPr>
          <p:nvPr>
            <p:ph type="body" sz="quarter" idx="40" hasCustomPrompt="1"/>
          </p:nvPr>
        </p:nvSpPr>
        <p:spPr>
          <a:xfrm>
            <a:off x="7385531"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9" name="Text Placeholder 11">
            <a:extLst>
              <a:ext uri="{FF2B5EF4-FFF2-40B4-BE49-F238E27FC236}">
                <a16:creationId xmlns:a16="http://schemas.microsoft.com/office/drawing/2014/main" id="{E56446B9-85DF-3D97-4D7B-6A4467036639}"/>
              </a:ext>
            </a:extLst>
          </p:cNvPr>
          <p:cNvSpPr>
            <a:spLocks noGrp="1"/>
          </p:cNvSpPr>
          <p:nvPr>
            <p:ph type="body" sz="quarter" idx="41" hasCustomPrompt="1"/>
          </p:nvPr>
        </p:nvSpPr>
        <p:spPr>
          <a:xfrm>
            <a:off x="7385531"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2" name="Text Placeholder 11">
            <a:extLst>
              <a:ext uri="{FF2B5EF4-FFF2-40B4-BE49-F238E27FC236}">
                <a16:creationId xmlns:a16="http://schemas.microsoft.com/office/drawing/2014/main" id="{CE2966E9-E5B2-905D-1BF4-C087E4D1BD05}"/>
              </a:ext>
            </a:extLst>
          </p:cNvPr>
          <p:cNvSpPr>
            <a:spLocks noGrp="1"/>
          </p:cNvSpPr>
          <p:nvPr>
            <p:ph type="body" sz="quarter" idx="42" hasCustomPrompt="1"/>
          </p:nvPr>
        </p:nvSpPr>
        <p:spPr>
          <a:xfrm>
            <a:off x="7385531"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3" name="Text Placeholder 11">
            <a:extLst>
              <a:ext uri="{FF2B5EF4-FFF2-40B4-BE49-F238E27FC236}">
                <a16:creationId xmlns:a16="http://schemas.microsoft.com/office/drawing/2014/main" id="{2291F0A7-9B4B-3796-A3FB-37ECE65A9A89}"/>
              </a:ext>
            </a:extLst>
          </p:cNvPr>
          <p:cNvSpPr>
            <a:spLocks noGrp="1"/>
          </p:cNvSpPr>
          <p:nvPr>
            <p:ph type="body" sz="quarter" idx="43" hasCustomPrompt="1"/>
          </p:nvPr>
        </p:nvSpPr>
        <p:spPr>
          <a:xfrm>
            <a:off x="7385531"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 name="Slide Number Placeholder 5">
            <a:extLst>
              <a:ext uri="{FF2B5EF4-FFF2-40B4-BE49-F238E27FC236}">
                <a16:creationId xmlns:a16="http://schemas.microsoft.com/office/drawing/2014/main" id="{88F45AF8-A8C0-A223-DBED-02A7C9E91BF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D4998533-267D-FA29-C957-06907F5AB9F7}"/>
              </a:ext>
              <a:ext uri="{C183D7F6-B498-43B3-948B-1728B52AA6E4}">
                <adec:decorative xmlns:adec="http://schemas.microsoft.com/office/drawing/2017/decorative" val="1"/>
              </a:ext>
            </a:extLst>
          </p:cNvPr>
          <p:cNvGrpSpPr/>
          <p:nvPr userDrawn="1"/>
        </p:nvGrpSpPr>
        <p:grpSpPr>
          <a:xfrm>
            <a:off x="1512137" y="2437484"/>
            <a:ext cx="10262514" cy="2510164"/>
            <a:chOff x="1512137" y="2437484"/>
            <a:chExt cx="10262514" cy="2510164"/>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12137"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12137"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378A91-CE46-5522-9C0B-EA8A8EEE264C}"/>
                </a:ext>
              </a:extLst>
            </p:cNvPr>
            <p:cNvCxnSpPr>
              <a:cxnSpLocks/>
            </p:cNvCxnSpPr>
            <p:nvPr userDrawn="1"/>
          </p:nvCxnSpPr>
          <p:spPr>
            <a:xfrm>
              <a:off x="1512137"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55D23A-01AB-588F-517A-144079958FC2}"/>
                </a:ext>
              </a:extLst>
            </p:cNvPr>
            <p:cNvCxnSpPr>
              <a:cxnSpLocks/>
            </p:cNvCxnSpPr>
            <p:nvPr userDrawn="1"/>
          </p:nvCxnSpPr>
          <p:spPr>
            <a:xfrm>
              <a:off x="7385531"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326F57-826B-3ACC-E1E9-43A337E58CE7}"/>
                </a:ext>
              </a:extLst>
            </p:cNvPr>
            <p:cNvCxnSpPr>
              <a:cxnSpLocks/>
            </p:cNvCxnSpPr>
            <p:nvPr userDrawn="1"/>
          </p:nvCxnSpPr>
          <p:spPr>
            <a:xfrm>
              <a:off x="7385531"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9BA8E10-C301-B50F-BA49-15050943AAD9}"/>
                </a:ext>
              </a:extLst>
            </p:cNvPr>
            <p:cNvCxnSpPr>
              <a:cxnSpLocks/>
            </p:cNvCxnSpPr>
            <p:nvPr userDrawn="1"/>
          </p:nvCxnSpPr>
          <p:spPr>
            <a:xfrm>
              <a:off x="7385531"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4" name="Picture Placeholder 9">
            <a:extLst>
              <a:ext uri="{FF2B5EF4-FFF2-40B4-BE49-F238E27FC236}">
                <a16:creationId xmlns:a16="http://schemas.microsoft.com/office/drawing/2014/main" id="{B43F4B7B-2CB6-3C5D-41D4-F0733252324A}"/>
              </a:ext>
              <a:ext uri="{C183D7F6-B498-43B3-948B-1728B52AA6E4}">
                <adec:decorative xmlns:adec="http://schemas.microsoft.com/office/drawing/2017/decorative" val="1"/>
              </a:ext>
            </a:extLst>
          </p:cNvPr>
          <p:cNvSpPr>
            <a:spLocks noGrp="1" noChangeAspect="1"/>
          </p:cNvSpPr>
          <p:nvPr>
            <p:ph type="pic" sz="quarter" idx="28" hasCustomPrompt="1"/>
          </p:nvPr>
        </p:nvSpPr>
        <p:spPr>
          <a:xfrm>
            <a:off x="425450" y="1352743"/>
            <a:ext cx="914400" cy="914400"/>
          </a:xfrm>
          <a:prstGeom prst="rect">
            <a:avLst/>
          </a:prstGeom>
        </p:spPr>
        <p:txBody>
          <a:bodyPr anchor="ctr"/>
          <a:lstStyle>
            <a:lvl1pPr marL="0" indent="0" algn="ctr">
              <a:buNone/>
              <a:defRPr sz="1200"/>
            </a:lvl1pPr>
          </a:lstStyle>
          <a:p>
            <a:r>
              <a:rPr lang="en-US"/>
              <a:t>Click here to add icon</a:t>
            </a:r>
          </a:p>
        </p:txBody>
      </p:sp>
      <p:sp>
        <p:nvSpPr>
          <p:cNvPr id="26" name="Picture Placeholder 9">
            <a:extLst>
              <a:ext uri="{FF2B5EF4-FFF2-40B4-BE49-F238E27FC236}">
                <a16:creationId xmlns:a16="http://schemas.microsoft.com/office/drawing/2014/main" id="{EB7D8D35-559F-0ECB-0A77-87FEE0425347}"/>
              </a:ext>
              <a:ext uri="{C183D7F6-B498-43B3-948B-1728B52AA6E4}">
                <adec:decorative xmlns:adec="http://schemas.microsoft.com/office/drawing/2017/decorative" val="1"/>
              </a:ext>
            </a:extLst>
          </p:cNvPr>
          <p:cNvSpPr>
            <a:spLocks noGrp="1" noChangeAspect="1"/>
          </p:cNvSpPr>
          <p:nvPr>
            <p:ph type="pic" sz="quarter" idx="30" hasCustomPrompt="1"/>
          </p:nvPr>
        </p:nvSpPr>
        <p:spPr>
          <a:xfrm>
            <a:off x="425450" y="2607825"/>
            <a:ext cx="914400" cy="914400"/>
          </a:xfrm>
          <a:prstGeom prst="rect">
            <a:avLst/>
          </a:prstGeom>
        </p:spPr>
        <p:txBody>
          <a:bodyPr anchor="ctr"/>
          <a:lstStyle>
            <a:lvl1pPr marL="0" indent="0" algn="ctr">
              <a:buNone/>
              <a:defRPr sz="1200"/>
            </a:lvl1pPr>
          </a:lstStyle>
          <a:p>
            <a:r>
              <a:rPr lang="en-US"/>
              <a:t>Click here to add icon</a:t>
            </a:r>
          </a:p>
        </p:txBody>
      </p:sp>
      <p:sp>
        <p:nvSpPr>
          <p:cNvPr id="28" name="Picture Placeholder 9">
            <a:extLst>
              <a:ext uri="{FF2B5EF4-FFF2-40B4-BE49-F238E27FC236}">
                <a16:creationId xmlns:a16="http://schemas.microsoft.com/office/drawing/2014/main" id="{0815622D-F593-5765-4DE3-9C3B3DA20081}"/>
              </a:ext>
              <a:ext uri="{C183D7F6-B498-43B3-948B-1728B52AA6E4}">
                <adec:decorative xmlns:adec="http://schemas.microsoft.com/office/drawing/2017/decorative" val="1"/>
              </a:ext>
            </a:extLst>
          </p:cNvPr>
          <p:cNvSpPr>
            <a:spLocks noGrp="1" noChangeAspect="1"/>
          </p:cNvSpPr>
          <p:nvPr>
            <p:ph type="pic" sz="quarter" idx="32" hasCustomPrompt="1"/>
          </p:nvPr>
        </p:nvSpPr>
        <p:spPr>
          <a:xfrm>
            <a:off x="425450" y="3862907"/>
            <a:ext cx="914400" cy="914400"/>
          </a:xfrm>
          <a:prstGeom prst="rect">
            <a:avLst/>
          </a:prstGeom>
        </p:spPr>
        <p:txBody>
          <a:bodyPr anchor="ctr"/>
          <a:lstStyle>
            <a:lvl1pPr marL="0" indent="0" algn="ctr">
              <a:buNone/>
              <a:defRPr sz="1200"/>
            </a:lvl1pPr>
          </a:lstStyle>
          <a:p>
            <a:r>
              <a:rPr lang="en-US"/>
              <a:t>Click here to add icon</a:t>
            </a:r>
          </a:p>
        </p:txBody>
      </p:sp>
      <p:sp>
        <p:nvSpPr>
          <p:cNvPr id="30" name="Picture Placeholder 9">
            <a:extLst>
              <a:ext uri="{FF2B5EF4-FFF2-40B4-BE49-F238E27FC236}">
                <a16:creationId xmlns:a16="http://schemas.microsoft.com/office/drawing/2014/main" id="{B1B97117-9F24-6123-995B-5C808A68E78F}"/>
              </a:ext>
              <a:ext uri="{C183D7F6-B498-43B3-948B-1728B52AA6E4}">
                <adec:decorative xmlns:adec="http://schemas.microsoft.com/office/drawing/2017/decorative" val="1"/>
              </a:ext>
            </a:extLst>
          </p:cNvPr>
          <p:cNvSpPr>
            <a:spLocks noGrp="1" noChangeAspect="1"/>
          </p:cNvSpPr>
          <p:nvPr>
            <p:ph type="pic" sz="quarter" idx="34" hasCustomPrompt="1"/>
          </p:nvPr>
        </p:nvSpPr>
        <p:spPr>
          <a:xfrm>
            <a:off x="425450" y="5117990"/>
            <a:ext cx="914400" cy="914400"/>
          </a:xfrm>
          <a:prstGeom prst="rect">
            <a:avLst/>
          </a:prstGeom>
        </p:spPr>
        <p:txBody>
          <a:bodyPr anchor="ctr"/>
          <a:lstStyle>
            <a:lvl1pPr marL="0" indent="0" algn="ctr">
              <a:buNone/>
              <a:defRPr sz="1200"/>
            </a:lvl1pPr>
          </a:lstStyle>
          <a:p>
            <a:r>
              <a:rPr lang="en-US"/>
              <a:t>Click here to add icon</a:t>
            </a:r>
          </a:p>
        </p:txBody>
      </p:sp>
      <p:sp>
        <p:nvSpPr>
          <p:cNvPr id="25" name="Picture Placeholder 9">
            <a:extLst>
              <a:ext uri="{FF2B5EF4-FFF2-40B4-BE49-F238E27FC236}">
                <a16:creationId xmlns:a16="http://schemas.microsoft.com/office/drawing/2014/main" id="{0D74B06B-61ED-CEFB-E3B3-9FC646969EA4}"/>
              </a:ext>
              <a:ext uri="{C183D7F6-B498-43B3-948B-1728B52AA6E4}">
                <adec:decorative xmlns:adec="http://schemas.microsoft.com/office/drawing/2017/decorative" val="1"/>
              </a:ext>
            </a:extLst>
          </p:cNvPr>
          <p:cNvSpPr>
            <a:spLocks noGrp="1" noChangeAspect="1"/>
          </p:cNvSpPr>
          <p:nvPr>
            <p:ph type="pic" sz="quarter" idx="29" hasCustomPrompt="1"/>
          </p:nvPr>
        </p:nvSpPr>
        <p:spPr>
          <a:xfrm>
            <a:off x="6305389" y="1352743"/>
            <a:ext cx="914400" cy="914400"/>
          </a:xfrm>
          <a:prstGeom prst="rect">
            <a:avLst/>
          </a:prstGeom>
        </p:spPr>
        <p:txBody>
          <a:bodyPr anchor="ctr"/>
          <a:lstStyle>
            <a:lvl1pPr marL="0" indent="0" algn="ctr">
              <a:buNone/>
              <a:defRPr sz="1200"/>
            </a:lvl1pPr>
          </a:lstStyle>
          <a:p>
            <a:r>
              <a:rPr lang="en-US"/>
              <a:t>Click here to add icon</a:t>
            </a:r>
          </a:p>
        </p:txBody>
      </p:sp>
      <p:sp>
        <p:nvSpPr>
          <p:cNvPr id="27" name="Picture Placeholder 9">
            <a:extLst>
              <a:ext uri="{FF2B5EF4-FFF2-40B4-BE49-F238E27FC236}">
                <a16:creationId xmlns:a16="http://schemas.microsoft.com/office/drawing/2014/main" id="{C8F1CBD6-68D2-0E56-C57A-4BB197422862}"/>
              </a:ext>
              <a:ext uri="{C183D7F6-B498-43B3-948B-1728B52AA6E4}">
                <adec:decorative xmlns:adec="http://schemas.microsoft.com/office/drawing/2017/decorative" val="1"/>
              </a:ext>
            </a:extLst>
          </p:cNvPr>
          <p:cNvSpPr>
            <a:spLocks noGrp="1" noChangeAspect="1"/>
          </p:cNvSpPr>
          <p:nvPr>
            <p:ph type="pic" sz="quarter" idx="31" hasCustomPrompt="1"/>
          </p:nvPr>
        </p:nvSpPr>
        <p:spPr>
          <a:xfrm>
            <a:off x="6305389" y="2607825"/>
            <a:ext cx="914400" cy="914400"/>
          </a:xfrm>
          <a:prstGeom prst="rect">
            <a:avLst/>
          </a:prstGeom>
        </p:spPr>
        <p:txBody>
          <a:bodyPr anchor="ctr"/>
          <a:lstStyle>
            <a:lvl1pPr marL="0" indent="0" algn="ctr">
              <a:buNone/>
              <a:defRPr sz="1200"/>
            </a:lvl1pPr>
          </a:lstStyle>
          <a:p>
            <a:r>
              <a:rPr lang="en-US"/>
              <a:t>Click here to add icon</a:t>
            </a:r>
          </a:p>
        </p:txBody>
      </p:sp>
      <p:sp>
        <p:nvSpPr>
          <p:cNvPr id="29" name="Picture Placeholder 9">
            <a:extLst>
              <a:ext uri="{FF2B5EF4-FFF2-40B4-BE49-F238E27FC236}">
                <a16:creationId xmlns:a16="http://schemas.microsoft.com/office/drawing/2014/main" id="{8A4B5D9B-DD42-E12C-B8B1-D148773ADFC2}"/>
              </a:ext>
              <a:ext uri="{C183D7F6-B498-43B3-948B-1728B52AA6E4}">
                <adec:decorative xmlns:adec="http://schemas.microsoft.com/office/drawing/2017/decorative" val="1"/>
              </a:ext>
            </a:extLst>
          </p:cNvPr>
          <p:cNvSpPr>
            <a:spLocks noGrp="1" noChangeAspect="1"/>
          </p:cNvSpPr>
          <p:nvPr>
            <p:ph type="pic" sz="quarter" idx="33" hasCustomPrompt="1"/>
          </p:nvPr>
        </p:nvSpPr>
        <p:spPr>
          <a:xfrm>
            <a:off x="6305389" y="3862907"/>
            <a:ext cx="914400" cy="914400"/>
          </a:xfrm>
          <a:prstGeom prst="rect">
            <a:avLst/>
          </a:prstGeom>
        </p:spPr>
        <p:txBody>
          <a:bodyPr anchor="ctr"/>
          <a:lstStyle>
            <a:lvl1pPr marL="0" indent="0" algn="ctr">
              <a:buNone/>
              <a:defRPr sz="1200"/>
            </a:lvl1pPr>
          </a:lstStyle>
          <a:p>
            <a:r>
              <a:rPr lang="en-US"/>
              <a:t>Click here to add icon</a:t>
            </a:r>
          </a:p>
        </p:txBody>
      </p:sp>
      <p:sp>
        <p:nvSpPr>
          <p:cNvPr id="31" name="Picture Placeholder 9">
            <a:extLst>
              <a:ext uri="{FF2B5EF4-FFF2-40B4-BE49-F238E27FC236}">
                <a16:creationId xmlns:a16="http://schemas.microsoft.com/office/drawing/2014/main" id="{4FE3643B-04DC-9C04-EC21-6FC260035471}"/>
              </a:ext>
              <a:ext uri="{C183D7F6-B498-43B3-948B-1728B52AA6E4}">
                <adec:decorative xmlns:adec="http://schemas.microsoft.com/office/drawing/2017/decorative" val="1"/>
              </a:ext>
            </a:extLst>
          </p:cNvPr>
          <p:cNvSpPr>
            <a:spLocks noGrp="1" noChangeAspect="1"/>
          </p:cNvSpPr>
          <p:nvPr>
            <p:ph type="pic" sz="quarter" idx="35" hasCustomPrompt="1"/>
          </p:nvPr>
        </p:nvSpPr>
        <p:spPr>
          <a:xfrm>
            <a:off x="6305389" y="5117990"/>
            <a:ext cx="914400" cy="914400"/>
          </a:xfrm>
          <a:prstGeom prst="rect">
            <a:avLst/>
          </a:prstGeom>
        </p:spPr>
        <p:txBody>
          <a:bodyPr anchor="ctr"/>
          <a:lstStyle>
            <a:lvl1pPr marL="0" indent="0" algn="ctr">
              <a:buNone/>
              <a:defRPr sz="1200"/>
            </a:lvl1pPr>
          </a:lstStyle>
          <a:p>
            <a:r>
              <a:rPr lang="en-US"/>
              <a:t>Click here to add icon</a:t>
            </a:r>
          </a:p>
        </p:txBody>
      </p:sp>
    </p:spTree>
    <p:extLst>
      <p:ext uri="{BB962C8B-B14F-4D97-AF65-F5344CB8AC3E}">
        <p14:creationId xmlns:p14="http://schemas.microsoft.com/office/powerpoint/2010/main" val="166490713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our circle tex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4" name="Text Placeholder 11">
            <a:extLst>
              <a:ext uri="{FF2B5EF4-FFF2-40B4-BE49-F238E27FC236}">
                <a16:creationId xmlns:a16="http://schemas.microsoft.com/office/drawing/2014/main" id="{F190266A-6EA5-DA1F-2689-9203581580EC}"/>
              </a:ext>
            </a:extLst>
          </p:cNvPr>
          <p:cNvSpPr>
            <a:spLocks noGrp="1"/>
          </p:cNvSpPr>
          <p:nvPr>
            <p:ph type="body" sz="quarter" idx="36" hasCustomPrompt="1"/>
          </p:nvPr>
        </p:nvSpPr>
        <p:spPr>
          <a:xfrm>
            <a:off x="1643606" y="1469073"/>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2" name="Text Placeholder 11">
            <a:extLst>
              <a:ext uri="{FF2B5EF4-FFF2-40B4-BE49-F238E27FC236}">
                <a16:creationId xmlns:a16="http://schemas.microsoft.com/office/drawing/2014/main" id="{51F13AE0-9183-D602-5CE3-A9A8CFB65524}"/>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5" name="Text Placeholder 11">
            <a:extLst>
              <a:ext uri="{FF2B5EF4-FFF2-40B4-BE49-F238E27FC236}">
                <a16:creationId xmlns:a16="http://schemas.microsoft.com/office/drawing/2014/main" id="{5401359C-8F5C-6329-FB4C-ACDB3E530D46}"/>
              </a:ext>
            </a:extLst>
          </p:cNvPr>
          <p:cNvSpPr>
            <a:spLocks noGrp="1"/>
          </p:cNvSpPr>
          <p:nvPr>
            <p:ph type="body" sz="quarter" idx="37" hasCustomPrompt="1"/>
          </p:nvPr>
        </p:nvSpPr>
        <p:spPr>
          <a:xfrm>
            <a:off x="1643606" y="2661324"/>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3" name="Text Placeholder 11">
            <a:extLst>
              <a:ext uri="{FF2B5EF4-FFF2-40B4-BE49-F238E27FC236}">
                <a16:creationId xmlns:a16="http://schemas.microsoft.com/office/drawing/2014/main" id="{9AAE432B-E20C-7DDA-7B74-202DD9899130}"/>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6" name="Text Placeholder 11">
            <a:extLst>
              <a:ext uri="{FF2B5EF4-FFF2-40B4-BE49-F238E27FC236}">
                <a16:creationId xmlns:a16="http://schemas.microsoft.com/office/drawing/2014/main" id="{46420016-65BB-65D1-7A9B-BC72F9D6828A}"/>
              </a:ext>
            </a:extLst>
          </p:cNvPr>
          <p:cNvSpPr>
            <a:spLocks noGrp="1"/>
          </p:cNvSpPr>
          <p:nvPr>
            <p:ph type="body" sz="quarter" idx="38" hasCustomPrompt="1"/>
          </p:nvPr>
        </p:nvSpPr>
        <p:spPr>
          <a:xfrm>
            <a:off x="1643606" y="3855191"/>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5" name="Text Placeholder 11">
            <a:extLst>
              <a:ext uri="{FF2B5EF4-FFF2-40B4-BE49-F238E27FC236}">
                <a16:creationId xmlns:a16="http://schemas.microsoft.com/office/drawing/2014/main" id="{6AA48CE4-D48F-1815-952F-AE9234ABC8B0}"/>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7" name="Text Placeholder 11">
            <a:extLst>
              <a:ext uri="{FF2B5EF4-FFF2-40B4-BE49-F238E27FC236}">
                <a16:creationId xmlns:a16="http://schemas.microsoft.com/office/drawing/2014/main" id="{2E30510B-0B2F-B2B8-13C1-8A4B008236D0}"/>
              </a:ext>
            </a:extLst>
          </p:cNvPr>
          <p:cNvSpPr>
            <a:spLocks noGrp="1"/>
          </p:cNvSpPr>
          <p:nvPr>
            <p:ph type="body" sz="quarter" idx="39" hasCustomPrompt="1"/>
          </p:nvPr>
        </p:nvSpPr>
        <p:spPr>
          <a:xfrm>
            <a:off x="1643606" y="5048250"/>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 name="Slide Number Placeholder 5">
            <a:extLst>
              <a:ext uri="{FF2B5EF4-FFF2-40B4-BE49-F238E27FC236}">
                <a16:creationId xmlns:a16="http://schemas.microsoft.com/office/drawing/2014/main" id="{B7F83E17-8512-7962-C5E1-591C2FB9ADD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9" name="Group 8">
            <a:extLst>
              <a:ext uri="{FF2B5EF4-FFF2-40B4-BE49-F238E27FC236}">
                <a16:creationId xmlns:a16="http://schemas.microsoft.com/office/drawing/2014/main" id="{EE0F0882-44F5-44B1-C186-702F2480C0F2}"/>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56285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ircle tex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Text Placeholder 11">
            <a:extLst>
              <a:ext uri="{FF2B5EF4-FFF2-40B4-BE49-F238E27FC236}">
                <a16:creationId xmlns:a16="http://schemas.microsoft.com/office/drawing/2014/main" id="{D73F7F6A-A03C-29C6-C5D4-5A7B3542360A}"/>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643606" y="1469073"/>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5" name="Text Placeholder 11">
            <a:extLst>
              <a:ext uri="{FF2B5EF4-FFF2-40B4-BE49-F238E27FC236}">
                <a16:creationId xmlns:a16="http://schemas.microsoft.com/office/drawing/2014/main" id="{B7BFB2D0-1EAF-DCB0-6345-DF88DCCF0E69}"/>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643606" y="2661324"/>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6" name="Text Placeholder 11">
            <a:extLst>
              <a:ext uri="{FF2B5EF4-FFF2-40B4-BE49-F238E27FC236}">
                <a16:creationId xmlns:a16="http://schemas.microsoft.com/office/drawing/2014/main" id="{42951087-268C-82C9-8EE2-ACDB75F9C8F8}"/>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643606" y="3855191"/>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7" name="Text Placeholder 11">
            <a:extLst>
              <a:ext uri="{FF2B5EF4-FFF2-40B4-BE49-F238E27FC236}">
                <a16:creationId xmlns:a16="http://schemas.microsoft.com/office/drawing/2014/main" id="{D6FBDD42-ED0C-5362-9314-8816E840A6CF}"/>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8" name="Text Placeholder 11">
            <a:extLst>
              <a:ext uri="{FF2B5EF4-FFF2-40B4-BE49-F238E27FC236}">
                <a16:creationId xmlns:a16="http://schemas.microsoft.com/office/drawing/2014/main" id="{25BAE7B8-AA80-9379-0D79-99D8A5FB8883}"/>
              </a:ext>
            </a:extLst>
          </p:cNvPr>
          <p:cNvSpPr>
            <a:spLocks noGrp="1"/>
          </p:cNvSpPr>
          <p:nvPr>
            <p:ph type="body" sz="quarter" idx="20" hasCustomPrompt="1"/>
          </p:nvPr>
        </p:nvSpPr>
        <p:spPr>
          <a:xfrm>
            <a:off x="1643606" y="5048250"/>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9" name="Slide Number Placeholder 5">
            <a:extLst>
              <a:ext uri="{FF2B5EF4-FFF2-40B4-BE49-F238E27FC236}">
                <a16:creationId xmlns:a16="http://schemas.microsoft.com/office/drawing/2014/main" id="{25805B27-E793-67C5-14F5-AF17640665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B7BA0B3A-C5FE-73FE-0313-2D261BC14E1D}"/>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201706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ight circl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585732"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9" name="Text Placeholder 11">
            <a:extLst>
              <a:ext uri="{FF2B5EF4-FFF2-40B4-BE49-F238E27FC236}">
                <a16:creationId xmlns:a16="http://schemas.microsoft.com/office/drawing/2014/main" id="{F21F880F-FB7C-4634-306F-F1211CD4DE2E}"/>
              </a:ext>
            </a:extLst>
          </p:cNvPr>
          <p:cNvSpPr>
            <a:spLocks noGrp="1" noChangeAspect="1"/>
          </p:cNvSpPr>
          <p:nvPr>
            <p:ph type="body" sz="quarter" idx="27" hasCustomPrompt="1"/>
          </p:nvPr>
        </p:nvSpPr>
        <p:spPr>
          <a:xfrm>
            <a:off x="425450"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585732"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10" name="Text Placeholder 11">
            <a:extLst>
              <a:ext uri="{FF2B5EF4-FFF2-40B4-BE49-F238E27FC236}">
                <a16:creationId xmlns:a16="http://schemas.microsoft.com/office/drawing/2014/main" id="{279C447D-3CA9-F6B7-7D94-8FE95A45534D}"/>
              </a:ext>
            </a:extLst>
          </p:cNvPr>
          <p:cNvSpPr>
            <a:spLocks noGrp="1" noChangeAspect="1"/>
          </p:cNvSpPr>
          <p:nvPr>
            <p:ph type="body" sz="quarter" idx="28" hasCustomPrompt="1"/>
          </p:nvPr>
        </p:nvSpPr>
        <p:spPr>
          <a:xfrm>
            <a:off x="425450"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585732"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24" name="Text Placeholder 11">
            <a:extLst>
              <a:ext uri="{FF2B5EF4-FFF2-40B4-BE49-F238E27FC236}">
                <a16:creationId xmlns:a16="http://schemas.microsoft.com/office/drawing/2014/main" id="{E8B13DF0-07C0-23DB-928E-C1C480CADC08}"/>
              </a:ext>
            </a:extLst>
          </p:cNvPr>
          <p:cNvSpPr>
            <a:spLocks noGrp="1" noChangeAspect="1"/>
          </p:cNvSpPr>
          <p:nvPr>
            <p:ph type="body" sz="quarter" idx="29" hasCustomPrompt="1"/>
          </p:nvPr>
        </p:nvSpPr>
        <p:spPr>
          <a:xfrm>
            <a:off x="425450"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4" name="Text Placeholder 11">
            <a:extLst>
              <a:ext uri="{FF2B5EF4-FFF2-40B4-BE49-F238E27FC236}">
                <a16:creationId xmlns:a16="http://schemas.microsoft.com/office/drawing/2014/main" id="{A275FC47-DC0A-178E-6514-4A3C25D30369}"/>
              </a:ext>
            </a:extLst>
          </p:cNvPr>
          <p:cNvSpPr>
            <a:spLocks noGrp="1"/>
          </p:cNvSpPr>
          <p:nvPr>
            <p:ph type="body" sz="quarter" idx="26" hasCustomPrompt="1"/>
          </p:nvPr>
        </p:nvSpPr>
        <p:spPr>
          <a:xfrm>
            <a:off x="1585732"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26" name="Text Placeholder 11">
            <a:extLst>
              <a:ext uri="{FF2B5EF4-FFF2-40B4-BE49-F238E27FC236}">
                <a16:creationId xmlns:a16="http://schemas.microsoft.com/office/drawing/2014/main" id="{38FFF44D-3DD9-2074-EE5A-CD230E0EF2E3}"/>
              </a:ext>
            </a:extLst>
          </p:cNvPr>
          <p:cNvSpPr>
            <a:spLocks noGrp="1" noChangeAspect="1"/>
          </p:cNvSpPr>
          <p:nvPr>
            <p:ph type="body" sz="quarter" idx="31" hasCustomPrompt="1"/>
          </p:nvPr>
        </p:nvSpPr>
        <p:spPr>
          <a:xfrm>
            <a:off x="6277612"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25" name="Text Placeholder 11">
            <a:extLst>
              <a:ext uri="{FF2B5EF4-FFF2-40B4-BE49-F238E27FC236}">
                <a16:creationId xmlns:a16="http://schemas.microsoft.com/office/drawing/2014/main" id="{2FD121F6-8F18-F351-DBC7-3754FAF17745}"/>
              </a:ext>
            </a:extLst>
          </p:cNvPr>
          <p:cNvSpPr>
            <a:spLocks noGrp="1"/>
          </p:cNvSpPr>
          <p:nvPr>
            <p:ph type="body" sz="quarter" idx="30" hasCustomPrompt="1"/>
          </p:nvPr>
        </p:nvSpPr>
        <p:spPr>
          <a:xfrm>
            <a:off x="7437894"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33" name="Text Placeholder 11">
            <a:extLst>
              <a:ext uri="{FF2B5EF4-FFF2-40B4-BE49-F238E27FC236}">
                <a16:creationId xmlns:a16="http://schemas.microsoft.com/office/drawing/2014/main" id="{E8B77CFA-033A-8C42-DC31-5E9EB70B6CB6}"/>
              </a:ext>
            </a:extLst>
          </p:cNvPr>
          <p:cNvSpPr>
            <a:spLocks noGrp="1" noChangeAspect="1"/>
          </p:cNvSpPr>
          <p:nvPr>
            <p:ph type="body" sz="quarter" idx="35" hasCustomPrompt="1"/>
          </p:nvPr>
        </p:nvSpPr>
        <p:spPr>
          <a:xfrm>
            <a:off x="6277612"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27" name="Text Placeholder 11">
            <a:extLst>
              <a:ext uri="{FF2B5EF4-FFF2-40B4-BE49-F238E27FC236}">
                <a16:creationId xmlns:a16="http://schemas.microsoft.com/office/drawing/2014/main" id="{767642CB-C789-58FD-115F-E4DFAD0EB09C}"/>
              </a:ext>
            </a:extLst>
          </p:cNvPr>
          <p:cNvSpPr>
            <a:spLocks noGrp="1"/>
          </p:cNvSpPr>
          <p:nvPr>
            <p:ph type="body" sz="quarter" idx="32" hasCustomPrompt="1"/>
          </p:nvPr>
        </p:nvSpPr>
        <p:spPr>
          <a:xfrm>
            <a:off x="7437894"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34" name="Text Placeholder 11">
            <a:extLst>
              <a:ext uri="{FF2B5EF4-FFF2-40B4-BE49-F238E27FC236}">
                <a16:creationId xmlns:a16="http://schemas.microsoft.com/office/drawing/2014/main" id="{763A6193-E0FB-D95B-DE6F-0B20335C56ED}"/>
              </a:ext>
            </a:extLst>
          </p:cNvPr>
          <p:cNvSpPr>
            <a:spLocks noGrp="1" noChangeAspect="1"/>
          </p:cNvSpPr>
          <p:nvPr>
            <p:ph type="body" sz="quarter" idx="36" hasCustomPrompt="1"/>
          </p:nvPr>
        </p:nvSpPr>
        <p:spPr>
          <a:xfrm>
            <a:off x="6277612"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28" name="Text Placeholder 11">
            <a:extLst>
              <a:ext uri="{FF2B5EF4-FFF2-40B4-BE49-F238E27FC236}">
                <a16:creationId xmlns:a16="http://schemas.microsoft.com/office/drawing/2014/main" id="{303C1E23-393C-1C89-1D7F-C9C3B6C502F6}"/>
              </a:ext>
            </a:extLst>
          </p:cNvPr>
          <p:cNvSpPr>
            <a:spLocks noGrp="1"/>
          </p:cNvSpPr>
          <p:nvPr>
            <p:ph type="body" sz="quarter" idx="33" hasCustomPrompt="1"/>
          </p:nvPr>
        </p:nvSpPr>
        <p:spPr>
          <a:xfrm>
            <a:off x="7437894"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35" name="Text Placeholder 11">
            <a:extLst>
              <a:ext uri="{FF2B5EF4-FFF2-40B4-BE49-F238E27FC236}">
                <a16:creationId xmlns:a16="http://schemas.microsoft.com/office/drawing/2014/main" id="{91EE428F-3890-D952-4727-56BDAAAEACA7}"/>
              </a:ext>
            </a:extLst>
          </p:cNvPr>
          <p:cNvSpPr>
            <a:spLocks noGrp="1" noChangeAspect="1"/>
          </p:cNvSpPr>
          <p:nvPr>
            <p:ph type="body" sz="quarter" idx="37" hasCustomPrompt="1"/>
          </p:nvPr>
        </p:nvSpPr>
        <p:spPr>
          <a:xfrm>
            <a:off x="6277612"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31" name="Text Placeholder 11">
            <a:extLst>
              <a:ext uri="{FF2B5EF4-FFF2-40B4-BE49-F238E27FC236}">
                <a16:creationId xmlns:a16="http://schemas.microsoft.com/office/drawing/2014/main" id="{3E87BD83-BA4C-45EB-3B54-F2529CA84476}"/>
              </a:ext>
            </a:extLst>
          </p:cNvPr>
          <p:cNvSpPr>
            <a:spLocks noGrp="1"/>
          </p:cNvSpPr>
          <p:nvPr>
            <p:ph type="body" sz="quarter" idx="34" hasCustomPrompt="1"/>
          </p:nvPr>
        </p:nvSpPr>
        <p:spPr>
          <a:xfrm>
            <a:off x="7437894"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12" name="Slide Number Placeholder 5">
            <a:extLst>
              <a:ext uri="{FF2B5EF4-FFF2-40B4-BE49-F238E27FC236}">
                <a16:creationId xmlns:a16="http://schemas.microsoft.com/office/drawing/2014/main" id="{59A5C8E2-2ADE-518A-D8DD-1D93CC3C251F}"/>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3" name="Group 12">
            <a:extLst>
              <a:ext uri="{FF2B5EF4-FFF2-40B4-BE49-F238E27FC236}">
                <a16:creationId xmlns:a16="http://schemas.microsoft.com/office/drawing/2014/main" id="{A11A5917-6CBF-E43C-C0D8-255CE71EA4ED}"/>
              </a:ext>
              <a:ext uri="{C183D7F6-B498-43B3-948B-1728B52AA6E4}">
                <adec:decorative xmlns:adec="http://schemas.microsoft.com/office/drawing/2017/decorative" val="1"/>
              </a:ext>
            </a:extLst>
          </p:cNvPr>
          <p:cNvGrpSpPr/>
          <p:nvPr userDrawn="1"/>
        </p:nvGrpSpPr>
        <p:grpSpPr>
          <a:xfrm>
            <a:off x="1585732" y="2572332"/>
            <a:ext cx="10177274" cy="2401356"/>
            <a:chOff x="1585732" y="2572332"/>
            <a:chExt cx="10177274" cy="2401356"/>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85732"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85732"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CDB6E7F-7626-2933-1F97-7A46A34A7E06}"/>
                </a:ext>
              </a:extLst>
            </p:cNvPr>
            <p:cNvCxnSpPr>
              <a:cxnSpLocks/>
            </p:cNvCxnSpPr>
            <p:nvPr userDrawn="1"/>
          </p:nvCxnSpPr>
          <p:spPr>
            <a:xfrm>
              <a:off x="1585732"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1415C93-4DCF-B7CB-80ED-110311DD037A}"/>
                </a:ext>
              </a:extLst>
            </p:cNvPr>
            <p:cNvCxnSpPr>
              <a:cxnSpLocks/>
            </p:cNvCxnSpPr>
            <p:nvPr userDrawn="1"/>
          </p:nvCxnSpPr>
          <p:spPr>
            <a:xfrm>
              <a:off x="7437894"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A2FDD71-D37A-FD5D-32D8-73CE6AAACBFF}"/>
                </a:ext>
              </a:extLst>
            </p:cNvPr>
            <p:cNvCxnSpPr>
              <a:cxnSpLocks/>
            </p:cNvCxnSpPr>
            <p:nvPr userDrawn="1"/>
          </p:nvCxnSpPr>
          <p:spPr>
            <a:xfrm>
              <a:off x="7437894"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F9CE9F6-6355-A268-FC3F-D648B8F23A64}"/>
                </a:ext>
              </a:extLst>
            </p:cNvPr>
            <p:cNvCxnSpPr>
              <a:cxnSpLocks/>
            </p:cNvCxnSpPr>
            <p:nvPr userDrawn="1"/>
          </p:nvCxnSpPr>
          <p:spPr>
            <a:xfrm>
              <a:off x="7437894"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5232548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ircle curv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8298687"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4" y="709990"/>
            <a:ext cx="82986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A3280943-14D9-E1AA-7579-C65E38FD82CA}"/>
              </a:ext>
            </a:extLst>
          </p:cNvPr>
          <p:cNvSpPr>
            <a:spLocks noGrp="1"/>
          </p:cNvSpPr>
          <p:nvPr>
            <p:ph idx="13" hasCustomPrompt="1"/>
          </p:nvPr>
        </p:nvSpPr>
        <p:spPr>
          <a:xfrm>
            <a:off x="428624" y="1446212"/>
            <a:ext cx="5394960"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3" name="Slide Number Placeholder 5">
            <a:extLst>
              <a:ext uri="{FF2B5EF4-FFF2-40B4-BE49-F238E27FC236}">
                <a16:creationId xmlns:a16="http://schemas.microsoft.com/office/drawing/2014/main" id="{29F78020-D828-4016-3BC7-400A2B1744A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a:off x="5961999"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7130379" y="1441448"/>
            <a:ext cx="3474722" cy="3474720"/>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27036437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ircle curv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3514164" y="291451"/>
            <a:ext cx="8252386"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3514164" y="709990"/>
            <a:ext cx="82523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1754A373-88C4-A82B-E350-FCFB019D452F}"/>
              </a:ext>
            </a:extLst>
          </p:cNvPr>
          <p:cNvSpPr>
            <a:spLocks noGrp="1"/>
          </p:cNvSpPr>
          <p:nvPr>
            <p:ph idx="13" hasCustomPrompt="1"/>
          </p:nvPr>
        </p:nvSpPr>
        <p:spPr>
          <a:xfrm>
            <a:off x="6450568" y="1446212"/>
            <a:ext cx="5315982"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3" name="Slide Number Placeholder 5">
            <a:extLst>
              <a:ext uri="{FF2B5EF4-FFF2-40B4-BE49-F238E27FC236}">
                <a16:creationId xmlns:a16="http://schemas.microsoft.com/office/drawing/2014/main" id="{516BDD6C-589C-E59D-505F-90F87C6A5387}"/>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flipH="1">
            <a:off x="428623"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1597003" y="1441448"/>
            <a:ext cx="3474722" cy="3474720"/>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50221270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ircle curv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0" name="Content Placeholder 2">
            <a:extLst>
              <a:ext uri="{FF2B5EF4-FFF2-40B4-BE49-F238E27FC236}">
                <a16:creationId xmlns:a16="http://schemas.microsoft.com/office/drawing/2014/main" id="{15D281C0-60B3-6172-E427-F7E32C30796B}"/>
              </a:ext>
            </a:extLst>
          </p:cNvPr>
          <p:cNvSpPr>
            <a:spLocks noGrp="1"/>
          </p:cNvSpPr>
          <p:nvPr>
            <p:ph idx="13" hasCustomPrompt="1"/>
          </p:nvPr>
        </p:nvSpPr>
        <p:spPr>
          <a:xfrm>
            <a:off x="5254906" y="1446212"/>
            <a:ext cx="6511644"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9" name="Slide Number Placeholder 5">
            <a:extLst>
              <a:ext uri="{FF2B5EF4-FFF2-40B4-BE49-F238E27FC236}">
                <a16:creationId xmlns:a16="http://schemas.microsoft.com/office/drawing/2014/main" id="{7708C7AB-438A-DC8C-37D8-D7D68BAB13CD}"/>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37533B7B-CFCE-C743-5F19-2A8A364B144A}"/>
              </a:ext>
              <a:ext uri="{C183D7F6-B498-43B3-948B-1728B52AA6E4}">
                <adec:decorative xmlns:adec="http://schemas.microsoft.com/office/drawing/2017/decorative" val="1"/>
              </a:ext>
            </a:extLst>
          </p:cNvPr>
          <p:cNvGrpSpPr/>
          <p:nvPr userDrawn="1"/>
        </p:nvGrpSpPr>
        <p:grpSpPr>
          <a:xfrm flipH="1">
            <a:off x="428625" y="1456405"/>
            <a:ext cx="4631138" cy="4631138"/>
            <a:chOff x="6364404" y="688572"/>
            <a:chExt cx="5398971" cy="5398971"/>
          </a:xfrm>
        </p:grpSpPr>
        <p:pic>
          <p:nvPicPr>
            <p:cNvPr id="5" name="Graphic 4">
              <a:extLst>
                <a:ext uri="{FF2B5EF4-FFF2-40B4-BE49-F238E27FC236}">
                  <a16:creationId xmlns:a16="http://schemas.microsoft.com/office/drawing/2014/main" id="{F0EA9041-DFBD-0DC8-66E1-193CA3018F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6" name="Graphic 5">
              <a:extLst>
                <a:ext uri="{FF2B5EF4-FFF2-40B4-BE49-F238E27FC236}">
                  <a16:creationId xmlns:a16="http://schemas.microsoft.com/office/drawing/2014/main" id="{14ADEFBA-0047-A23F-7A01-9D71C4274E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7" name="Picture Placeholder 6">
            <a:extLst>
              <a:ext uri="{FF2B5EF4-FFF2-40B4-BE49-F238E27FC236}">
                <a16:creationId xmlns:a16="http://schemas.microsoft.com/office/drawing/2014/main" id="{4A8ACBE3-F84F-9311-A090-BF6945A40482}"/>
              </a:ext>
              <a:ext uri="{C183D7F6-B498-43B3-948B-1728B52AA6E4}">
                <adec:decorative xmlns:adec="http://schemas.microsoft.com/office/drawing/2017/decorative" val="1"/>
              </a:ext>
            </a:extLst>
          </p:cNvPr>
          <p:cNvSpPr>
            <a:spLocks noGrp="1" noChangeAspect="1"/>
          </p:cNvSpPr>
          <p:nvPr>
            <p:ph type="pic" sz="quarter" idx="11"/>
          </p:nvPr>
        </p:nvSpPr>
        <p:spPr>
          <a:xfrm>
            <a:off x="1358739" y="2390067"/>
            <a:ext cx="2765586" cy="2765584"/>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273263558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ircle curve quot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08C7D-CAC2-E061-16C4-46C8B746882D}"/>
              </a:ext>
            </a:extLst>
          </p:cNvPr>
          <p:cNvSpPr>
            <a:spLocks noGrp="1"/>
          </p:cNvSpPr>
          <p:nvPr>
            <p:ph type="title" hasCustomPrompt="1"/>
          </p:nvPr>
        </p:nvSpPr>
        <p:spPr>
          <a:xfrm>
            <a:off x="428624" y="-972518"/>
            <a:ext cx="11337925" cy="796568"/>
          </a:xfrm>
        </p:spPr>
        <p:txBody>
          <a:bodyPr anchor="b"/>
          <a:lstStyle>
            <a:lvl1pPr>
              <a:defRPr/>
            </a:lvl1pPr>
          </a:lstStyle>
          <a:p>
            <a:r>
              <a:rPr lang="en-US"/>
              <a:t>Title</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a:t>Quote/Body text</a:t>
            </a:r>
          </a:p>
        </p:txBody>
      </p:sp>
      <p:sp>
        <p:nvSpPr>
          <p:cNvPr id="2" name="Slide Number Placeholder 5">
            <a:extLst>
              <a:ext uri="{FF2B5EF4-FFF2-40B4-BE49-F238E27FC236}">
                <a16:creationId xmlns:a16="http://schemas.microsoft.com/office/drawing/2014/main" id="{512E530A-B778-4B96-FF9C-7B751B733D7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6" name="Group 5">
            <a:extLst>
              <a:ext uri="{FF2B5EF4-FFF2-40B4-BE49-F238E27FC236}">
                <a16:creationId xmlns:a16="http://schemas.microsoft.com/office/drawing/2014/main" id="{19778ECC-DF3B-21C8-2028-9C37F39EDD7F}"/>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Picture Placeholder 6">
            <a:extLst>
              <a:ext uri="{FF2B5EF4-FFF2-40B4-BE49-F238E27FC236}">
                <a16:creationId xmlns:a16="http://schemas.microsoft.com/office/drawing/2014/main" id="{7BB21A47-0ACD-51C0-D2C7-23A1141D8604}"/>
              </a:ext>
              <a:ext uri="{C183D7F6-B498-43B3-948B-1728B52AA6E4}">
                <adec:decorative xmlns:adec="http://schemas.microsoft.com/office/drawing/2017/decorative" val="1"/>
              </a:ext>
            </a:extLst>
          </p:cNvPr>
          <p:cNvSpPr>
            <a:spLocks noGrp="1" noChangeAspect="1"/>
          </p:cNvSpPr>
          <p:nvPr>
            <p:ph type="pic" sz="quarter" idx="11"/>
          </p:nvPr>
        </p:nvSpPr>
        <p:spPr>
          <a:xfrm>
            <a:off x="1516747" y="1776294"/>
            <a:ext cx="3218690" cy="3218688"/>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257236671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ircle curve quote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a:solidFill>
                  <a:schemeClr val="accent3"/>
                </a:solidFill>
              </a:defRPr>
            </a:lvl1pPr>
          </a:lstStyle>
          <a:p>
            <a:r>
              <a:rPr lang="en-US"/>
              <a:t>Title example </a:t>
            </a:r>
            <a:br>
              <a:rPr lang="en-US"/>
            </a:br>
            <a:r>
              <a:rPr lang="en-US"/>
              <a:t>over two lines</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a:t>Quote/Body text</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867814866"/>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ircle curve quote 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01E3036-17F2-B2D8-A1D0-CDDB9D0DD68D}"/>
              </a:ext>
              <a:ext uri="{C183D7F6-B498-43B3-948B-1728B52AA6E4}">
                <adec:decorative xmlns:adec="http://schemas.microsoft.com/office/drawing/2017/decorative" val="1"/>
              </a:ext>
            </a:extLst>
          </p:cNvPr>
          <p:cNvGrpSpPr/>
          <p:nvPr userDrawn="1"/>
        </p:nvGrpSpPr>
        <p:grpSpPr>
          <a:xfrm>
            <a:off x="0" y="0"/>
            <a:ext cx="6096000" cy="6858000"/>
            <a:chOff x="0" y="0"/>
            <a:chExt cx="6096000" cy="6858000"/>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sz="3200">
                <a:solidFill>
                  <a:schemeClr val="bg1"/>
                </a:solidFill>
              </a:defRPr>
            </a:lvl1pPr>
          </a:lstStyle>
          <a:p>
            <a:r>
              <a:rPr lang="en-US"/>
              <a:t>Presentation</a:t>
            </a:r>
            <a:br>
              <a:rPr lang="en-US"/>
            </a:br>
            <a:r>
              <a:rPr lang="en-US"/>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accent3"/>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a:t>Quote/Body text</a:t>
            </a:r>
          </a:p>
        </p:txBody>
      </p:sp>
    </p:spTree>
    <p:extLst>
      <p:ext uri="{BB962C8B-B14F-4D97-AF65-F5344CB8AC3E}">
        <p14:creationId xmlns:p14="http://schemas.microsoft.com/office/powerpoint/2010/main" val="401448567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3249094-6A68-D834-0DBC-9A7F16E75AD2}"/>
              </a:ext>
            </a:extLst>
          </p:cNvPr>
          <p:cNvSpPr>
            <a:spLocks noGrp="1"/>
          </p:cNvSpPr>
          <p:nvPr>
            <p:ph type="title" hasCustomPrompt="1"/>
          </p:nvPr>
        </p:nvSpPr>
        <p:spPr>
          <a:xfrm>
            <a:off x="428623" y="4548851"/>
            <a:ext cx="3622941" cy="1528100"/>
          </a:xfrm>
        </p:spPr>
        <p:txBody>
          <a:bodyPr/>
          <a:lstStyle>
            <a:lvl1pPr>
              <a:defRPr/>
            </a:lvl1pPr>
          </a:lstStyle>
          <a:p>
            <a:pPr lvl="0"/>
            <a:r>
              <a:rPr lang="en-US"/>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9" name="Picture Placeholder 8">
            <a:extLst>
              <a:ext uri="{FF2B5EF4-FFF2-40B4-BE49-F238E27FC236}">
                <a16:creationId xmlns:a16="http://schemas.microsoft.com/office/drawing/2014/main" id="{74402166-D4C7-46DF-2D53-A61654BC1272}"/>
              </a:ext>
              <a:ext uri="{C183D7F6-B498-43B3-948B-1728B52AA6E4}">
                <adec:decorative xmlns:adec="http://schemas.microsoft.com/office/drawing/2017/decorative" val="1"/>
              </a:ext>
            </a:extLst>
          </p:cNvPr>
          <p:cNvSpPr>
            <a:spLocks noGrp="1"/>
          </p:cNvSpPr>
          <p:nvPr>
            <p:ph type="pic" sz="quarter" idx="10" hasCustomPrompt="1"/>
          </p:nvPr>
        </p:nvSpPr>
        <p:spPr>
          <a:xfrm>
            <a:off x="0" y="-2"/>
            <a:ext cx="12192000" cy="2743200"/>
          </a:xfrm>
        </p:spPr>
        <p:txBody>
          <a:bodyPr tIns="1280160" anchor="ctr"/>
          <a:lstStyle>
            <a:lvl1pPr marL="0" indent="0" algn="ctr">
              <a:spcAft>
                <a:spcPts val="0"/>
              </a:spcAft>
              <a:buNone/>
              <a:defRPr/>
            </a:lvl1pPr>
          </a:lstStyle>
          <a:p>
            <a:r>
              <a:rPr lang="en-US"/>
              <a:t>Click icon to add picture</a:t>
            </a:r>
            <a:br>
              <a:rPr lang="en-US"/>
            </a:br>
            <a:r>
              <a:rPr lang="en-US"/>
              <a:t>[Reading order of this slide is failing currently as you need to either label your image decorative]</a:t>
            </a:r>
          </a:p>
        </p:txBody>
      </p:sp>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899337"/>
            <a:ext cx="1536654" cy="1536654"/>
          </a:xfrm>
          <a:prstGeom prst="rect">
            <a:avLst/>
          </a:prstGeom>
        </p:spPr>
      </p:pic>
    </p:spTree>
    <p:extLst>
      <p:ext uri="{BB962C8B-B14F-4D97-AF65-F5344CB8AC3E}">
        <p14:creationId xmlns:p14="http://schemas.microsoft.com/office/powerpoint/2010/main" val="237062111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rizontal custom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77251B7-BDA4-7CFC-7E11-BE1B143D5B8A}"/>
              </a:ext>
            </a:extLst>
          </p:cNvPr>
          <p:cNvSpPr>
            <a:spLocks noGrp="1"/>
          </p:cNvSpPr>
          <p:nvPr>
            <p:ph type="title" hasCustomPrompt="1"/>
          </p:nvPr>
        </p:nvSpPr>
        <p:spPr>
          <a:xfrm>
            <a:off x="428623" y="3948242"/>
            <a:ext cx="3622941" cy="2128709"/>
          </a:xfrm>
        </p:spPr>
        <p:txBody>
          <a:bodyPr/>
          <a:lstStyle>
            <a:lvl1pPr>
              <a:defRPr sz="2800"/>
            </a:lvl1pPr>
          </a:lstStyle>
          <a:p>
            <a:pPr lvl="0"/>
            <a:r>
              <a:rPr lang="en-US"/>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16" name="Picture Placeholder 15">
            <a:extLst>
              <a:ext uri="{FF2B5EF4-FFF2-40B4-BE49-F238E27FC236}">
                <a16:creationId xmlns:a16="http://schemas.microsoft.com/office/drawing/2014/main" id="{06A16EC3-E042-9D3B-ABB3-350B46674C08}"/>
              </a:ext>
              <a:ext uri="{C183D7F6-B498-43B3-948B-1728B52AA6E4}">
                <adec:decorative xmlns:adec="http://schemas.microsoft.com/office/drawing/2017/decorative" val="1"/>
              </a:ext>
            </a:extLst>
          </p:cNvPr>
          <p:cNvSpPr>
            <a:spLocks noGrp="1"/>
          </p:cNvSpPr>
          <p:nvPr>
            <p:ph type="pic" sz="quarter" idx="10" hasCustomPrompt="1"/>
          </p:nvPr>
        </p:nvSpPr>
        <p:spPr>
          <a:xfrm>
            <a:off x="1" y="0"/>
            <a:ext cx="7936707" cy="2148840"/>
          </a:xfrm>
          <a:custGeom>
            <a:avLst/>
            <a:gdLst>
              <a:gd name="connsiteX0" fmla="*/ 0 w 7936707"/>
              <a:gd name="connsiteY0" fmla="*/ 0 h 2148840"/>
              <a:gd name="connsiteX1" fmla="*/ 7936707 w 7936707"/>
              <a:gd name="connsiteY1" fmla="*/ 0 h 2148840"/>
              <a:gd name="connsiteX2" fmla="*/ 7916112 w 7936707"/>
              <a:gd name="connsiteY2" fmla="*/ 152642 h 2148840"/>
              <a:gd name="connsiteX3" fmla="*/ 7772397 w 7936707"/>
              <a:gd name="connsiteY3" fmla="*/ 428627 h 2148840"/>
              <a:gd name="connsiteX4" fmla="*/ 7291388 w 7936707"/>
              <a:gd name="connsiteY4" fmla="*/ 645318 h 2148840"/>
              <a:gd name="connsiteX5" fmla="*/ 7292983 w 7936707"/>
              <a:gd name="connsiteY5" fmla="*/ 1076537 h 2148840"/>
              <a:gd name="connsiteX6" fmla="*/ 7179447 w 7936707"/>
              <a:gd name="connsiteY6" fmla="*/ 1084178 h 2148840"/>
              <a:gd name="connsiteX7" fmla="*/ 6527006 w 7936707"/>
              <a:gd name="connsiteY7" fmla="*/ 1400174 h 2148840"/>
              <a:gd name="connsiteX8" fmla="*/ 6241917 w 7936707"/>
              <a:gd name="connsiteY8" fmla="*/ 1943760 h 2148840"/>
              <a:gd name="connsiteX9" fmla="*/ 6220226 w 7936707"/>
              <a:gd name="connsiteY9" fmla="*/ 2148840 h 2148840"/>
              <a:gd name="connsiteX10" fmla="*/ 0 w 7936707"/>
              <a:gd name="connsiteY10" fmla="*/ 2148840 h 2148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36707" h="2148840">
                <a:moveTo>
                  <a:pt x="0" y="0"/>
                </a:moveTo>
                <a:lnTo>
                  <a:pt x="7936707" y="0"/>
                </a:lnTo>
                <a:lnTo>
                  <a:pt x="7916112" y="152642"/>
                </a:lnTo>
                <a:cubicBezTo>
                  <a:pt x="7880150" y="293192"/>
                  <a:pt x="7806627" y="394397"/>
                  <a:pt x="7772397" y="428627"/>
                </a:cubicBezTo>
                <a:cubicBezTo>
                  <a:pt x="7726757" y="474267"/>
                  <a:pt x="7599362" y="630237"/>
                  <a:pt x="7291388" y="645318"/>
                </a:cubicBezTo>
                <a:lnTo>
                  <a:pt x="7292983" y="1076537"/>
                </a:lnTo>
                <a:lnTo>
                  <a:pt x="7179447" y="1084178"/>
                </a:lnTo>
                <a:cubicBezTo>
                  <a:pt x="6913730" y="1115401"/>
                  <a:pt x="6694389" y="1234878"/>
                  <a:pt x="6527006" y="1400174"/>
                </a:cubicBezTo>
                <a:cubicBezTo>
                  <a:pt x="6383536" y="1541857"/>
                  <a:pt x="6283809" y="1737115"/>
                  <a:pt x="6241917" y="1943760"/>
                </a:cubicBezTo>
                <a:lnTo>
                  <a:pt x="6220226" y="2148840"/>
                </a:lnTo>
                <a:lnTo>
                  <a:pt x="0" y="2148840"/>
                </a:lnTo>
                <a:close/>
              </a:path>
            </a:pathLst>
          </a:custGeom>
        </p:spPr>
        <p:txBody>
          <a:bodyPr wrap="square" tIns="1371600" anchor="ctr">
            <a:noAutofit/>
          </a:bodyPr>
          <a:lstStyle>
            <a:lvl1pPr marL="0" indent="0" algn="ctr">
              <a:spcAft>
                <a:spcPts val="0"/>
              </a:spcAft>
              <a:buNone/>
              <a:defRPr sz="1400"/>
            </a:lvl1pPr>
          </a:lstStyle>
          <a:p>
            <a:r>
              <a:rPr lang="en-US"/>
              <a:t>Click icon to add picture</a:t>
            </a:r>
            <a:br>
              <a:rPr lang="en-US"/>
            </a:br>
            <a:r>
              <a:rPr lang="en-US"/>
              <a:t>[Reading order of this slide is failing currently as</a:t>
            </a:r>
            <a:br>
              <a:rPr lang="en-US"/>
            </a:br>
            <a:r>
              <a:rPr lang="en-US"/>
              <a:t>you need to either label your image decorative]</a:t>
            </a:r>
          </a:p>
        </p:txBody>
      </p:sp>
      <p:grpSp>
        <p:nvGrpSpPr>
          <p:cNvPr id="6" name="Group 5">
            <a:extLst>
              <a:ext uri="{FF2B5EF4-FFF2-40B4-BE49-F238E27FC236}">
                <a16:creationId xmlns:a16="http://schemas.microsoft.com/office/drawing/2014/main" id="{98028403-CA56-3044-0754-28BCEA1221EF}"/>
              </a:ext>
              <a:ext uri="{C183D7F6-B498-43B3-948B-1728B52AA6E4}">
                <adec:decorative xmlns:adec="http://schemas.microsoft.com/office/drawing/2017/decorative" val="1"/>
              </a:ext>
            </a:extLst>
          </p:cNvPr>
          <p:cNvGrpSpPr/>
          <p:nvPr userDrawn="1"/>
        </p:nvGrpSpPr>
        <p:grpSpPr>
          <a:xfrm>
            <a:off x="428623" y="0"/>
            <a:ext cx="7937782" cy="3816868"/>
            <a:chOff x="428623" y="0"/>
            <a:chExt cx="7937782" cy="3816868"/>
          </a:xfrm>
        </p:grpSpPr>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280214"/>
              <a:ext cx="1536654" cy="1536654"/>
            </a:xfrm>
            <a:prstGeom prst="rect">
              <a:avLst/>
            </a:prstGeom>
          </p:spPr>
        </p:pic>
        <p:pic>
          <p:nvPicPr>
            <p:cNvPr id="3" name="Graphic 2">
              <a:extLst>
                <a:ext uri="{FF2B5EF4-FFF2-40B4-BE49-F238E27FC236}">
                  <a16:creationId xmlns:a16="http://schemas.microsoft.com/office/drawing/2014/main" id="{9FB87B71-100B-41E3-AFCA-8DDCC0E4D6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7291985" y="0"/>
              <a:ext cx="1074420" cy="1074420"/>
            </a:xfrm>
            <a:prstGeom prst="rect">
              <a:avLst/>
            </a:prstGeom>
          </p:spPr>
        </p:pic>
        <p:pic>
          <p:nvPicPr>
            <p:cNvPr id="4" name="Graphic 3">
              <a:extLst>
                <a:ext uri="{FF2B5EF4-FFF2-40B4-BE49-F238E27FC236}">
                  <a16:creationId xmlns:a16="http://schemas.microsoft.com/office/drawing/2014/main" id="{3C478359-C705-F6C2-2562-F7E6ECCBC5A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V="1">
              <a:off x="6217565" y="1074420"/>
              <a:ext cx="1074420" cy="1074420"/>
            </a:xfrm>
            <a:prstGeom prst="rect">
              <a:avLst/>
            </a:prstGeom>
          </p:spPr>
        </p:pic>
      </p:grpSp>
    </p:spTree>
    <p:extLst>
      <p:ext uri="{BB962C8B-B14F-4D97-AF65-F5344CB8AC3E}">
        <p14:creationId xmlns:p14="http://schemas.microsoft.com/office/powerpoint/2010/main" val="237131809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ustomer use cas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5" y="291451"/>
            <a:ext cx="10217944" cy="912315"/>
          </a:xfrm>
        </p:spPr>
        <p:txBody>
          <a:bodyPr/>
          <a:lstStyle>
            <a:lvl1pPr>
              <a:defRPr/>
            </a:lvl1pPr>
          </a:lstStyle>
          <a:p>
            <a:r>
              <a:rPr lang="en-US" noProof="0"/>
              <a:t>Customer Name or “Leading Company in Industry” 3</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6" y="709990"/>
            <a:ext cx="10217944"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marL="0" marR="0" lvl="0" indent="0" algn="l" defTabSz="914400" rtl="0" eaLnBrk="1" fontAlgn="auto" latinLnBrk="0" hangingPunct="1">
              <a:lnSpc>
                <a:spcPct val="100000"/>
              </a:lnSpc>
              <a:spcBef>
                <a:spcPts val="0"/>
              </a:spcBef>
              <a:spcAft>
                <a:spcPts val="400"/>
              </a:spcAft>
              <a:buClr>
                <a:srgbClr val="FFFFFF"/>
              </a:buClr>
              <a:buSzPct val="100000"/>
              <a:buFont typeface="Arial" panose="020B0604020202020204" pitchFamily="34" charset="0"/>
              <a:buNone/>
              <a:tabLst/>
              <a:defRPr/>
            </a:pPr>
            <a:r>
              <a:rPr lang="en-US" noProof="0"/>
              <a:t>Project Name / Short Project Description</a:t>
            </a:r>
          </a:p>
        </p:txBody>
      </p:sp>
      <p:sp>
        <p:nvSpPr>
          <p:cNvPr id="20" name="Text Placeholder 19">
            <a:extLst>
              <a:ext uri="{FF2B5EF4-FFF2-40B4-BE49-F238E27FC236}">
                <a16:creationId xmlns:a16="http://schemas.microsoft.com/office/drawing/2014/main" id="{16E3656E-2604-07A1-7264-51DBED1E9925}"/>
              </a:ext>
            </a:extLst>
          </p:cNvPr>
          <p:cNvSpPr>
            <a:spLocks noGrp="1"/>
          </p:cNvSpPr>
          <p:nvPr>
            <p:ph type="body" sz="quarter" idx="43" hasCustomPrompt="1"/>
          </p:nvPr>
        </p:nvSpPr>
        <p:spPr>
          <a:xfrm>
            <a:off x="428624" y="1448539"/>
            <a:ext cx="11346324" cy="685800"/>
          </a:xfrm>
        </p:spPr>
        <p:txBody>
          <a:bodyPr/>
          <a:lstStyle>
            <a:lvl1pPr marL="0" indent="0">
              <a:buFontTx/>
              <a:buNone/>
              <a:defRPr sz="1400">
                <a:latin typeface="+mn-lt"/>
              </a:defRPr>
            </a:lvl1pPr>
            <a:lvl2pPr marL="228600" indent="0">
              <a:buFontTx/>
              <a:buNone/>
              <a:defRPr sz="1400">
                <a:latin typeface="+mn-lt"/>
              </a:defRPr>
            </a:lvl2pPr>
            <a:lvl3pPr marL="457200" indent="0">
              <a:buFontTx/>
              <a:buNone/>
              <a:defRPr sz="1400">
                <a:latin typeface="+mn-lt"/>
              </a:defRPr>
            </a:lvl3pPr>
            <a:lvl4pPr marL="685800" indent="0">
              <a:buFontTx/>
              <a:buNone/>
              <a:defRPr sz="1400">
                <a:latin typeface="+mn-lt"/>
              </a:defRPr>
            </a:lvl4pPr>
            <a:lvl5pPr>
              <a:buFontTx/>
              <a:buNone/>
              <a:defRPr sz="1400">
                <a:latin typeface="+mn-lt"/>
              </a:defRPr>
            </a:lvl5pPr>
          </a:lstStyle>
          <a:p>
            <a:pPr lvl="0"/>
            <a:r>
              <a:rPr lang="en-US"/>
              <a:t>Client description</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1059542" y="2273528"/>
            <a:ext cx="2935241" cy="548640"/>
          </a:xfrm>
        </p:spPr>
        <p:txBody>
          <a:bodyPr anchor="ctr"/>
          <a:lstStyle>
            <a:lvl1pPr marL="0" indent="0">
              <a:spcAft>
                <a:spcPts val="0"/>
              </a:spcAft>
              <a:buNone/>
              <a:defRPr sz="1800">
                <a:solidFill>
                  <a:schemeClr val="accent1"/>
                </a:solidFill>
                <a:latin typeface="+mj-lt"/>
              </a:defRPr>
            </a:lvl1pPr>
          </a:lstStyle>
          <a:p>
            <a:r>
              <a:rPr lang="en-IN"/>
              <a:t>Challenge</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a:t>Level 01</a:t>
            </a:r>
          </a:p>
          <a:p>
            <a:pPr lvl="1"/>
            <a:r>
              <a:rPr lang="en-US" noProof="0"/>
              <a:t>Level 02</a:t>
            </a:r>
          </a:p>
          <a:p>
            <a:pPr lvl="2"/>
            <a:r>
              <a:rPr lang="en-US" noProof="0"/>
              <a:t>Level 03</a:t>
            </a:r>
          </a:p>
          <a:p>
            <a:pPr lvl="3"/>
            <a:r>
              <a:rPr lang="en-US" noProof="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949625" y="2273528"/>
            <a:ext cx="2935241" cy="548640"/>
          </a:xfrm>
        </p:spPr>
        <p:txBody>
          <a:bodyPr anchor="ctr"/>
          <a:lstStyle>
            <a:lvl1pPr marL="0" indent="0">
              <a:spcAft>
                <a:spcPts val="0"/>
              </a:spcAft>
              <a:buNone/>
              <a:defRPr sz="1800">
                <a:solidFill>
                  <a:schemeClr val="accent1"/>
                </a:solidFill>
                <a:latin typeface="+mj-lt"/>
              </a:defRPr>
            </a:lvl1pPr>
          </a:lstStyle>
          <a:p>
            <a:r>
              <a:rPr lang="en-IN"/>
              <a:t>Solution</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a:t>Level 01</a:t>
            </a:r>
          </a:p>
          <a:p>
            <a:pPr lvl="1"/>
            <a:r>
              <a:rPr lang="en-US" noProof="0"/>
              <a:t>Level 02</a:t>
            </a:r>
          </a:p>
          <a:p>
            <a:pPr lvl="2"/>
            <a:r>
              <a:rPr lang="en-US" noProof="0"/>
              <a:t>Level 03</a:t>
            </a:r>
          </a:p>
          <a:p>
            <a:pPr lvl="3"/>
            <a:r>
              <a:rPr lang="en-US" noProof="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839708" y="2273528"/>
            <a:ext cx="2935241" cy="548640"/>
          </a:xfrm>
        </p:spPr>
        <p:txBody>
          <a:bodyPr anchor="ctr"/>
          <a:lstStyle>
            <a:lvl1pPr marL="0" indent="0">
              <a:spcAft>
                <a:spcPts val="0"/>
              </a:spcAft>
              <a:buNone/>
              <a:defRPr sz="1800">
                <a:solidFill>
                  <a:schemeClr val="accent1"/>
                </a:solidFill>
                <a:latin typeface="+mj-lt"/>
              </a:defRPr>
            </a:lvl1pPr>
          </a:lstStyle>
          <a:p>
            <a:r>
              <a:rPr lang="en-IN"/>
              <a:t>Business benefits</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a:t>Level 01</a:t>
            </a:r>
          </a:p>
          <a:p>
            <a:pPr lvl="1"/>
            <a:r>
              <a:rPr lang="en-US" noProof="0"/>
              <a:t>Level 02</a:t>
            </a:r>
          </a:p>
          <a:p>
            <a:pPr lvl="2"/>
            <a:r>
              <a:rPr lang="en-US" noProof="0"/>
              <a:t>Level 03</a:t>
            </a:r>
          </a:p>
          <a:p>
            <a:pPr lvl="3"/>
            <a:r>
              <a:rPr lang="en-US" noProof="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9" name="internal use only">
            <a:extLst>
              <a:ext uri="{FF2B5EF4-FFF2-40B4-BE49-F238E27FC236}">
                <a16:creationId xmlns:a16="http://schemas.microsoft.com/office/drawing/2014/main" id="{01155420-5447-22ED-0B97-FFAF06EAB069}"/>
              </a:ext>
            </a:extLst>
          </p:cNvPr>
          <p:cNvSpPr txBox="1"/>
          <p:nvPr userDrawn="1"/>
        </p:nvSpPr>
        <p:spPr>
          <a:xfrm>
            <a:off x="4789859" y="6347606"/>
            <a:ext cx="1371600" cy="276999"/>
          </a:xfrm>
          <a:prstGeom prst="rect">
            <a:avLst/>
          </a:prstGeom>
          <a:solidFill>
            <a:schemeClr val="accent3"/>
          </a:solidFill>
          <a:ln>
            <a:noFill/>
          </a:ln>
        </p:spPr>
        <p:txBody>
          <a:bodyPr wrap="square" lIns="45720" tIns="45720" rIns="45720" bIns="45720" rtlCol="0" anchor="ctr">
            <a:spAutoFit/>
          </a:bodyPr>
          <a:lstStyle>
            <a:defPPr>
              <a:defRPr lang="en-US"/>
            </a:defPPr>
            <a:lvl1pPr marR="0" lvl="0" indent="0" algn="ctr" fontAlgn="auto">
              <a:lnSpc>
                <a:spcPct val="100000"/>
              </a:lnSpc>
              <a:spcBef>
                <a:spcPts val="0"/>
              </a:spcBef>
              <a:spcAft>
                <a:spcPts val="0"/>
              </a:spcAft>
              <a:buClrTx/>
              <a:buSzTx/>
              <a:buFontTx/>
              <a:buNone/>
              <a:tabLst/>
              <a:defRPr sz="1200">
                <a:solidFill>
                  <a:srgbClr val="FFFFFF"/>
                </a:solidFill>
              </a:defRPr>
            </a:lvl1pPr>
          </a:lstStyle>
          <a:p>
            <a:r>
              <a:rPr lang="en-US">
                <a:solidFill>
                  <a:schemeClr val="bg1"/>
                </a:solidFill>
              </a:rPr>
              <a:t>Atos Portfolio L1</a:t>
            </a:r>
          </a:p>
        </p:txBody>
      </p:sp>
      <p:sp>
        <p:nvSpPr>
          <p:cNvPr id="21" name="internal use only">
            <a:extLst>
              <a:ext uri="{FF2B5EF4-FFF2-40B4-BE49-F238E27FC236}">
                <a16:creationId xmlns:a16="http://schemas.microsoft.com/office/drawing/2014/main" id="{028F9F4E-5FDF-D2FA-E8CF-E280BC09AD98}"/>
              </a:ext>
            </a:extLst>
          </p:cNvPr>
          <p:cNvSpPr txBox="1"/>
          <p:nvPr userDrawn="1"/>
        </p:nvSpPr>
        <p:spPr>
          <a:xfrm>
            <a:off x="6263056" y="6347604"/>
            <a:ext cx="2153208" cy="276999"/>
          </a:xfrm>
          <a:prstGeom prst="rect">
            <a:avLst/>
          </a:prstGeom>
          <a:solidFill>
            <a:schemeClr val="accent1"/>
          </a:solidFill>
          <a:ln>
            <a:no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a:solidFill>
                  <a:schemeClr val="bg1"/>
                </a:solidFill>
              </a:rPr>
              <a:t>Atos Portfolio L2 (optional)</a:t>
            </a:r>
            <a:endParaRPr kumimoji="0" lang="en-US" sz="1200" b="0" i="0" u="none" strike="noStrike" kern="1200" cap="none" spc="0" normalizeH="0" baseline="0" noProof="0">
              <a:ln>
                <a:noFill/>
              </a:ln>
              <a:solidFill>
                <a:schemeClr val="bg1"/>
              </a:solidFill>
              <a:effectLst/>
              <a:uLnTx/>
              <a:uFillTx/>
              <a:ea typeface="+mn-ea"/>
              <a:cs typeface="+mn-cs"/>
            </a:endParaRPr>
          </a:p>
        </p:txBody>
      </p:sp>
      <p:sp>
        <p:nvSpPr>
          <p:cNvPr id="22" name="internal use only">
            <a:extLst>
              <a:ext uri="{FF2B5EF4-FFF2-40B4-BE49-F238E27FC236}">
                <a16:creationId xmlns:a16="http://schemas.microsoft.com/office/drawing/2014/main" id="{F33C5A73-D06E-7E4A-D948-24044C841C39}"/>
              </a:ext>
            </a:extLst>
          </p:cNvPr>
          <p:cNvSpPr txBox="1"/>
          <p:nvPr userDrawn="1"/>
        </p:nvSpPr>
        <p:spPr>
          <a:xfrm>
            <a:off x="8517861" y="6339094"/>
            <a:ext cx="1371600" cy="276999"/>
          </a:xfrm>
          <a:prstGeom prst="rect">
            <a:avLst/>
          </a:prstGeom>
          <a:noFill/>
          <a:ln w="12700">
            <a:solidFill>
              <a:schemeClr val="accent3"/>
            </a:solid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accent3"/>
                </a:solidFill>
                <a:effectLst/>
                <a:uLnTx/>
                <a:uFillTx/>
                <a:latin typeface="+mn-lt"/>
                <a:ea typeface="+mn-ea"/>
                <a:cs typeface="+mn-cs"/>
              </a:rPr>
              <a:t>External use  </a:t>
            </a:r>
          </a:p>
        </p:txBody>
      </p:sp>
      <p:grpSp>
        <p:nvGrpSpPr>
          <p:cNvPr id="10" name="Group 9">
            <a:extLst>
              <a:ext uri="{FF2B5EF4-FFF2-40B4-BE49-F238E27FC236}">
                <a16:creationId xmlns:a16="http://schemas.microsoft.com/office/drawing/2014/main" id="{B775A699-A18D-BB21-EF78-E5C6F2A0665E}"/>
              </a:ext>
              <a:ext uri="{C183D7F6-B498-43B3-948B-1728B52AA6E4}">
                <adec:decorative xmlns:adec="http://schemas.microsoft.com/office/drawing/2017/decorative" val="1"/>
              </a:ext>
            </a:extLst>
          </p:cNvPr>
          <p:cNvGrpSpPr/>
          <p:nvPr userDrawn="1"/>
        </p:nvGrpSpPr>
        <p:grpSpPr>
          <a:xfrm>
            <a:off x="4153852" y="2273528"/>
            <a:ext cx="3892977" cy="3803422"/>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 uri="{C183D7F6-B498-43B3-948B-1728B52AA6E4}">
                  <adec:decorative xmlns:adec="http://schemas.microsoft.com/office/drawing/2017/decorative" val="1"/>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3" name="Picture Placeholder 12">
            <a:extLst>
              <a:ext uri="{FF2B5EF4-FFF2-40B4-BE49-F238E27FC236}">
                <a16:creationId xmlns:a16="http://schemas.microsoft.com/office/drawing/2014/main" id="{A3671B79-3EC2-65ED-38A8-41F17F6B9984}"/>
              </a:ext>
              <a:ext uri="{C183D7F6-B498-43B3-948B-1728B52AA6E4}">
                <adec:decorative xmlns:adec="http://schemas.microsoft.com/office/drawing/2017/decorative" val="1"/>
              </a:ext>
            </a:extLst>
          </p:cNvPr>
          <p:cNvSpPr>
            <a:spLocks noGrp="1"/>
          </p:cNvSpPr>
          <p:nvPr userDrawn="1">
            <p:ph type="pic" sz="quarter" idx="42" hasCustomPrompt="1"/>
          </p:nvPr>
        </p:nvSpPr>
        <p:spPr>
          <a:xfrm>
            <a:off x="10731500" y="291451"/>
            <a:ext cx="1033272" cy="912315"/>
          </a:xfrm>
        </p:spPr>
        <p:txBody>
          <a:bodyPr bIns="18288" anchor="b"/>
          <a:lstStyle>
            <a:lvl1pPr marL="0" indent="0" algn="ctr">
              <a:buNone/>
              <a:defRPr sz="1100"/>
            </a:lvl1pPr>
          </a:lstStyle>
          <a:p>
            <a:r>
              <a:rPr lang="en-US"/>
              <a:t>Click icon to add logo</a:t>
            </a:r>
          </a:p>
        </p:txBody>
      </p:sp>
      <p:grpSp>
        <p:nvGrpSpPr>
          <p:cNvPr id="17" name="Group 16">
            <a:extLst>
              <a:ext uri="{FF2B5EF4-FFF2-40B4-BE49-F238E27FC236}">
                <a16:creationId xmlns:a16="http://schemas.microsoft.com/office/drawing/2014/main" id="{109FA632-2867-FF12-3F3B-EF231A97B567}"/>
              </a:ext>
              <a:ext uri="{C183D7F6-B498-43B3-948B-1728B52AA6E4}">
                <adec:decorative xmlns:adec="http://schemas.microsoft.com/office/drawing/2017/decorative" val="1"/>
              </a:ext>
            </a:extLst>
          </p:cNvPr>
          <p:cNvGrpSpPr/>
          <p:nvPr userDrawn="1"/>
        </p:nvGrpSpPr>
        <p:grpSpPr>
          <a:xfrm>
            <a:off x="324627" y="2152824"/>
            <a:ext cx="8520069" cy="751546"/>
            <a:chOff x="324627" y="2152824"/>
            <a:chExt cx="8520069" cy="751546"/>
          </a:xfrm>
        </p:grpSpPr>
        <p:pic>
          <p:nvPicPr>
            <p:cNvPr id="11" name="Image 25" descr="Une image contenant Graphique, symbole, logo, cercle&#10;&#10;Description générée automatiquement">
              <a:extLst>
                <a:ext uri="{FF2B5EF4-FFF2-40B4-BE49-F238E27FC236}">
                  <a16:creationId xmlns:a16="http://schemas.microsoft.com/office/drawing/2014/main" id="{4193AB0D-E43A-4E8F-0DC6-7A92C372BE0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132590" y="2192264"/>
              <a:ext cx="712106" cy="712106"/>
            </a:xfrm>
            <a:prstGeom prst="rect">
              <a:avLst/>
            </a:prstGeom>
          </p:spPr>
        </p:pic>
        <p:pic>
          <p:nvPicPr>
            <p:cNvPr id="14" name="Image 27" descr="Une image contenant Graphique, symbole, logo, Police&#10;&#10;Description générée automatiquement">
              <a:extLst>
                <a:ext uri="{FF2B5EF4-FFF2-40B4-BE49-F238E27FC236}">
                  <a16:creationId xmlns:a16="http://schemas.microsoft.com/office/drawing/2014/main" id="{0968E7AA-E813-3568-2FA4-2B71A09604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28298" y="2169404"/>
              <a:ext cx="712106" cy="712106"/>
            </a:xfrm>
            <a:prstGeom prst="rect">
              <a:avLst/>
            </a:prstGeom>
          </p:spPr>
        </p:pic>
        <p:pic>
          <p:nvPicPr>
            <p:cNvPr id="15" name="Image 29" descr="Une image contenant Graphique, symbole, Police, graphisme&#10;&#10;Description générée automatiquement">
              <a:extLst>
                <a:ext uri="{FF2B5EF4-FFF2-40B4-BE49-F238E27FC236}">
                  <a16:creationId xmlns:a16="http://schemas.microsoft.com/office/drawing/2014/main" id="{7F86DC0E-1477-1A82-B5C3-6B6A2C31CB4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4627" y="2152824"/>
              <a:ext cx="712106" cy="710331"/>
            </a:xfrm>
            <a:prstGeom prst="rect">
              <a:avLst/>
            </a:prstGeom>
          </p:spPr>
        </p:pic>
      </p:grpSp>
    </p:spTree>
    <p:extLst>
      <p:ext uri="{BB962C8B-B14F-4D97-AF65-F5344CB8AC3E}">
        <p14:creationId xmlns:p14="http://schemas.microsoft.com/office/powerpoint/2010/main" val="246888193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0EEAF6F-C479-0460-933D-9A1AE8B05440}"/>
              </a:ext>
              <a:ext uri="{C183D7F6-B498-43B3-948B-1728B52AA6E4}">
                <adec:decorative xmlns:adec="http://schemas.microsoft.com/office/drawing/2017/decorative" val="1"/>
              </a:ext>
            </a:extLst>
          </p:cNvPr>
          <p:cNvGrpSpPr/>
          <p:nvPr userDrawn="1"/>
        </p:nvGrpSpPr>
        <p:grpSpPr>
          <a:xfrm>
            <a:off x="0" y="0"/>
            <a:ext cx="12192000" cy="2235997"/>
            <a:chOff x="0" y="0"/>
            <a:chExt cx="12192000" cy="2235997"/>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a:spLocks/>
            </p:cNvSpPr>
            <p:nvPr userDrawn="1"/>
          </p:nvSpPr>
          <p:spPr>
            <a:xfrm>
              <a:off x="0" y="0"/>
              <a:ext cx="12192000" cy="114774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grpSp>
          <p:nvGrpSpPr>
            <p:cNvPr id="14" name="Group 13">
              <a:extLst>
                <a:ext uri="{FF2B5EF4-FFF2-40B4-BE49-F238E27FC236}">
                  <a16:creationId xmlns:a16="http://schemas.microsoft.com/office/drawing/2014/main" id="{87EF5BB1-9EC5-C075-5CF1-D55B8363DFE7}"/>
                </a:ext>
                <a:ext uri="{C183D7F6-B498-43B3-948B-1728B52AA6E4}">
                  <adec:decorative xmlns:adec="http://schemas.microsoft.com/office/drawing/2017/decorative" val="1"/>
                </a:ext>
              </a:extLst>
            </p:cNvPr>
            <p:cNvGrpSpPr/>
            <p:nvPr userDrawn="1"/>
          </p:nvGrpSpPr>
          <p:grpSpPr>
            <a:xfrm>
              <a:off x="436910" y="61381"/>
              <a:ext cx="2174616" cy="2174616"/>
              <a:chOff x="428625" y="688572"/>
              <a:chExt cx="5398972" cy="5398972"/>
            </a:xfrm>
          </p:grpSpPr>
          <p:sp>
            <p:nvSpPr>
              <p:cNvPr id="10" name="Graphic 12">
                <a:extLst>
                  <a:ext uri="{FF2B5EF4-FFF2-40B4-BE49-F238E27FC236}">
                    <a16:creationId xmlns:a16="http://schemas.microsoft.com/office/drawing/2014/main" id="{867E329A-F569-FD2D-40BC-C949E9EC7C6C}"/>
                  </a:ext>
                  <a:ext uri="{C183D7F6-B498-43B3-948B-1728B52AA6E4}">
                    <adec:decorative xmlns:adec="http://schemas.microsoft.com/office/drawing/2017/decorative" val="1"/>
                  </a:ext>
                </a:extLst>
              </p:cNvPr>
              <p:cNvSpPr/>
              <p:nvPr/>
            </p:nvSpPr>
            <p:spPr>
              <a:xfrm rot="5400000">
                <a:off x="3128111" y="688572"/>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2"/>
              </a:solidFill>
              <a:ln w="2246" cap="flat">
                <a:noFill/>
                <a:prstDash val="solid"/>
                <a:miter/>
              </a:ln>
            </p:spPr>
            <p:txBody>
              <a:bodyPr rtlCol="0" anchor="ctr"/>
              <a:lstStyle/>
              <a:p>
                <a:endParaRPr lang="en-US" noProof="0"/>
              </a:p>
            </p:txBody>
          </p:sp>
          <p:sp>
            <p:nvSpPr>
              <p:cNvPr id="11" name="Graphic 11">
                <a:extLst>
                  <a:ext uri="{FF2B5EF4-FFF2-40B4-BE49-F238E27FC236}">
                    <a16:creationId xmlns:a16="http://schemas.microsoft.com/office/drawing/2014/main" id="{DDD74B7C-D695-9400-9632-BD81C62538EB}"/>
                  </a:ext>
                  <a:ext uri="{C183D7F6-B498-43B3-948B-1728B52AA6E4}">
                    <adec:decorative xmlns:adec="http://schemas.microsoft.com/office/drawing/2017/decorative" val="1"/>
                  </a:ext>
                </a:extLst>
              </p:cNvPr>
              <p:cNvSpPr/>
              <p:nvPr/>
            </p:nvSpPr>
            <p:spPr>
              <a:xfrm rot="16200000">
                <a:off x="428625" y="3388058"/>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1"/>
              </a:solidFill>
              <a:ln w="2246" cap="flat">
                <a:noFill/>
                <a:prstDash val="solid"/>
                <a:miter/>
              </a:ln>
            </p:spPr>
            <p:txBody>
              <a:bodyPr rtlCol="0" anchor="ctr"/>
              <a:lstStyle/>
              <a:p>
                <a:endParaRPr lang="en-US" noProof="0"/>
              </a:p>
            </p:txBody>
          </p:sp>
        </p:grpSp>
      </p:grpSp>
      <p:sp>
        <p:nvSpPr>
          <p:cNvPr id="3" name="Title 2">
            <a:extLst>
              <a:ext uri="{FF2B5EF4-FFF2-40B4-BE49-F238E27FC236}">
                <a16:creationId xmlns:a16="http://schemas.microsoft.com/office/drawing/2014/main" id="{AC6A2842-98CF-DBDF-5B71-0947B0AD63D5}"/>
              </a:ext>
            </a:extLst>
          </p:cNvPr>
          <p:cNvSpPr>
            <a:spLocks noGrp="1"/>
          </p:cNvSpPr>
          <p:nvPr>
            <p:ph type="title" hasCustomPrompt="1"/>
          </p:nvPr>
        </p:nvSpPr>
        <p:spPr>
          <a:xfrm>
            <a:off x="2772016" y="216497"/>
            <a:ext cx="7124338" cy="387705"/>
          </a:xfrm>
        </p:spPr>
        <p:txBody>
          <a:bodyPr/>
          <a:lstStyle>
            <a:lvl1pPr>
              <a:defRPr sz="2400">
                <a:solidFill>
                  <a:schemeClr val="bg1"/>
                </a:solidFill>
              </a:defRPr>
            </a:lvl1pPr>
          </a:lstStyle>
          <a:p>
            <a:r>
              <a:rPr lang="en-US" noProof="0"/>
              <a:t>Click to enter consultant’s name</a:t>
            </a:r>
          </a:p>
        </p:txBody>
      </p:sp>
      <p:sp>
        <p:nvSpPr>
          <p:cNvPr id="27" name="Text Placeholder 26">
            <a:extLst>
              <a:ext uri="{FF2B5EF4-FFF2-40B4-BE49-F238E27FC236}">
                <a16:creationId xmlns:a16="http://schemas.microsoft.com/office/drawing/2014/main" id="{5C537275-6DEE-641D-F9A0-865D8402FAC1}"/>
              </a:ext>
            </a:extLst>
          </p:cNvPr>
          <p:cNvSpPr>
            <a:spLocks noGrp="1"/>
          </p:cNvSpPr>
          <p:nvPr>
            <p:ph type="body" sz="quarter" idx="29" hasCustomPrompt="1"/>
          </p:nvPr>
        </p:nvSpPr>
        <p:spPr>
          <a:xfrm>
            <a:off x="2772017" y="607046"/>
            <a:ext cx="7124338" cy="414511"/>
          </a:xfrm>
        </p:spPr>
        <p:txBody>
          <a:bodyPr anchor="t"/>
          <a:lstStyle>
            <a:lvl1pPr marL="0" indent="0">
              <a:buNone/>
              <a:defRPr sz="1800">
                <a:solidFill>
                  <a:srgbClr val="3DC7FF"/>
                </a:solidFill>
                <a:latin typeface="+mj-lt"/>
              </a:defRPr>
            </a:lvl1pPr>
          </a:lstStyle>
          <a:p>
            <a:pPr lvl="0"/>
            <a:r>
              <a:rPr lang="en-US" noProof="0"/>
              <a:t>Click to enter role</a:t>
            </a:r>
          </a:p>
        </p:txBody>
      </p:sp>
      <p:sp>
        <p:nvSpPr>
          <p:cNvPr id="2" name="Text Placeholder 26">
            <a:extLst>
              <a:ext uri="{FF2B5EF4-FFF2-40B4-BE49-F238E27FC236}">
                <a16:creationId xmlns:a16="http://schemas.microsoft.com/office/drawing/2014/main" id="{7084BAAC-A14B-0D20-2A26-C8D646B16BBA}"/>
              </a:ext>
            </a:extLst>
          </p:cNvPr>
          <p:cNvSpPr>
            <a:spLocks noGrp="1"/>
          </p:cNvSpPr>
          <p:nvPr>
            <p:ph type="body" sz="quarter" idx="48" hasCustomPrompt="1"/>
          </p:nvPr>
        </p:nvSpPr>
        <p:spPr>
          <a:xfrm>
            <a:off x="10053638" y="257175"/>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a:t>Country:</a:t>
            </a:r>
          </a:p>
        </p:txBody>
      </p:sp>
      <p:sp>
        <p:nvSpPr>
          <p:cNvPr id="46" name="Text Placeholder 45">
            <a:extLst>
              <a:ext uri="{FF2B5EF4-FFF2-40B4-BE49-F238E27FC236}">
                <a16:creationId xmlns:a16="http://schemas.microsoft.com/office/drawing/2014/main" id="{0EB4AB2E-8AF8-1890-41F0-FE1A716E06B2}"/>
              </a:ext>
            </a:extLst>
          </p:cNvPr>
          <p:cNvSpPr>
            <a:spLocks noGrp="1"/>
          </p:cNvSpPr>
          <p:nvPr>
            <p:ph type="body" sz="quarter" idx="38" hasCustomPrompt="1"/>
          </p:nvPr>
        </p:nvSpPr>
        <p:spPr>
          <a:xfrm>
            <a:off x="10991850" y="257175"/>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a:t>ABC</a:t>
            </a:r>
          </a:p>
        </p:txBody>
      </p:sp>
      <p:sp>
        <p:nvSpPr>
          <p:cNvPr id="5" name="Text Placeholder 26">
            <a:extLst>
              <a:ext uri="{FF2B5EF4-FFF2-40B4-BE49-F238E27FC236}">
                <a16:creationId xmlns:a16="http://schemas.microsoft.com/office/drawing/2014/main" id="{E41CF282-98B5-0DCD-8CD3-865399C1809C}"/>
              </a:ext>
            </a:extLst>
          </p:cNvPr>
          <p:cNvSpPr>
            <a:spLocks noGrp="1"/>
          </p:cNvSpPr>
          <p:nvPr>
            <p:ph type="body" sz="quarter" idx="51" hasCustomPrompt="1"/>
          </p:nvPr>
        </p:nvSpPr>
        <p:spPr>
          <a:xfrm>
            <a:off x="10053638" y="655227"/>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a:t>Availability:</a:t>
            </a:r>
          </a:p>
        </p:txBody>
      </p:sp>
      <p:sp>
        <p:nvSpPr>
          <p:cNvPr id="47" name="Text Placeholder 45">
            <a:extLst>
              <a:ext uri="{FF2B5EF4-FFF2-40B4-BE49-F238E27FC236}">
                <a16:creationId xmlns:a16="http://schemas.microsoft.com/office/drawing/2014/main" id="{17BB8357-25D8-1F26-B27B-AEBD9BD231A9}"/>
              </a:ext>
            </a:extLst>
          </p:cNvPr>
          <p:cNvSpPr>
            <a:spLocks noGrp="1"/>
          </p:cNvSpPr>
          <p:nvPr>
            <p:ph type="body" sz="quarter" idx="39" hasCustomPrompt="1"/>
          </p:nvPr>
        </p:nvSpPr>
        <p:spPr>
          <a:xfrm>
            <a:off x="10991850" y="655227"/>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a:t>n Days</a:t>
            </a:r>
          </a:p>
        </p:txBody>
      </p:sp>
      <p:sp>
        <p:nvSpPr>
          <p:cNvPr id="4" name="Text Placeholder 3">
            <a:extLst>
              <a:ext uri="{FF2B5EF4-FFF2-40B4-BE49-F238E27FC236}">
                <a16:creationId xmlns:a16="http://schemas.microsoft.com/office/drawing/2014/main" id="{FDC52ABD-39DB-5DAA-B9C8-27265064FF03}"/>
              </a:ext>
            </a:extLst>
          </p:cNvPr>
          <p:cNvSpPr>
            <a:spLocks noGrp="1"/>
          </p:cNvSpPr>
          <p:nvPr>
            <p:ph type="body" sz="quarter" idx="41" hasCustomPrompt="1"/>
          </p:nvPr>
        </p:nvSpPr>
        <p:spPr>
          <a:xfrm>
            <a:off x="2262267" y="1189796"/>
            <a:ext cx="1835172" cy="327672"/>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marL="0" marR="0" lvl="0" indent="0" algn="l" defTabSz="914400" rtl="0" eaLnBrk="1" fontAlgn="auto" latinLnBrk="0" hangingPunct="1">
              <a:lnSpc>
                <a:spcPct val="100000"/>
              </a:lnSpc>
              <a:spcBef>
                <a:spcPts val="0"/>
              </a:spcBef>
              <a:spcAft>
                <a:spcPts val="600"/>
              </a:spcAft>
              <a:buClr>
                <a:schemeClr val="accent3"/>
              </a:buClr>
              <a:buSzTx/>
              <a:buFontTx/>
              <a:buNone/>
              <a:tabLst/>
              <a:defRPr/>
            </a:pPr>
            <a:r>
              <a:rPr lang="en-US" sz="1600" b="1" noProof="0">
                <a:solidFill>
                  <a:srgbClr val="0073E6"/>
                </a:solidFill>
                <a:latin typeface="+mj-lt"/>
                <a:cs typeface="+mn-cs"/>
              </a:rPr>
              <a:t>Competencies</a:t>
            </a:r>
            <a:endParaRPr lang="en-US" sz="1600" noProof="0">
              <a:solidFill>
                <a:srgbClr val="0073E6"/>
              </a:solidFill>
              <a:latin typeface="+mj-lt"/>
              <a:cs typeface="+mn-cs"/>
            </a:endParaRPr>
          </a:p>
        </p:txBody>
      </p:sp>
      <p:sp>
        <p:nvSpPr>
          <p:cNvPr id="36" name="Text Placeholder 28">
            <a:extLst>
              <a:ext uri="{FF2B5EF4-FFF2-40B4-BE49-F238E27FC236}">
                <a16:creationId xmlns:a16="http://schemas.microsoft.com/office/drawing/2014/main" id="{BA232C89-42B1-3DE0-EB93-B4A3D1FD1C45}"/>
              </a:ext>
            </a:extLst>
          </p:cNvPr>
          <p:cNvSpPr>
            <a:spLocks noGrp="1"/>
          </p:cNvSpPr>
          <p:nvPr>
            <p:ph type="body" sz="quarter" idx="32" hasCustomPrompt="1"/>
          </p:nvPr>
        </p:nvSpPr>
        <p:spPr>
          <a:xfrm>
            <a:off x="2262265" y="1542349"/>
            <a:ext cx="1835173" cy="1290773"/>
          </a:xfrm>
        </p:spPr>
        <p:txBody>
          <a:bodyPr anchor="t"/>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Expertise &amp; </a:t>
            </a:r>
            <a:br>
              <a:rPr lang="en-US" noProof="0"/>
            </a:br>
            <a:r>
              <a:rPr lang="en-US" noProof="0"/>
              <a:t>Core Competencies</a:t>
            </a:r>
          </a:p>
        </p:txBody>
      </p:sp>
      <p:sp>
        <p:nvSpPr>
          <p:cNvPr id="68" name="Text Placeholder 3">
            <a:extLst>
              <a:ext uri="{FF2B5EF4-FFF2-40B4-BE49-F238E27FC236}">
                <a16:creationId xmlns:a16="http://schemas.microsoft.com/office/drawing/2014/main" id="{4AF37B7A-C4FA-DE0B-2C2B-676A8950CCE9}"/>
              </a:ext>
            </a:extLst>
          </p:cNvPr>
          <p:cNvSpPr>
            <a:spLocks noGrp="1"/>
          </p:cNvSpPr>
          <p:nvPr>
            <p:ph type="body" sz="quarter" idx="44" hasCustomPrompt="1"/>
          </p:nvPr>
        </p:nvSpPr>
        <p:spPr>
          <a:xfrm>
            <a:off x="436909" y="2886691"/>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eaLnBrk="1" hangingPunct="1">
              <a:spcAft>
                <a:spcPts val="800"/>
              </a:spcAft>
              <a:defRPr/>
            </a:pPr>
            <a:r>
              <a:rPr lang="en-US" sz="1600" b="1" noProof="0">
                <a:solidFill>
                  <a:srgbClr val="0073E6"/>
                </a:solidFill>
                <a:latin typeface="+mj-lt"/>
                <a:cs typeface="+mn-cs"/>
              </a:rPr>
              <a:t>Summary</a:t>
            </a:r>
            <a:endParaRPr lang="en-US" sz="1600" noProof="0">
              <a:solidFill>
                <a:srgbClr val="0073E6"/>
              </a:solidFill>
              <a:latin typeface="+mj-lt"/>
              <a:cs typeface="+mn-cs"/>
            </a:endParaRPr>
          </a:p>
        </p:txBody>
      </p:sp>
      <p:sp>
        <p:nvSpPr>
          <p:cNvPr id="66" name="Text Placeholder 28">
            <a:extLst>
              <a:ext uri="{FF2B5EF4-FFF2-40B4-BE49-F238E27FC236}">
                <a16:creationId xmlns:a16="http://schemas.microsoft.com/office/drawing/2014/main" id="{DE80A998-D14B-6B29-B910-50F0801E3320}"/>
              </a:ext>
            </a:extLst>
          </p:cNvPr>
          <p:cNvSpPr>
            <a:spLocks noGrp="1"/>
          </p:cNvSpPr>
          <p:nvPr>
            <p:ph type="body" sz="quarter" idx="40" hasCustomPrompt="1"/>
          </p:nvPr>
        </p:nvSpPr>
        <p:spPr>
          <a:xfrm>
            <a:off x="436909" y="3243582"/>
            <a:ext cx="3660529" cy="1810956"/>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Summary</a:t>
            </a:r>
          </a:p>
        </p:txBody>
      </p:sp>
      <p:sp>
        <p:nvSpPr>
          <p:cNvPr id="69" name="Text Placeholder 3">
            <a:extLst>
              <a:ext uri="{FF2B5EF4-FFF2-40B4-BE49-F238E27FC236}">
                <a16:creationId xmlns:a16="http://schemas.microsoft.com/office/drawing/2014/main" id="{DFC24B06-9A7D-A46A-608E-6AC443F50503}"/>
              </a:ext>
            </a:extLst>
          </p:cNvPr>
          <p:cNvSpPr>
            <a:spLocks noGrp="1"/>
          </p:cNvSpPr>
          <p:nvPr>
            <p:ph type="body" sz="quarter" idx="45" hasCustomPrompt="1"/>
          </p:nvPr>
        </p:nvSpPr>
        <p:spPr>
          <a:xfrm>
            <a:off x="436909" y="5113079"/>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algn="l">
              <a:lnSpc>
                <a:spcPct val="110000"/>
              </a:lnSpc>
              <a:defRPr/>
            </a:pPr>
            <a:r>
              <a:rPr lang="en-US" sz="1600" b="1" noProof="0">
                <a:solidFill>
                  <a:srgbClr val="0073E6"/>
                </a:solidFill>
                <a:latin typeface="+mj-lt"/>
                <a:cs typeface="+mn-cs"/>
              </a:rPr>
              <a:t>Languages</a:t>
            </a:r>
            <a:endParaRPr lang="en-US" sz="1400" noProof="0">
              <a:solidFill>
                <a:srgbClr val="0073E6"/>
              </a:solidFill>
              <a:latin typeface="+mj-lt"/>
              <a:cs typeface="+mn-cs"/>
            </a:endParaRPr>
          </a:p>
        </p:txBody>
      </p:sp>
      <p:sp>
        <p:nvSpPr>
          <p:cNvPr id="39" name="Text Placeholder 28">
            <a:extLst>
              <a:ext uri="{FF2B5EF4-FFF2-40B4-BE49-F238E27FC236}">
                <a16:creationId xmlns:a16="http://schemas.microsoft.com/office/drawing/2014/main" id="{B9111369-C4AB-C6AD-C404-DE77749484D9}"/>
              </a:ext>
            </a:extLst>
          </p:cNvPr>
          <p:cNvSpPr>
            <a:spLocks noGrp="1"/>
          </p:cNvSpPr>
          <p:nvPr>
            <p:ph type="body" sz="quarter" idx="35" hasCustomPrompt="1"/>
          </p:nvPr>
        </p:nvSpPr>
        <p:spPr>
          <a:xfrm>
            <a:off x="436909" y="5507118"/>
            <a:ext cx="3660529" cy="583902"/>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languages. If you use flags or images: add alt text to each graphic</a:t>
            </a:r>
          </a:p>
        </p:txBody>
      </p:sp>
      <p:sp>
        <p:nvSpPr>
          <p:cNvPr id="25" name="Text Placeholder 3">
            <a:extLst>
              <a:ext uri="{FF2B5EF4-FFF2-40B4-BE49-F238E27FC236}">
                <a16:creationId xmlns:a16="http://schemas.microsoft.com/office/drawing/2014/main" id="{E66F3C00-4E75-245A-984B-8B18DB0D6D69}"/>
              </a:ext>
            </a:extLst>
          </p:cNvPr>
          <p:cNvSpPr>
            <a:spLocks noGrp="1"/>
          </p:cNvSpPr>
          <p:nvPr>
            <p:ph type="body" sz="quarter" idx="42" hasCustomPrompt="1"/>
          </p:nvPr>
        </p:nvSpPr>
        <p:spPr>
          <a:xfrm>
            <a:off x="4258088" y="1189796"/>
            <a:ext cx="3725255"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a:solidFill>
                  <a:srgbClr val="0073E6"/>
                </a:solidFill>
                <a:latin typeface="+mj-lt"/>
                <a:cs typeface="+mn-cs"/>
              </a:rPr>
              <a:t>Education</a:t>
            </a:r>
            <a:endParaRPr lang="en-US" sz="1600" noProof="0">
              <a:solidFill>
                <a:srgbClr val="0073E6"/>
              </a:solidFill>
              <a:latin typeface="+mj-lt"/>
              <a:cs typeface="+mn-cs"/>
            </a:endParaRPr>
          </a:p>
        </p:txBody>
      </p:sp>
      <p:sp>
        <p:nvSpPr>
          <p:cNvPr id="29" name="Text Placeholder 28">
            <a:extLst>
              <a:ext uri="{FF2B5EF4-FFF2-40B4-BE49-F238E27FC236}">
                <a16:creationId xmlns:a16="http://schemas.microsoft.com/office/drawing/2014/main" id="{B779871B-7F68-A96B-54E8-BA8714375523}"/>
              </a:ext>
            </a:extLst>
          </p:cNvPr>
          <p:cNvSpPr>
            <a:spLocks noGrp="1"/>
          </p:cNvSpPr>
          <p:nvPr>
            <p:ph type="body" sz="quarter" idx="30" hasCustomPrompt="1"/>
          </p:nvPr>
        </p:nvSpPr>
        <p:spPr>
          <a:xfrm>
            <a:off x="4258088" y="1542350"/>
            <a:ext cx="3725255" cy="2300446"/>
          </a:xfrm>
        </p:spPr>
        <p:txBody>
          <a:bodyPr/>
          <a:lstStyle>
            <a:lvl1pPr marL="0" indent="0">
              <a:spcAft>
                <a:spcPts val="200"/>
              </a:spcAft>
              <a:buFontTx/>
              <a:buNone/>
              <a:defRPr sz="1200">
                <a:solidFill>
                  <a:schemeClr val="accent3"/>
                </a:solidFill>
                <a:latin typeface="+mj-lt"/>
              </a:defRPr>
            </a:lvl1pPr>
            <a:lvl2pPr marL="0" indent="0">
              <a:spcAft>
                <a:spcPts val="200"/>
              </a:spcAft>
              <a:buNone/>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YYYY: Institution. City</a:t>
            </a:r>
          </a:p>
          <a:p>
            <a:pPr lvl="1"/>
            <a:r>
              <a:rPr lang="en-US" noProof="0"/>
              <a:t>Description</a:t>
            </a:r>
          </a:p>
        </p:txBody>
      </p:sp>
      <p:sp>
        <p:nvSpPr>
          <p:cNvPr id="72" name="Text Placeholder 3">
            <a:extLst>
              <a:ext uri="{FF2B5EF4-FFF2-40B4-BE49-F238E27FC236}">
                <a16:creationId xmlns:a16="http://schemas.microsoft.com/office/drawing/2014/main" id="{1C1F265D-FCB6-808F-BF90-B89F32A88201}"/>
              </a:ext>
            </a:extLst>
          </p:cNvPr>
          <p:cNvSpPr>
            <a:spLocks noGrp="1"/>
          </p:cNvSpPr>
          <p:nvPr>
            <p:ph type="body" sz="quarter" idx="47" hasCustomPrompt="1"/>
          </p:nvPr>
        </p:nvSpPr>
        <p:spPr>
          <a:xfrm>
            <a:off x="4258088" y="3933140"/>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noProof="0">
                <a:solidFill>
                  <a:srgbClr val="0073E6"/>
                </a:solidFill>
                <a:latin typeface="+mj-lt"/>
                <a:cs typeface="+mn-cs"/>
              </a:rPr>
              <a:t>Industry Expertise</a:t>
            </a:r>
          </a:p>
        </p:txBody>
      </p:sp>
      <p:sp>
        <p:nvSpPr>
          <p:cNvPr id="37" name="Text Placeholder 28">
            <a:extLst>
              <a:ext uri="{FF2B5EF4-FFF2-40B4-BE49-F238E27FC236}">
                <a16:creationId xmlns:a16="http://schemas.microsoft.com/office/drawing/2014/main" id="{FC467BED-11E1-7E0B-9A78-B431FDF4732A}"/>
              </a:ext>
            </a:extLst>
          </p:cNvPr>
          <p:cNvSpPr>
            <a:spLocks noGrp="1"/>
          </p:cNvSpPr>
          <p:nvPr>
            <p:ph type="body" sz="quarter" idx="33" hasCustomPrompt="1"/>
          </p:nvPr>
        </p:nvSpPr>
        <p:spPr>
          <a:xfrm>
            <a:off x="4258088" y="4326526"/>
            <a:ext cx="3725255" cy="728011"/>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Industry Expertise</a:t>
            </a:r>
          </a:p>
          <a:p>
            <a:pPr lvl="0"/>
            <a:endParaRPr lang="en-US" noProof="0"/>
          </a:p>
        </p:txBody>
      </p:sp>
      <p:sp>
        <p:nvSpPr>
          <p:cNvPr id="71" name="Text Placeholder 3">
            <a:extLst>
              <a:ext uri="{FF2B5EF4-FFF2-40B4-BE49-F238E27FC236}">
                <a16:creationId xmlns:a16="http://schemas.microsoft.com/office/drawing/2014/main" id="{EE7C65D9-CD83-91F0-6A68-8A89F0102FD2}"/>
              </a:ext>
            </a:extLst>
          </p:cNvPr>
          <p:cNvSpPr>
            <a:spLocks noGrp="1"/>
          </p:cNvSpPr>
          <p:nvPr>
            <p:ph type="body" sz="quarter" idx="46" hasCustomPrompt="1"/>
          </p:nvPr>
        </p:nvSpPr>
        <p:spPr>
          <a:xfrm>
            <a:off x="4258088" y="5113079"/>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b="1" noProof="0">
                <a:solidFill>
                  <a:srgbClr val="0073E6"/>
                </a:solidFill>
                <a:latin typeface="+mj-lt"/>
                <a:cs typeface="+mn-cs"/>
              </a:rPr>
              <a:t>Certificates / Accreditations</a:t>
            </a:r>
            <a:endParaRPr lang="en-US" sz="1600" noProof="0">
              <a:solidFill>
                <a:srgbClr val="0073E6"/>
              </a:solidFill>
              <a:latin typeface="+mj-lt"/>
              <a:cs typeface="+mn-cs"/>
            </a:endParaRPr>
          </a:p>
        </p:txBody>
      </p:sp>
      <p:sp>
        <p:nvSpPr>
          <p:cNvPr id="38" name="Text Placeholder 28">
            <a:extLst>
              <a:ext uri="{FF2B5EF4-FFF2-40B4-BE49-F238E27FC236}">
                <a16:creationId xmlns:a16="http://schemas.microsoft.com/office/drawing/2014/main" id="{03919262-CF56-C9AD-8C74-CA1547F934AE}"/>
              </a:ext>
            </a:extLst>
          </p:cNvPr>
          <p:cNvSpPr>
            <a:spLocks noGrp="1"/>
          </p:cNvSpPr>
          <p:nvPr>
            <p:ph type="body" sz="quarter" idx="34" hasCustomPrompt="1"/>
          </p:nvPr>
        </p:nvSpPr>
        <p:spPr>
          <a:xfrm>
            <a:off x="4258088" y="5507118"/>
            <a:ext cx="3725255" cy="583902"/>
          </a:xfrm>
        </p:spPr>
        <p:txBody>
          <a:bodyPr/>
          <a:lstStyle>
            <a:lvl1pPr marL="0" indent="0">
              <a:spcAft>
                <a:spcPts val="200"/>
              </a:spcAft>
              <a:buFontTx/>
              <a:buNone/>
              <a:defRPr lang="en-US" sz="1200" kern="1200" dirty="0">
                <a:solidFill>
                  <a:srgbClr val="00005C"/>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Certificates / Accreditations</a:t>
            </a:r>
          </a:p>
        </p:txBody>
      </p:sp>
      <p:sp>
        <p:nvSpPr>
          <p:cNvPr id="64" name="Text Placeholder 3">
            <a:extLst>
              <a:ext uri="{FF2B5EF4-FFF2-40B4-BE49-F238E27FC236}">
                <a16:creationId xmlns:a16="http://schemas.microsoft.com/office/drawing/2014/main" id="{E2303F15-2EEE-E407-2816-5B0A449FC214}"/>
              </a:ext>
            </a:extLst>
          </p:cNvPr>
          <p:cNvSpPr>
            <a:spLocks noGrp="1"/>
          </p:cNvSpPr>
          <p:nvPr>
            <p:ph type="body" sz="quarter" idx="43" hasCustomPrompt="1"/>
          </p:nvPr>
        </p:nvSpPr>
        <p:spPr>
          <a:xfrm>
            <a:off x="8116084" y="1189796"/>
            <a:ext cx="3650466"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a:solidFill>
                  <a:srgbClr val="0073E6"/>
                </a:solidFill>
                <a:latin typeface="+mj-lt"/>
                <a:cs typeface="+mn-cs"/>
              </a:rPr>
              <a:t>Professional Achievements</a:t>
            </a:r>
          </a:p>
        </p:txBody>
      </p:sp>
      <p:sp>
        <p:nvSpPr>
          <p:cNvPr id="30" name="Text Placeholder 28">
            <a:extLst>
              <a:ext uri="{FF2B5EF4-FFF2-40B4-BE49-F238E27FC236}">
                <a16:creationId xmlns:a16="http://schemas.microsoft.com/office/drawing/2014/main" id="{350F2CF5-469D-C575-9109-B970FD69F9E5}"/>
              </a:ext>
            </a:extLst>
          </p:cNvPr>
          <p:cNvSpPr>
            <a:spLocks noGrp="1"/>
          </p:cNvSpPr>
          <p:nvPr>
            <p:ph type="body" sz="quarter" idx="31" hasCustomPrompt="1"/>
          </p:nvPr>
        </p:nvSpPr>
        <p:spPr>
          <a:xfrm>
            <a:off x="8116084" y="1542349"/>
            <a:ext cx="3650466" cy="4534601"/>
          </a:xfrm>
        </p:spPr>
        <p:txBody>
          <a:bodyPr/>
          <a:lstStyle>
            <a:lvl1pPr marL="0" indent="0">
              <a:spcAft>
                <a:spcPts val="200"/>
              </a:spcAft>
              <a:buClr>
                <a:schemeClr val="bg1"/>
              </a:buClr>
              <a:buFont typeface="Arial" panose="020B0604020202020204" pitchFamily="34" charset="0"/>
              <a:buNone/>
              <a:defRPr sz="1200">
                <a:solidFill>
                  <a:schemeClr val="accent3"/>
                </a:solidFill>
                <a:latin typeface="+mj-lt"/>
              </a:defRPr>
            </a:lvl1pPr>
            <a:lvl2pPr marL="182880" indent="-182880">
              <a:spcAft>
                <a:spcPts val="200"/>
              </a:spcAft>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Company Name 1</a:t>
            </a:r>
          </a:p>
          <a:p>
            <a:pPr lvl="1"/>
            <a:r>
              <a:rPr lang="en-US" noProof="0"/>
              <a:t>Achievement 1</a:t>
            </a:r>
          </a:p>
          <a:p>
            <a:pPr marL="182880" marR="0" lvl="1" indent="-18288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noProof="0"/>
              <a:t>Achievement 2</a:t>
            </a:r>
          </a:p>
          <a:p>
            <a:pPr lvl="0"/>
            <a:r>
              <a:rPr lang="en-US" noProof="0"/>
              <a:t>Company Name 2 </a:t>
            </a:r>
          </a:p>
          <a:p>
            <a:pPr lvl="1"/>
            <a:r>
              <a:rPr lang="en-US" noProof="0"/>
              <a:t>Achievement 1</a:t>
            </a:r>
          </a:p>
        </p:txBody>
      </p:sp>
      <p:sp>
        <p:nvSpPr>
          <p:cNvPr id="67" name="Slide Number Placeholder 5">
            <a:extLst>
              <a:ext uri="{FF2B5EF4-FFF2-40B4-BE49-F238E27FC236}">
                <a16:creationId xmlns:a16="http://schemas.microsoft.com/office/drawing/2014/main" id="{54D4718F-C303-5B98-D8FC-8DAA206E604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2" name="Picture Placeholder 11">
            <a:extLst>
              <a:ext uri="{FF2B5EF4-FFF2-40B4-BE49-F238E27FC236}">
                <a16:creationId xmlns:a16="http://schemas.microsoft.com/office/drawing/2014/main" id="{FCE3776D-9014-8A4F-0EE5-470C197905CE}"/>
              </a:ext>
              <a:ext uri="{C183D7F6-B498-43B3-948B-1728B52AA6E4}">
                <adec:decorative xmlns:adec="http://schemas.microsoft.com/office/drawing/2017/decorative" val="1"/>
              </a:ext>
            </a:extLst>
          </p:cNvPr>
          <p:cNvSpPr>
            <a:spLocks noGrp="1" noChangeAspect="1"/>
          </p:cNvSpPr>
          <p:nvPr>
            <p:ph type="pic" sz="quarter" idx="53"/>
          </p:nvPr>
        </p:nvSpPr>
        <p:spPr>
          <a:xfrm>
            <a:off x="876001" y="500472"/>
            <a:ext cx="1298448" cy="1298448"/>
          </a:xfrm>
          <a:prstGeom prst="ellipse">
            <a:avLst/>
          </a:prstGeom>
        </p:spPr>
        <p:txBody>
          <a:bodyPr anchor="b"/>
          <a:lstStyle>
            <a:lvl1pPr marL="0" indent="0" algn="ctr">
              <a:buNone/>
              <a:defRPr sz="1200"/>
            </a:lvl1pPr>
          </a:lstStyle>
          <a:p>
            <a:r>
              <a:rPr lang="fr-FR"/>
              <a:t>Cliquez sur l'icône pour ajouter une image</a:t>
            </a:r>
            <a:endParaRPr lang="en-US"/>
          </a:p>
        </p:txBody>
      </p:sp>
      <p:sp>
        <p:nvSpPr>
          <p:cNvPr id="41" name="Picture Placeholder 40">
            <a:extLst>
              <a:ext uri="{FF2B5EF4-FFF2-40B4-BE49-F238E27FC236}">
                <a16:creationId xmlns:a16="http://schemas.microsoft.com/office/drawing/2014/main" id="{9A1DCCCA-D724-F19A-C20F-0460DDD0D365}"/>
              </a:ext>
              <a:ext uri="{C183D7F6-B498-43B3-948B-1728B52AA6E4}">
                <adec:decorative xmlns:adec="http://schemas.microsoft.com/office/drawing/2017/decorative" val="1"/>
              </a:ext>
            </a:extLst>
          </p:cNvPr>
          <p:cNvSpPr>
            <a:spLocks noGrp="1"/>
          </p:cNvSpPr>
          <p:nvPr>
            <p:ph type="pic" sz="quarter" idx="36" hasCustomPrompt="1"/>
          </p:nvPr>
        </p:nvSpPr>
        <p:spPr>
          <a:xfrm>
            <a:off x="434086" y="2338724"/>
            <a:ext cx="547990" cy="445242"/>
          </a:xfrm>
        </p:spPr>
        <p:txBody>
          <a:bodyPr anchor="ctr"/>
          <a:lstStyle>
            <a:lvl1pPr marL="0" indent="0" algn="ctr">
              <a:buNone/>
              <a:defRPr sz="600">
                <a:solidFill>
                  <a:srgbClr val="00005C"/>
                </a:solidFill>
              </a:defRPr>
            </a:lvl1pPr>
          </a:lstStyle>
          <a:p>
            <a:r>
              <a:rPr lang="en-US" noProof="0"/>
              <a:t>Social media </a:t>
            </a:r>
            <a:r>
              <a:rPr lang="en-US" noProof="0" err="1"/>
              <a:t>icon+alt</a:t>
            </a:r>
            <a:r>
              <a:rPr lang="en-US" noProof="0"/>
              <a:t> +link</a:t>
            </a:r>
          </a:p>
        </p:txBody>
      </p:sp>
      <p:sp>
        <p:nvSpPr>
          <p:cNvPr id="9" name="Picture Placeholder 40">
            <a:extLst>
              <a:ext uri="{FF2B5EF4-FFF2-40B4-BE49-F238E27FC236}">
                <a16:creationId xmlns:a16="http://schemas.microsoft.com/office/drawing/2014/main" id="{9B37780F-BB3C-CB63-EF69-CE25D79C398E}"/>
              </a:ext>
              <a:ext uri="{C183D7F6-B498-43B3-948B-1728B52AA6E4}">
                <adec:decorative xmlns:adec="http://schemas.microsoft.com/office/drawing/2017/decorative" val="1"/>
              </a:ext>
            </a:extLst>
          </p:cNvPr>
          <p:cNvSpPr>
            <a:spLocks noGrp="1"/>
          </p:cNvSpPr>
          <p:nvPr>
            <p:ph type="pic" sz="quarter" idx="52" hasCustomPrompt="1"/>
          </p:nvPr>
        </p:nvSpPr>
        <p:spPr>
          <a:xfrm>
            <a:off x="1071257" y="2338724"/>
            <a:ext cx="547990" cy="445242"/>
          </a:xfrm>
        </p:spPr>
        <p:txBody>
          <a:bodyPr anchor="ctr"/>
          <a:lstStyle>
            <a:lvl1pPr marL="0" indent="0" algn="ctr">
              <a:buNone/>
              <a:defRPr sz="600">
                <a:solidFill>
                  <a:srgbClr val="00005C"/>
                </a:solidFill>
              </a:defRPr>
            </a:lvl1pPr>
          </a:lstStyle>
          <a:p>
            <a:r>
              <a:rPr lang="en-US" noProof="0"/>
              <a:t>Social media </a:t>
            </a:r>
            <a:r>
              <a:rPr lang="en-US" noProof="0" err="1"/>
              <a:t>icon+alt</a:t>
            </a:r>
            <a:r>
              <a:rPr lang="en-US" noProof="0"/>
              <a:t> +link</a:t>
            </a:r>
          </a:p>
        </p:txBody>
      </p:sp>
    </p:spTree>
    <p:extLst>
      <p:ext uri="{BB962C8B-B14F-4D97-AF65-F5344CB8AC3E}">
        <p14:creationId xmlns:p14="http://schemas.microsoft.com/office/powerpoint/2010/main" val="404010018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Org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userDrawn="1">
            <p:ph type="title" hasCustomPrompt="1"/>
          </p:nvPr>
        </p:nvSpPr>
        <p:spPr>
          <a:xfrm>
            <a:off x="428624" y="291451"/>
            <a:ext cx="11337925" cy="912315"/>
          </a:xfrm>
        </p:spPr>
        <p:txBody>
          <a:bodyPr/>
          <a:lstStyle>
            <a:lvl1pPr>
              <a:defRPr/>
            </a:lvl1pPr>
          </a:lstStyle>
          <a:p>
            <a:r>
              <a:rPr lang="en-US"/>
              <a:t>Organizational chart</a:t>
            </a:r>
          </a:p>
        </p:txBody>
      </p:sp>
      <p:sp>
        <p:nvSpPr>
          <p:cNvPr id="8" name="Text Placeholder 7">
            <a:extLst>
              <a:ext uri="{FF2B5EF4-FFF2-40B4-BE49-F238E27FC236}">
                <a16:creationId xmlns:a16="http://schemas.microsoft.com/office/drawing/2014/main" id="{871AB7F8-D38E-A19C-99A8-93E4EC3A4F05}"/>
              </a:ext>
            </a:extLst>
          </p:cNvPr>
          <p:cNvSpPr>
            <a:spLocks noGrp="1"/>
          </p:cNvSpPr>
          <p:nvPr userDrawn="1">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7" name="Text Placeholder 6">
            <a:extLst>
              <a:ext uri="{FF2B5EF4-FFF2-40B4-BE49-F238E27FC236}">
                <a16:creationId xmlns:a16="http://schemas.microsoft.com/office/drawing/2014/main" id="{A3EFBEB8-5EC2-43D8-7347-FD1F6E6D4CEE}"/>
              </a:ext>
            </a:extLst>
          </p:cNvPr>
          <p:cNvSpPr>
            <a:spLocks noGrp="1"/>
          </p:cNvSpPr>
          <p:nvPr userDrawn="1">
            <p:ph type="body" sz="quarter" idx="11" hasCustomPrompt="1"/>
          </p:nvPr>
        </p:nvSpPr>
        <p:spPr>
          <a:xfrm>
            <a:off x="428623" y="1323102"/>
            <a:ext cx="3621024" cy="246221"/>
          </a:xfrm>
        </p:spPr>
        <p:txBody>
          <a:bodyPr wrap="none" anchor="ctr">
            <a:noAutofit/>
          </a:bodyPr>
          <a:lstStyle>
            <a:lvl1pPr marL="0" indent="0" algn="l">
              <a:buNone/>
              <a:defRPr sz="1400">
                <a:latin typeface="+mj-lt"/>
              </a:defRPr>
            </a:lvl1pPr>
          </a:lstStyle>
          <a:p>
            <a:pPr lvl="0"/>
            <a:r>
              <a:rPr lang="en-US"/>
              <a:t>Team name</a:t>
            </a:r>
          </a:p>
        </p:txBody>
      </p:sp>
      <p:sp>
        <p:nvSpPr>
          <p:cNvPr id="51" name="Text Placeholder 6">
            <a:extLst>
              <a:ext uri="{FF2B5EF4-FFF2-40B4-BE49-F238E27FC236}">
                <a16:creationId xmlns:a16="http://schemas.microsoft.com/office/drawing/2014/main" id="{F07D23FC-F816-2ACD-9BB6-8B4F4A2F773A}"/>
              </a:ext>
            </a:extLst>
          </p:cNvPr>
          <p:cNvSpPr>
            <a:spLocks noGrp="1"/>
          </p:cNvSpPr>
          <p:nvPr userDrawn="1">
            <p:ph type="body" sz="quarter" idx="25" hasCustomPrompt="1"/>
          </p:nvPr>
        </p:nvSpPr>
        <p:spPr>
          <a:xfrm>
            <a:off x="1350229" y="1737275"/>
            <a:ext cx="2596738"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13" name="Text Placeholder 6">
            <a:extLst>
              <a:ext uri="{FF2B5EF4-FFF2-40B4-BE49-F238E27FC236}">
                <a16:creationId xmlns:a16="http://schemas.microsoft.com/office/drawing/2014/main" id="{13F5F348-9BA5-D049-2A97-79B46D552C52}"/>
              </a:ext>
              <a:ext uri="{C183D7F6-B498-43B3-948B-1728B52AA6E4}">
                <adec:decorative xmlns:adec="http://schemas.microsoft.com/office/drawing/2017/decorative" val="0"/>
              </a:ext>
            </a:extLst>
          </p:cNvPr>
          <p:cNvSpPr>
            <a:spLocks noGrp="1"/>
          </p:cNvSpPr>
          <p:nvPr userDrawn="1">
            <p:ph type="body" sz="quarter" idx="14" hasCustomPrompt="1"/>
          </p:nvPr>
        </p:nvSpPr>
        <p:spPr>
          <a:xfrm>
            <a:off x="428623" y="2707712"/>
            <a:ext cx="3383280" cy="246221"/>
          </a:xfrm>
        </p:spPr>
        <p:txBody>
          <a:bodyPr wrap="none" anchor="ctr">
            <a:noAutofit/>
          </a:bodyPr>
          <a:lstStyle>
            <a:lvl1pPr marL="0" indent="0" algn="l">
              <a:buNone/>
              <a:defRPr sz="1400">
                <a:solidFill>
                  <a:schemeClr val="accent1"/>
                </a:solidFill>
                <a:latin typeface="+mj-lt"/>
              </a:defRPr>
            </a:lvl1pPr>
          </a:lstStyle>
          <a:p>
            <a:pPr lvl="0"/>
            <a:r>
              <a:rPr lang="en-US"/>
              <a:t>Team name</a:t>
            </a:r>
          </a:p>
        </p:txBody>
      </p:sp>
      <p:sp>
        <p:nvSpPr>
          <p:cNvPr id="20" name="Text Placeholder 6">
            <a:extLst>
              <a:ext uri="{FF2B5EF4-FFF2-40B4-BE49-F238E27FC236}">
                <a16:creationId xmlns:a16="http://schemas.microsoft.com/office/drawing/2014/main" id="{A2FDFADD-09F8-480A-C438-46B841A73F05}"/>
              </a:ext>
            </a:extLst>
          </p:cNvPr>
          <p:cNvSpPr>
            <a:spLocks noGrp="1"/>
          </p:cNvSpPr>
          <p:nvPr userDrawn="1">
            <p:ph type="body" sz="quarter" idx="15" hasCustomPrompt="1"/>
          </p:nvPr>
        </p:nvSpPr>
        <p:spPr>
          <a:xfrm>
            <a:off x="1504287"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33" name="Text Placeholder 6">
            <a:extLst>
              <a:ext uri="{FF2B5EF4-FFF2-40B4-BE49-F238E27FC236}">
                <a16:creationId xmlns:a16="http://schemas.microsoft.com/office/drawing/2014/main" id="{165DD077-F6B8-467F-772B-56F5FBA01588}"/>
              </a:ext>
            </a:extLst>
          </p:cNvPr>
          <p:cNvSpPr>
            <a:spLocks noGrp="1"/>
          </p:cNvSpPr>
          <p:nvPr userDrawn="1">
            <p:ph type="body" sz="quarter" idx="17" hasCustomPrompt="1"/>
          </p:nvPr>
        </p:nvSpPr>
        <p:spPr>
          <a:xfrm>
            <a:off x="1504287"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37" name="Text Placeholder 6">
            <a:extLst>
              <a:ext uri="{FF2B5EF4-FFF2-40B4-BE49-F238E27FC236}">
                <a16:creationId xmlns:a16="http://schemas.microsoft.com/office/drawing/2014/main" id="{9AFAAB85-366F-512B-302A-D3D97931D8F9}"/>
              </a:ext>
            </a:extLst>
          </p:cNvPr>
          <p:cNvSpPr>
            <a:spLocks noGrp="1"/>
          </p:cNvSpPr>
          <p:nvPr userDrawn="1">
            <p:ph type="body" sz="quarter" idx="19" hasCustomPrompt="1"/>
          </p:nvPr>
        </p:nvSpPr>
        <p:spPr>
          <a:xfrm>
            <a:off x="1504287"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41" name="Text Placeholder 6">
            <a:extLst>
              <a:ext uri="{FF2B5EF4-FFF2-40B4-BE49-F238E27FC236}">
                <a16:creationId xmlns:a16="http://schemas.microsoft.com/office/drawing/2014/main" id="{A4016C55-BC90-5C30-11A9-6B337DAC0A93}"/>
              </a:ext>
            </a:extLst>
          </p:cNvPr>
          <p:cNvSpPr>
            <a:spLocks noGrp="1"/>
          </p:cNvSpPr>
          <p:nvPr userDrawn="1">
            <p:ph type="body" sz="quarter" idx="21" hasCustomPrompt="1"/>
          </p:nvPr>
        </p:nvSpPr>
        <p:spPr>
          <a:xfrm>
            <a:off x="4340144" y="1323102"/>
            <a:ext cx="7426406" cy="246221"/>
          </a:xfrm>
        </p:spPr>
        <p:txBody>
          <a:bodyPr wrap="none" anchor="ctr">
            <a:noAutofit/>
          </a:bodyPr>
          <a:lstStyle>
            <a:lvl1pPr marL="0" indent="0" algn="l">
              <a:buNone/>
              <a:defRPr sz="1400">
                <a:solidFill>
                  <a:schemeClr val="accent4"/>
                </a:solidFill>
                <a:latin typeface="+mj-lt"/>
              </a:defRPr>
            </a:lvl1pPr>
          </a:lstStyle>
          <a:p>
            <a:pPr lvl="0"/>
            <a:r>
              <a:rPr lang="en-US"/>
              <a:t>Team name</a:t>
            </a:r>
          </a:p>
        </p:txBody>
      </p:sp>
      <p:sp>
        <p:nvSpPr>
          <p:cNvPr id="46" name="Text Placeholder 6">
            <a:extLst>
              <a:ext uri="{FF2B5EF4-FFF2-40B4-BE49-F238E27FC236}">
                <a16:creationId xmlns:a16="http://schemas.microsoft.com/office/drawing/2014/main" id="{44858C65-06DA-B4A7-4A89-1473891D5680}"/>
              </a:ext>
            </a:extLst>
          </p:cNvPr>
          <p:cNvSpPr>
            <a:spLocks noGrp="1"/>
          </p:cNvSpPr>
          <p:nvPr userDrawn="1">
            <p:ph type="body" sz="quarter" idx="22" hasCustomPrompt="1"/>
          </p:nvPr>
        </p:nvSpPr>
        <p:spPr>
          <a:xfrm>
            <a:off x="4496318"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a:t>Sub-team name</a:t>
            </a:r>
          </a:p>
        </p:txBody>
      </p:sp>
      <p:sp>
        <p:nvSpPr>
          <p:cNvPr id="49" name="Text Placeholder 6">
            <a:extLst>
              <a:ext uri="{FF2B5EF4-FFF2-40B4-BE49-F238E27FC236}">
                <a16:creationId xmlns:a16="http://schemas.microsoft.com/office/drawing/2014/main" id="{EFDAB5F1-0CF9-8ACE-C9BE-23C0A19EC334}"/>
              </a:ext>
            </a:extLst>
          </p:cNvPr>
          <p:cNvSpPr>
            <a:spLocks noGrp="1"/>
          </p:cNvSpPr>
          <p:nvPr userDrawn="1">
            <p:ph type="body" sz="quarter" idx="24" hasCustomPrompt="1"/>
          </p:nvPr>
        </p:nvSpPr>
        <p:spPr>
          <a:xfrm>
            <a:off x="5424711"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5" name="Text Placeholder 6">
            <a:extLst>
              <a:ext uri="{FF2B5EF4-FFF2-40B4-BE49-F238E27FC236}">
                <a16:creationId xmlns:a16="http://schemas.microsoft.com/office/drawing/2014/main" id="{DC3AE717-2F15-1481-2D99-88141D30BCAF}"/>
              </a:ext>
            </a:extLst>
          </p:cNvPr>
          <p:cNvSpPr>
            <a:spLocks noGrp="1"/>
          </p:cNvSpPr>
          <p:nvPr userDrawn="1">
            <p:ph type="body" sz="quarter" idx="27" hasCustomPrompt="1"/>
          </p:nvPr>
        </p:nvSpPr>
        <p:spPr>
          <a:xfrm>
            <a:off x="5424711"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7" name="Text Placeholder 6">
            <a:extLst>
              <a:ext uri="{FF2B5EF4-FFF2-40B4-BE49-F238E27FC236}">
                <a16:creationId xmlns:a16="http://schemas.microsoft.com/office/drawing/2014/main" id="{4BEB9F4A-751F-EF43-E9CE-48E503B05601}"/>
              </a:ext>
            </a:extLst>
          </p:cNvPr>
          <p:cNvSpPr>
            <a:spLocks noGrp="1"/>
          </p:cNvSpPr>
          <p:nvPr userDrawn="1">
            <p:ph type="body" sz="quarter" idx="29" hasCustomPrompt="1"/>
          </p:nvPr>
        </p:nvSpPr>
        <p:spPr>
          <a:xfrm>
            <a:off x="5424711"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9" name="Text Placeholder 6">
            <a:extLst>
              <a:ext uri="{FF2B5EF4-FFF2-40B4-BE49-F238E27FC236}">
                <a16:creationId xmlns:a16="http://schemas.microsoft.com/office/drawing/2014/main" id="{52FB666B-C90C-9842-4D5D-A7CBEDDCBA19}"/>
              </a:ext>
            </a:extLst>
          </p:cNvPr>
          <p:cNvSpPr>
            <a:spLocks noGrp="1"/>
          </p:cNvSpPr>
          <p:nvPr userDrawn="1">
            <p:ph type="body" sz="quarter" idx="31" hasCustomPrompt="1"/>
          </p:nvPr>
        </p:nvSpPr>
        <p:spPr>
          <a:xfrm>
            <a:off x="5424711"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112" name="Text Placeholder 6">
            <a:extLst>
              <a:ext uri="{FF2B5EF4-FFF2-40B4-BE49-F238E27FC236}">
                <a16:creationId xmlns:a16="http://schemas.microsoft.com/office/drawing/2014/main" id="{A17170B6-51B8-B4DB-4902-7E77055393DA}"/>
              </a:ext>
            </a:extLst>
          </p:cNvPr>
          <p:cNvSpPr>
            <a:spLocks noGrp="1"/>
          </p:cNvSpPr>
          <p:nvPr userDrawn="1">
            <p:ph type="body" sz="quarter" idx="40" hasCustomPrompt="1"/>
          </p:nvPr>
        </p:nvSpPr>
        <p:spPr>
          <a:xfrm>
            <a:off x="8295266"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a:t>Sub-team name</a:t>
            </a:r>
          </a:p>
        </p:txBody>
      </p:sp>
      <p:sp>
        <p:nvSpPr>
          <p:cNvPr id="67" name="Text Placeholder 6">
            <a:extLst>
              <a:ext uri="{FF2B5EF4-FFF2-40B4-BE49-F238E27FC236}">
                <a16:creationId xmlns:a16="http://schemas.microsoft.com/office/drawing/2014/main" id="{EC9D4DBF-905D-9298-2F8B-17D02F713EB0}"/>
              </a:ext>
            </a:extLst>
          </p:cNvPr>
          <p:cNvSpPr>
            <a:spLocks noGrp="1"/>
          </p:cNvSpPr>
          <p:nvPr userDrawn="1">
            <p:ph type="body" sz="quarter" idx="33" hasCustomPrompt="1"/>
          </p:nvPr>
        </p:nvSpPr>
        <p:spPr>
          <a:xfrm>
            <a:off x="9242636"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69" name="Text Placeholder 6">
            <a:extLst>
              <a:ext uri="{FF2B5EF4-FFF2-40B4-BE49-F238E27FC236}">
                <a16:creationId xmlns:a16="http://schemas.microsoft.com/office/drawing/2014/main" id="{82AABC4F-DA0D-1B6C-F10D-7912F3E22EA7}"/>
              </a:ext>
            </a:extLst>
          </p:cNvPr>
          <p:cNvSpPr>
            <a:spLocks noGrp="1"/>
          </p:cNvSpPr>
          <p:nvPr userDrawn="1">
            <p:ph type="body" sz="quarter" idx="35" hasCustomPrompt="1"/>
          </p:nvPr>
        </p:nvSpPr>
        <p:spPr>
          <a:xfrm>
            <a:off x="9242636"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71" name="Text Placeholder 6">
            <a:extLst>
              <a:ext uri="{FF2B5EF4-FFF2-40B4-BE49-F238E27FC236}">
                <a16:creationId xmlns:a16="http://schemas.microsoft.com/office/drawing/2014/main" id="{94BDEC68-8B99-777A-CEDA-84311C5BB236}"/>
              </a:ext>
            </a:extLst>
          </p:cNvPr>
          <p:cNvSpPr>
            <a:spLocks noGrp="1"/>
          </p:cNvSpPr>
          <p:nvPr userDrawn="1">
            <p:ph type="body" sz="quarter" idx="37" hasCustomPrompt="1"/>
          </p:nvPr>
        </p:nvSpPr>
        <p:spPr>
          <a:xfrm>
            <a:off x="9242636"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73" name="Text Placeholder 6">
            <a:extLst>
              <a:ext uri="{FF2B5EF4-FFF2-40B4-BE49-F238E27FC236}">
                <a16:creationId xmlns:a16="http://schemas.microsoft.com/office/drawing/2014/main" id="{91A2C454-6D2E-AEEA-3CC4-F6D6F4EBA57B}"/>
              </a:ext>
            </a:extLst>
          </p:cNvPr>
          <p:cNvSpPr>
            <a:spLocks noGrp="1"/>
          </p:cNvSpPr>
          <p:nvPr userDrawn="1">
            <p:ph type="body" sz="quarter" idx="39" hasCustomPrompt="1"/>
          </p:nvPr>
        </p:nvSpPr>
        <p:spPr>
          <a:xfrm>
            <a:off x="9242636"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4" name="Group 13">
            <a:extLst>
              <a:ext uri="{FF2B5EF4-FFF2-40B4-BE49-F238E27FC236}">
                <a16:creationId xmlns:a16="http://schemas.microsoft.com/office/drawing/2014/main" id="{DECFFDCD-5DBA-4316-718F-2745EBCA88BF}"/>
              </a:ext>
              <a:ext uri="{C183D7F6-B498-43B3-948B-1728B52AA6E4}">
                <adec:decorative xmlns:adec="http://schemas.microsoft.com/office/drawing/2017/decorative" val="1"/>
              </a:ext>
            </a:extLst>
          </p:cNvPr>
          <p:cNvGrpSpPr/>
          <p:nvPr userDrawn="1"/>
        </p:nvGrpSpPr>
        <p:grpSpPr>
          <a:xfrm>
            <a:off x="433386" y="1670635"/>
            <a:ext cx="11333161" cy="4406313"/>
            <a:chOff x="433386" y="1670635"/>
            <a:chExt cx="11333161" cy="4406313"/>
          </a:xfrm>
        </p:grpSpPr>
        <p:cxnSp>
          <p:nvCxnSpPr>
            <p:cNvPr id="42" name="Straight Connector 41">
              <a:extLst>
                <a:ext uri="{FF2B5EF4-FFF2-40B4-BE49-F238E27FC236}">
                  <a16:creationId xmlns:a16="http://schemas.microsoft.com/office/drawing/2014/main" id="{0A3955EF-1A6D-E65F-5443-7E5D271F7EA5}"/>
                </a:ext>
                <a:ext uri="{C183D7F6-B498-43B3-948B-1728B52AA6E4}">
                  <adec:decorative xmlns:adec="http://schemas.microsoft.com/office/drawing/2017/decorative" val="1"/>
                </a:ext>
              </a:extLst>
            </p:cNvPr>
            <p:cNvCxnSpPr>
              <a:cxnSpLocks/>
            </p:cNvCxnSpPr>
            <p:nvPr userDrawn="1"/>
          </p:nvCxnSpPr>
          <p:spPr>
            <a:xfrm>
              <a:off x="4057651" y="2125895"/>
              <a:ext cx="276646"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6D415BD-718B-F120-BCD8-4FAB982AAC0F}"/>
                </a:ext>
                <a:ext uri="{C183D7F6-B498-43B3-948B-1728B52AA6E4}">
                  <adec:decorative xmlns:adec="http://schemas.microsoft.com/office/drawing/2017/decorative" val="1"/>
                </a:ext>
              </a:extLst>
            </p:cNvPr>
            <p:cNvSpPr/>
            <p:nvPr userDrawn="1"/>
          </p:nvSpPr>
          <p:spPr>
            <a:xfrm>
              <a:off x="4340144" y="1670635"/>
              <a:ext cx="7426403" cy="4406313"/>
            </a:xfrm>
            <a:prstGeom prst="rect">
              <a:avLst/>
            </a:prstGeom>
            <a:no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60">
              <a:extLst>
                <a:ext uri="{FF2B5EF4-FFF2-40B4-BE49-F238E27FC236}">
                  <a16:creationId xmlns:a16="http://schemas.microsoft.com/office/drawing/2014/main" id="{D1581C0F-60B3-0E65-75A7-D2FDAFD894D6}"/>
                </a:ext>
                <a:ext uri="{C183D7F6-B498-43B3-948B-1728B52AA6E4}">
                  <adec:decorative xmlns:adec="http://schemas.microsoft.com/office/drawing/2017/decorative" val="1"/>
                </a:ext>
              </a:extLst>
            </p:cNvPr>
            <p:cNvCxnSpPr>
              <a:cxnSpLocks/>
            </p:cNvCxnSpPr>
            <p:nvPr userDrawn="1"/>
          </p:nvCxnSpPr>
          <p:spPr>
            <a:xfrm>
              <a:off x="4340507" y="260186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21C567F5-77B2-AC97-C110-9B8FB7B6C2A9}"/>
                </a:ext>
                <a:ext uri="{C183D7F6-B498-43B3-948B-1728B52AA6E4}">
                  <adec:decorative xmlns:adec="http://schemas.microsoft.com/office/drawing/2017/decorative" val="1"/>
                </a:ext>
              </a:extLst>
            </p:cNvPr>
            <p:cNvCxnSpPr>
              <a:cxnSpLocks/>
            </p:cNvCxnSpPr>
            <p:nvPr userDrawn="1"/>
          </p:nvCxnSpPr>
          <p:spPr>
            <a:xfrm>
              <a:off x="4340507" y="3572473"/>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85A3E01-2D09-BD45-3E1A-BACBED42AB9E}"/>
                </a:ext>
                <a:ext uri="{C183D7F6-B498-43B3-948B-1728B52AA6E4}">
                  <adec:decorative xmlns:adec="http://schemas.microsoft.com/office/drawing/2017/decorative" val="1"/>
                </a:ext>
              </a:extLst>
            </p:cNvPr>
            <p:cNvCxnSpPr>
              <a:cxnSpLocks/>
            </p:cNvCxnSpPr>
            <p:nvPr userDrawn="1"/>
          </p:nvCxnSpPr>
          <p:spPr>
            <a:xfrm>
              <a:off x="4340507" y="4549589"/>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91028D47-4AB5-DFC8-6C77-E7FC1E09EFA1}"/>
                </a:ext>
                <a:ext uri="{C183D7F6-B498-43B3-948B-1728B52AA6E4}">
                  <adec:decorative xmlns:adec="http://schemas.microsoft.com/office/drawing/2017/decorative" val="1"/>
                </a:ext>
              </a:extLst>
            </p:cNvPr>
            <p:cNvCxnSpPr>
              <a:cxnSpLocks/>
            </p:cNvCxnSpPr>
            <p:nvPr userDrawn="1"/>
          </p:nvCxnSpPr>
          <p:spPr>
            <a:xfrm>
              <a:off x="4340507" y="552670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763DA31E-4EC6-9665-B9C6-1FFBBF61B74B}"/>
                </a:ext>
              </a:extLst>
            </p:cNvPr>
            <p:cNvCxnSpPr>
              <a:cxnSpLocks/>
            </p:cNvCxnSpPr>
            <p:nvPr userDrawn="1"/>
          </p:nvCxnSpPr>
          <p:spPr>
            <a:xfrm>
              <a:off x="7830089" y="2601865"/>
              <a:ext cx="465177" cy="0"/>
            </a:xfrm>
            <a:prstGeom prst="straightConnector1">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8" name="Connector: Elbow 74">
              <a:extLst>
                <a:ext uri="{FF2B5EF4-FFF2-40B4-BE49-F238E27FC236}">
                  <a16:creationId xmlns:a16="http://schemas.microsoft.com/office/drawing/2014/main" id="{5070A3AC-2A71-858F-D9F1-A99CE2A9B0D9}"/>
                </a:ext>
              </a:extLst>
            </p:cNvPr>
            <p:cNvCxnSpPr>
              <a:cxnSpLocks/>
              <a:stCxn id="136" idx="3"/>
              <a:endCxn id="149" idx="1"/>
            </p:cNvCxnSpPr>
            <p:nvPr userDrawn="1"/>
          </p:nvCxnSpPr>
          <p:spPr>
            <a:xfrm>
              <a:off x="7830089" y="2601865"/>
              <a:ext cx="465177" cy="970608"/>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1" name="Connector: Elbow 74">
              <a:extLst>
                <a:ext uri="{FF2B5EF4-FFF2-40B4-BE49-F238E27FC236}">
                  <a16:creationId xmlns:a16="http://schemas.microsoft.com/office/drawing/2014/main" id="{3E872E58-1C1B-11A7-BD01-200F2FBF1D61}"/>
                </a:ext>
              </a:extLst>
            </p:cNvPr>
            <p:cNvCxnSpPr>
              <a:cxnSpLocks/>
              <a:stCxn id="136" idx="3"/>
              <a:endCxn id="150" idx="1"/>
            </p:cNvCxnSpPr>
            <p:nvPr userDrawn="1"/>
          </p:nvCxnSpPr>
          <p:spPr>
            <a:xfrm>
              <a:off x="7830089" y="2601865"/>
              <a:ext cx="465177" cy="1947724"/>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4" name="Connector: Elbow 74">
              <a:extLst>
                <a:ext uri="{FF2B5EF4-FFF2-40B4-BE49-F238E27FC236}">
                  <a16:creationId xmlns:a16="http://schemas.microsoft.com/office/drawing/2014/main" id="{B2EF44E4-CB5F-CA89-600B-FE95A1E53D53}"/>
                </a:ext>
              </a:extLst>
            </p:cNvPr>
            <p:cNvCxnSpPr>
              <a:cxnSpLocks/>
              <a:stCxn id="136" idx="3"/>
              <a:endCxn id="151" idx="1"/>
            </p:cNvCxnSpPr>
            <p:nvPr userDrawn="1"/>
          </p:nvCxnSpPr>
          <p:spPr>
            <a:xfrm>
              <a:off x="7830089" y="2601865"/>
              <a:ext cx="465177" cy="2924840"/>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1D5AA8A-A45A-9776-A98C-B4AE24E4F0B4}"/>
                </a:ext>
                <a:ext uri="{C183D7F6-B498-43B3-948B-1728B52AA6E4}">
                  <adec:decorative xmlns:adec="http://schemas.microsoft.com/office/drawing/2017/decorative" val="1"/>
                </a:ext>
              </a:extLst>
            </p:cNvPr>
            <p:cNvCxnSpPr>
              <a:cxnSpLocks/>
            </p:cNvCxnSpPr>
            <p:nvPr userDrawn="1"/>
          </p:nvCxnSpPr>
          <p:spPr>
            <a:xfrm>
              <a:off x="3910527" y="2591227"/>
              <a:ext cx="0" cy="4448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0B8FF83-E3BC-D966-D239-4D784EB2BABC}"/>
                </a:ext>
                <a:ext uri="{C183D7F6-B498-43B3-948B-1728B52AA6E4}">
                  <adec:decorative xmlns:adec="http://schemas.microsoft.com/office/drawing/2017/decorative" val="1"/>
                </a:ext>
              </a:extLst>
            </p:cNvPr>
            <p:cNvSpPr>
              <a:spLocks/>
            </p:cNvSpPr>
            <p:nvPr userDrawn="1"/>
          </p:nvSpPr>
          <p:spPr>
            <a:xfrm>
              <a:off x="433387" y="1670636"/>
              <a:ext cx="3621024" cy="910518"/>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33B3B71-8843-CF0E-F8EF-7A1271C4AF30}"/>
                </a:ext>
                <a:ext uri="{C183D7F6-B498-43B3-948B-1728B52AA6E4}">
                  <adec:decorative xmlns:adec="http://schemas.microsoft.com/office/drawing/2017/decorative" val="1"/>
                </a:ext>
              </a:extLst>
            </p:cNvPr>
            <p:cNvSpPr>
              <a:spLocks/>
            </p:cNvSpPr>
            <p:nvPr userDrawn="1"/>
          </p:nvSpPr>
          <p:spPr>
            <a:xfrm>
              <a:off x="433386" y="3032759"/>
              <a:ext cx="3621024" cy="3044189"/>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FC1CFEBA-F1D6-1D2F-A1B7-FDEA54DFE7CE}"/>
                </a:ext>
                <a:ext uri="{C183D7F6-B498-43B3-948B-1728B52AA6E4}">
                  <adec:decorative xmlns:adec="http://schemas.microsoft.com/office/drawing/2017/decorative" val="1"/>
                </a:ext>
              </a:extLst>
            </p:cNvPr>
            <p:cNvCxnSpPr>
              <a:cxnSpLocks/>
            </p:cNvCxnSpPr>
            <p:nvPr userDrawn="1"/>
          </p:nvCxnSpPr>
          <p:spPr>
            <a:xfrm>
              <a:off x="433388" y="3572473"/>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804F7F1-57CD-71DB-4415-A4D688CE5315}"/>
                </a:ext>
                <a:ext uri="{C183D7F6-B498-43B3-948B-1728B52AA6E4}">
                  <adec:decorative xmlns:adec="http://schemas.microsoft.com/office/drawing/2017/decorative" val="1"/>
                </a:ext>
              </a:extLst>
            </p:cNvPr>
            <p:cNvCxnSpPr>
              <a:cxnSpLocks/>
            </p:cNvCxnSpPr>
            <p:nvPr userDrawn="1"/>
          </p:nvCxnSpPr>
          <p:spPr>
            <a:xfrm>
              <a:off x="433388" y="4549589"/>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AD2112C-999B-0D97-9CB0-EB81090112EB}"/>
                </a:ext>
                <a:ext uri="{C183D7F6-B498-43B3-948B-1728B52AA6E4}">
                  <adec:decorative xmlns:adec="http://schemas.microsoft.com/office/drawing/2017/decorative" val="1"/>
                </a:ext>
              </a:extLst>
            </p:cNvPr>
            <p:cNvCxnSpPr>
              <a:cxnSpLocks/>
            </p:cNvCxnSpPr>
            <p:nvPr userDrawn="1"/>
          </p:nvCxnSpPr>
          <p:spPr>
            <a:xfrm>
              <a:off x="433388" y="5526705"/>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1" name="Rectangle 130">
              <a:extLst>
                <a:ext uri="{FF2B5EF4-FFF2-40B4-BE49-F238E27FC236}">
                  <a16:creationId xmlns:a16="http://schemas.microsoft.com/office/drawing/2014/main" id="{518C56B5-718A-AC05-D836-5229A01D8ACF}"/>
                </a:ext>
                <a:ext uri="{C183D7F6-B498-43B3-948B-1728B52AA6E4}">
                  <adec:decorative xmlns:adec="http://schemas.microsoft.com/office/drawing/2017/decorative" val="0"/>
                </a:ext>
              </a:extLst>
            </p:cNvPr>
            <p:cNvSpPr/>
            <p:nvPr userDrawn="1"/>
          </p:nvSpPr>
          <p:spPr>
            <a:xfrm>
              <a:off x="590529"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BA4F066E-E4DC-64F0-0ECA-224686E5F720}"/>
                </a:ext>
              </a:extLst>
            </p:cNvPr>
            <p:cNvSpPr/>
            <p:nvPr userDrawn="1"/>
          </p:nvSpPr>
          <p:spPr>
            <a:xfrm>
              <a:off x="590529"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67BB006-7017-5178-6EE4-BB29EFC5AE69}"/>
                </a:ext>
              </a:extLst>
            </p:cNvPr>
            <p:cNvSpPr/>
            <p:nvPr userDrawn="1"/>
          </p:nvSpPr>
          <p:spPr>
            <a:xfrm>
              <a:off x="590529"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1799FEC5-440F-DB9C-4439-820D2DDA7027}"/>
                </a:ext>
              </a:extLst>
            </p:cNvPr>
            <p:cNvSpPr/>
            <p:nvPr userDrawn="1"/>
          </p:nvSpPr>
          <p:spPr>
            <a:xfrm>
              <a:off x="4496318"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568554AA-A886-609B-FE06-DFA1262890D7}"/>
                </a:ext>
              </a:extLst>
            </p:cNvPr>
            <p:cNvSpPr/>
            <p:nvPr userDrawn="1"/>
          </p:nvSpPr>
          <p:spPr>
            <a:xfrm>
              <a:off x="4496318"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22E4FE78-DCAF-9601-3B2B-125348D2DA61}"/>
                </a:ext>
              </a:extLst>
            </p:cNvPr>
            <p:cNvSpPr/>
            <p:nvPr userDrawn="1"/>
          </p:nvSpPr>
          <p:spPr>
            <a:xfrm>
              <a:off x="4496318"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9A180A1D-B2FF-91D8-8348-D241D9D99FC8}"/>
                </a:ext>
              </a:extLst>
            </p:cNvPr>
            <p:cNvSpPr/>
            <p:nvPr userDrawn="1"/>
          </p:nvSpPr>
          <p:spPr>
            <a:xfrm>
              <a:off x="4496318"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941B5E44-D0C0-6307-13C6-34AEAEF9271B}"/>
                </a:ext>
              </a:extLst>
            </p:cNvPr>
            <p:cNvSpPr/>
            <p:nvPr userDrawn="1"/>
          </p:nvSpPr>
          <p:spPr>
            <a:xfrm>
              <a:off x="8295266"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DC84B4-BF53-2DB3-2F7C-225A72A926C1}"/>
                </a:ext>
              </a:extLst>
            </p:cNvPr>
            <p:cNvSpPr/>
            <p:nvPr userDrawn="1"/>
          </p:nvSpPr>
          <p:spPr>
            <a:xfrm>
              <a:off x="8295266"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FC82B9C-3BFC-4FA5-606E-3E06B6613C89}"/>
                </a:ext>
              </a:extLst>
            </p:cNvPr>
            <p:cNvSpPr/>
            <p:nvPr userDrawn="1"/>
          </p:nvSpPr>
          <p:spPr>
            <a:xfrm>
              <a:off x="8295266"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42ECE3CF-7EE8-E288-D6A7-193C21EE3916}"/>
                </a:ext>
              </a:extLst>
            </p:cNvPr>
            <p:cNvSpPr/>
            <p:nvPr userDrawn="1"/>
          </p:nvSpPr>
          <p:spPr>
            <a:xfrm>
              <a:off x="8295266"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Picture Placeholder 9">
            <a:extLst>
              <a:ext uri="{FF2B5EF4-FFF2-40B4-BE49-F238E27FC236}">
                <a16:creationId xmlns:a16="http://schemas.microsoft.com/office/drawing/2014/main" id="{7FB0BDD5-63F4-3E72-BDE3-1523CA581CEF}"/>
              </a:ext>
              <a:ext uri="{C183D7F6-B498-43B3-948B-1728B52AA6E4}">
                <adec:decorative xmlns:adec="http://schemas.microsoft.com/office/drawing/2017/decorative" val="1"/>
              </a:ext>
            </a:extLst>
          </p:cNvPr>
          <p:cNvSpPr>
            <a:spLocks noGrp="1" noChangeAspect="1"/>
          </p:cNvSpPr>
          <p:nvPr userDrawn="1">
            <p:ph type="pic" sz="quarter" idx="12"/>
          </p:nvPr>
        </p:nvSpPr>
        <p:spPr>
          <a:xfrm>
            <a:off x="517923" y="1762159"/>
            <a:ext cx="727472" cy="727472"/>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22" name="Picture Placeholder 9">
            <a:extLst>
              <a:ext uri="{FF2B5EF4-FFF2-40B4-BE49-F238E27FC236}">
                <a16:creationId xmlns:a16="http://schemas.microsoft.com/office/drawing/2014/main" id="{40812BA0-53B3-D14C-4335-E16230815AA8}"/>
              </a:ext>
              <a:ext uri="{C183D7F6-B498-43B3-948B-1728B52AA6E4}">
                <adec:decorative xmlns:adec="http://schemas.microsoft.com/office/drawing/2017/decorative" val="1"/>
              </a:ext>
            </a:extLst>
          </p:cNvPr>
          <p:cNvSpPr>
            <a:spLocks noGrp="1" noChangeAspect="1"/>
          </p:cNvSpPr>
          <p:nvPr userDrawn="1">
            <p:ph type="pic" sz="quarter" idx="16"/>
          </p:nvPr>
        </p:nvSpPr>
        <p:spPr>
          <a:xfrm>
            <a:off x="661113"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35" name="Picture Placeholder 9">
            <a:extLst>
              <a:ext uri="{FF2B5EF4-FFF2-40B4-BE49-F238E27FC236}">
                <a16:creationId xmlns:a16="http://schemas.microsoft.com/office/drawing/2014/main" id="{81F1C53A-FD91-A166-8127-D11F7959B6BD}"/>
              </a:ext>
              <a:ext uri="{C183D7F6-B498-43B3-948B-1728B52AA6E4}">
                <adec:decorative xmlns:adec="http://schemas.microsoft.com/office/drawing/2017/decorative" val="1"/>
              </a:ext>
            </a:extLst>
          </p:cNvPr>
          <p:cNvSpPr>
            <a:spLocks noGrp="1" noChangeAspect="1"/>
          </p:cNvSpPr>
          <p:nvPr userDrawn="1">
            <p:ph type="pic" sz="quarter" idx="18"/>
          </p:nvPr>
        </p:nvSpPr>
        <p:spPr>
          <a:xfrm>
            <a:off x="661113"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39" name="Picture Placeholder 9">
            <a:extLst>
              <a:ext uri="{FF2B5EF4-FFF2-40B4-BE49-F238E27FC236}">
                <a16:creationId xmlns:a16="http://schemas.microsoft.com/office/drawing/2014/main" id="{EC7738B5-50FD-A42F-1BCF-CF7340F10CDD}"/>
              </a:ext>
              <a:ext uri="{C183D7F6-B498-43B3-948B-1728B52AA6E4}">
                <adec:decorative xmlns:adec="http://schemas.microsoft.com/office/drawing/2017/decorative" val="1"/>
              </a:ext>
            </a:extLst>
          </p:cNvPr>
          <p:cNvSpPr>
            <a:spLocks noGrp="1" noChangeAspect="1"/>
          </p:cNvSpPr>
          <p:nvPr userDrawn="1">
            <p:ph type="pic" sz="quarter" idx="20"/>
          </p:nvPr>
        </p:nvSpPr>
        <p:spPr>
          <a:xfrm>
            <a:off x="661113"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48" name="Picture Placeholder 9">
            <a:extLst>
              <a:ext uri="{FF2B5EF4-FFF2-40B4-BE49-F238E27FC236}">
                <a16:creationId xmlns:a16="http://schemas.microsoft.com/office/drawing/2014/main" id="{EB5AC177-7EE2-FFFB-6431-6F1ABCAE2643}"/>
              </a:ext>
              <a:ext uri="{C183D7F6-B498-43B3-948B-1728B52AA6E4}">
                <adec:decorative xmlns:adec="http://schemas.microsoft.com/office/drawing/2017/decorative" val="1"/>
              </a:ext>
            </a:extLst>
          </p:cNvPr>
          <p:cNvSpPr>
            <a:spLocks noGrp="1" noChangeAspect="1"/>
          </p:cNvSpPr>
          <p:nvPr userDrawn="1">
            <p:ph type="pic" sz="quarter" idx="23"/>
          </p:nvPr>
        </p:nvSpPr>
        <p:spPr>
          <a:xfrm>
            <a:off x="4567755"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54" name="Picture Placeholder 9">
            <a:extLst>
              <a:ext uri="{FF2B5EF4-FFF2-40B4-BE49-F238E27FC236}">
                <a16:creationId xmlns:a16="http://schemas.microsoft.com/office/drawing/2014/main" id="{3C63F2F2-F2AE-9A78-12BC-69037BFEEE8D}"/>
              </a:ext>
              <a:ext uri="{C183D7F6-B498-43B3-948B-1728B52AA6E4}">
                <adec:decorative xmlns:adec="http://schemas.microsoft.com/office/drawing/2017/decorative" val="1"/>
              </a:ext>
            </a:extLst>
          </p:cNvPr>
          <p:cNvSpPr>
            <a:spLocks noGrp="1" noChangeAspect="1"/>
          </p:cNvSpPr>
          <p:nvPr userDrawn="1">
            <p:ph type="pic" sz="quarter" idx="26"/>
          </p:nvPr>
        </p:nvSpPr>
        <p:spPr>
          <a:xfrm>
            <a:off x="4567755"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56" name="Picture Placeholder 9">
            <a:extLst>
              <a:ext uri="{FF2B5EF4-FFF2-40B4-BE49-F238E27FC236}">
                <a16:creationId xmlns:a16="http://schemas.microsoft.com/office/drawing/2014/main" id="{F862E2C9-2BEE-E10B-6297-44CC739C1D2F}"/>
              </a:ext>
              <a:ext uri="{C183D7F6-B498-43B3-948B-1728B52AA6E4}">
                <adec:decorative xmlns:adec="http://schemas.microsoft.com/office/drawing/2017/decorative" val="1"/>
              </a:ext>
            </a:extLst>
          </p:cNvPr>
          <p:cNvSpPr>
            <a:spLocks noGrp="1" noChangeAspect="1"/>
          </p:cNvSpPr>
          <p:nvPr userDrawn="1">
            <p:ph type="pic" sz="quarter" idx="28"/>
          </p:nvPr>
        </p:nvSpPr>
        <p:spPr>
          <a:xfrm>
            <a:off x="4567755"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58" name="Picture Placeholder 9">
            <a:extLst>
              <a:ext uri="{FF2B5EF4-FFF2-40B4-BE49-F238E27FC236}">
                <a16:creationId xmlns:a16="http://schemas.microsoft.com/office/drawing/2014/main" id="{594C80DB-2D50-A87B-2ED2-09183D49DD58}"/>
              </a:ext>
              <a:ext uri="{C183D7F6-B498-43B3-948B-1728B52AA6E4}">
                <adec:decorative xmlns:adec="http://schemas.microsoft.com/office/drawing/2017/decorative" val="1"/>
              </a:ext>
            </a:extLst>
          </p:cNvPr>
          <p:cNvSpPr>
            <a:spLocks noGrp="1" noChangeAspect="1"/>
          </p:cNvSpPr>
          <p:nvPr userDrawn="1">
            <p:ph type="pic" sz="quarter" idx="30"/>
          </p:nvPr>
        </p:nvSpPr>
        <p:spPr>
          <a:xfrm>
            <a:off x="4567755"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66" name="Picture Placeholder 9">
            <a:extLst>
              <a:ext uri="{FF2B5EF4-FFF2-40B4-BE49-F238E27FC236}">
                <a16:creationId xmlns:a16="http://schemas.microsoft.com/office/drawing/2014/main" id="{CD8C94D3-25E6-AC72-C43C-EC84DBCF21C3}"/>
              </a:ext>
              <a:ext uri="{C183D7F6-B498-43B3-948B-1728B52AA6E4}">
                <adec:decorative xmlns:adec="http://schemas.microsoft.com/office/drawing/2017/decorative" val="1"/>
              </a:ext>
            </a:extLst>
          </p:cNvPr>
          <p:cNvSpPr>
            <a:spLocks noGrp="1" noChangeAspect="1"/>
          </p:cNvSpPr>
          <p:nvPr userDrawn="1">
            <p:ph type="pic" sz="quarter" idx="32"/>
          </p:nvPr>
        </p:nvSpPr>
        <p:spPr>
          <a:xfrm>
            <a:off x="8385680"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68" name="Picture Placeholder 9">
            <a:extLst>
              <a:ext uri="{FF2B5EF4-FFF2-40B4-BE49-F238E27FC236}">
                <a16:creationId xmlns:a16="http://schemas.microsoft.com/office/drawing/2014/main" id="{D8A0B903-445A-04D2-9051-997BD4B78284}"/>
              </a:ext>
              <a:ext uri="{C183D7F6-B498-43B3-948B-1728B52AA6E4}">
                <adec:decorative xmlns:adec="http://schemas.microsoft.com/office/drawing/2017/decorative" val="1"/>
              </a:ext>
            </a:extLst>
          </p:cNvPr>
          <p:cNvSpPr>
            <a:spLocks noGrp="1" noChangeAspect="1"/>
          </p:cNvSpPr>
          <p:nvPr userDrawn="1">
            <p:ph type="pic" sz="quarter" idx="34"/>
          </p:nvPr>
        </p:nvSpPr>
        <p:spPr>
          <a:xfrm>
            <a:off x="8385680"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70" name="Picture Placeholder 9">
            <a:extLst>
              <a:ext uri="{FF2B5EF4-FFF2-40B4-BE49-F238E27FC236}">
                <a16:creationId xmlns:a16="http://schemas.microsoft.com/office/drawing/2014/main" id="{AE20F12B-3F12-CE55-A442-7C33547A74D3}"/>
              </a:ext>
              <a:ext uri="{C183D7F6-B498-43B3-948B-1728B52AA6E4}">
                <adec:decorative xmlns:adec="http://schemas.microsoft.com/office/drawing/2017/decorative" val="1"/>
              </a:ext>
            </a:extLst>
          </p:cNvPr>
          <p:cNvSpPr>
            <a:spLocks noGrp="1" noChangeAspect="1"/>
          </p:cNvSpPr>
          <p:nvPr userDrawn="1">
            <p:ph type="pic" sz="quarter" idx="36"/>
          </p:nvPr>
        </p:nvSpPr>
        <p:spPr>
          <a:xfrm>
            <a:off x="8385680"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72" name="Picture Placeholder 9">
            <a:extLst>
              <a:ext uri="{FF2B5EF4-FFF2-40B4-BE49-F238E27FC236}">
                <a16:creationId xmlns:a16="http://schemas.microsoft.com/office/drawing/2014/main" id="{A8339BD8-8A5D-A7E3-3FA9-9B8F33AF6880}"/>
              </a:ext>
              <a:ext uri="{C183D7F6-B498-43B3-948B-1728B52AA6E4}">
                <adec:decorative xmlns:adec="http://schemas.microsoft.com/office/drawing/2017/decorative" val="1"/>
              </a:ext>
            </a:extLst>
          </p:cNvPr>
          <p:cNvSpPr>
            <a:spLocks noGrp="1" noChangeAspect="1"/>
          </p:cNvSpPr>
          <p:nvPr userDrawn="1">
            <p:ph type="pic" sz="quarter" idx="38"/>
          </p:nvPr>
        </p:nvSpPr>
        <p:spPr>
          <a:xfrm>
            <a:off x="8385680"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3" name="TextBox 2">
            <a:extLst>
              <a:ext uri="{FF2B5EF4-FFF2-40B4-BE49-F238E27FC236}">
                <a16:creationId xmlns:a16="http://schemas.microsoft.com/office/drawing/2014/main" id="{1AACC200-DB22-16D3-3E61-CDC27B2BBA12}"/>
              </a:ext>
              <a:ext uri="{C183D7F6-B498-43B3-948B-1728B52AA6E4}">
                <adec:decorative xmlns:adec="http://schemas.microsoft.com/office/drawing/2017/decorative" val="0"/>
              </a:ext>
            </a:extLst>
          </p:cNvPr>
          <p:cNvSpPr txBox="1"/>
          <p:nvPr userDrawn="1"/>
        </p:nvSpPr>
        <p:spPr>
          <a:xfrm>
            <a:off x="12377339" y="4453708"/>
            <a:ext cx="2519761" cy="954107"/>
          </a:xfrm>
          <a:prstGeom prst="rect">
            <a:avLst/>
          </a:prstGeom>
          <a:solidFill>
            <a:srgbClr val="FFFF00"/>
          </a:solidFill>
        </p:spPr>
        <p:txBody>
          <a:bodyPr wrap="square" rtlCol="0">
            <a:spAutoFit/>
          </a:bodyPr>
          <a:lstStyle/>
          <a:p>
            <a:pPr algn="l"/>
            <a:r>
              <a:rPr lang="en-US" sz="1400">
                <a:solidFill>
                  <a:schemeClr val="accent3"/>
                </a:solidFill>
              </a:rPr>
              <a:t>To customize the Org-Chart Layout to your individual needs, edits have to be done in the Slide Master.</a:t>
            </a:r>
          </a:p>
        </p:txBody>
      </p:sp>
    </p:spTree>
    <p:extLst>
      <p:ext uri="{BB962C8B-B14F-4D97-AF65-F5344CB8AC3E}">
        <p14:creationId xmlns:p14="http://schemas.microsoft.com/office/powerpoint/2010/main" val="191083013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Chapter 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2E9A8E4-56D0-8BA2-6294-9611E2381FE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61A45F6D-44ED-7655-1FF0-4BD4658B4918}"/>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98602322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Chapter 2">
    <p:bg>
      <p:bgPr>
        <a:solidFill>
          <a:schemeClr val="accent2"/>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92683593-22E8-3263-2712-45C2A9D997C7}"/>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F9F0D4EE-1621-8A5D-46B2-3D77C6F3DB8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324259103"/>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Chapter 3">
    <p:bg>
      <p:bgPr>
        <a:solidFill>
          <a:schemeClr val="accent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B2993BA-81B4-4C7B-B5D4-6F3A84230FD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ADC44308-D4B4-C78F-0AA7-3CE513D88738}"/>
              </a:ext>
            </a:extLst>
          </p:cNvPr>
          <p:cNvSpPr>
            <a:spLocks noGrp="1"/>
          </p:cNvSpPr>
          <p:nvPr>
            <p:ph type="body" sz="quarter" idx="13" hasCustomPrompt="1"/>
          </p:nvPr>
        </p:nvSpPr>
        <p:spPr>
          <a:xfrm>
            <a:off x="390098" y="389618"/>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03</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60394430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Chapter 4">
    <p:bg>
      <p:bgPr>
        <a:solidFill>
          <a:schemeClr val="accent3"/>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51C3D4EA-8ADF-9D91-6576-7CC6D63311BB}"/>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F0B70B6B-96EE-A86E-6097-04A102D4038F}"/>
              </a:ext>
            </a:extLst>
          </p:cNvPr>
          <p:cNvSpPr>
            <a:spLocks noGrp="1"/>
          </p:cNvSpPr>
          <p:nvPr>
            <p:ph type="body" sz="quarter" idx="13" hasCustomPrompt="1"/>
          </p:nvPr>
        </p:nvSpPr>
        <p:spPr>
          <a:xfrm>
            <a:off x="390098" y="389618"/>
            <a:ext cx="161743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04</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55635615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Chapter 5">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1E2B2CFE-4909-414D-0919-C72426343E09}"/>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4920FE09-D53D-58F2-14F2-F828E88C2F01}"/>
              </a:ext>
            </a:extLst>
          </p:cNvPr>
          <p:cNvSpPr>
            <a:spLocks noGrp="1"/>
          </p:cNvSpPr>
          <p:nvPr>
            <p:ph type="body" sz="quarter" idx="14" hasCustomPrompt="1"/>
          </p:nvPr>
        </p:nvSpPr>
        <p:spPr>
          <a:xfrm>
            <a:off x="390098" y="389618"/>
            <a:ext cx="157414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05</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E31A63B0-F56F-4FFC-27C3-566A79317B9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426702025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Chapter 6">
    <p:bg>
      <p:bgPr>
        <a:solidFill>
          <a:schemeClr val="accent2"/>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3EDA4A70-09D2-81E9-6BDE-760FB49226DD}"/>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F6922402-EF68-49F2-4A3F-B5653B6E20DB}"/>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06</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E4E14169-5DA2-05CD-4E0B-FFA9D622AA70}"/>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9143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Chapter 7">
    <p:bg>
      <p:bgPr>
        <a:solidFill>
          <a:schemeClr val="accent1"/>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7E8F55A3-EE25-9B7F-476D-2683FD6653C6}"/>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156E34D6-D000-E6B8-A74F-ABBE92A126F4}"/>
              </a:ext>
            </a:extLst>
          </p:cNvPr>
          <p:cNvSpPr>
            <a:spLocks noGrp="1"/>
          </p:cNvSpPr>
          <p:nvPr>
            <p:ph type="body" sz="quarter" idx="14" hasCustomPrompt="1"/>
          </p:nvPr>
        </p:nvSpPr>
        <p:spPr>
          <a:xfrm>
            <a:off x="390098" y="389618"/>
            <a:ext cx="149720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07</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6E4E7D65-52B3-610C-1413-747405523C1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213093749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hapter 8">
    <p:bg>
      <p:bgPr>
        <a:solidFill>
          <a:schemeClr val="accent3"/>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2BFDF0E7-1C79-FBA3-FBFE-0F62B0F09A2A}"/>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247EB606-D6A4-CC4D-DEF3-67E1E635A3C8}"/>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08</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74490CF5-6E1C-B670-6877-0573039B7C0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3316841011"/>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hapter 9">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647457B-1BAA-07D6-5533-5602F3764C3F}"/>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6E971FD5-44A1-DFD7-5CAE-AE2F9A67A08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CE8FF695-DA70-72B7-7FCB-B03764695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AA0434C-987B-C3BE-1B1A-37A1792CCEB5}"/>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F9DD7213-40BA-724D-890D-5EC783B05964}"/>
              </a:ext>
            </a:extLst>
          </p:cNvPr>
          <p:cNvSpPr>
            <a:spLocks noGrp="1"/>
          </p:cNvSpPr>
          <p:nvPr>
            <p:ph type="body" sz="quarter" idx="13" hasCustomPrompt="1"/>
          </p:nvPr>
        </p:nvSpPr>
        <p:spPr>
          <a:xfrm>
            <a:off x="390098" y="389618"/>
            <a:ext cx="159498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09</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39571423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hapter 10">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2F82A12-00BD-E5BC-6150-78237533B4AD}"/>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75FE9B1-776A-FD80-F50D-0BC55D3E418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D35F74F3-7759-C46C-C97D-B71F33E53E9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D5904DAA-DB4E-9C5F-F3BE-6360D735200C}"/>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B0A99158-310E-72C4-D4ED-6A7AEC2E68A5}"/>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10</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45562384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Chapter 11">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CDB6E9-7750-80C4-3499-B30263BF1500}"/>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3B106FD-F518-D49F-A7FE-01216452D83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68E8A64C-3291-2AC4-6FED-865DB127F1F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91CDEE5D-8443-4D8D-83C5-66407D3EADFB}"/>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ADB93994-D828-56A8-BED0-EF84265FC1B0}"/>
              </a:ext>
            </a:extLst>
          </p:cNvPr>
          <p:cNvSpPr>
            <a:spLocks noGrp="1"/>
          </p:cNvSpPr>
          <p:nvPr>
            <p:ph type="body" sz="quarter" idx="13" hasCustomPrompt="1"/>
          </p:nvPr>
        </p:nvSpPr>
        <p:spPr>
          <a:xfrm>
            <a:off x="390098" y="389618"/>
            <a:ext cx="10195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851174456"/>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Chapter 12">
    <p:bg>
      <p:bgPr>
        <a:solidFill>
          <a:schemeClr val="accent3"/>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767D5C2-9986-CD8F-00AE-75139A4AF826}"/>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2CA64CC4-4124-A2D6-1C55-8136B44A8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AC106A42-60D3-8E3F-CCE8-EE6AEEE4962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B96D442-CD53-D8A3-2AD5-89D2E6F3396F}"/>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7BF3B5C5-5158-C007-0F54-FED60550C187}"/>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06920442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Chapter 13">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6" name="Title 4">
            <a:extLst>
              <a:ext uri="{FF2B5EF4-FFF2-40B4-BE49-F238E27FC236}">
                <a16:creationId xmlns:a16="http://schemas.microsoft.com/office/drawing/2014/main" id="{485E392D-70EC-31BF-DDFC-2F3DAA4B3577}"/>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7DB40ADA-EF2C-3637-5278-E0BFE62AB21A}"/>
              </a:ext>
            </a:extLst>
          </p:cNvPr>
          <p:cNvSpPr>
            <a:spLocks noGrp="1"/>
          </p:cNvSpPr>
          <p:nvPr>
            <p:ph type="body" sz="quarter" idx="13" hasCustomPrompt="1"/>
          </p:nvPr>
        </p:nvSpPr>
        <p:spPr>
          <a:xfrm>
            <a:off x="390098" y="389618"/>
            <a:ext cx="1225296" cy="1481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13</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3" name="Graphique 10" descr="Atos logo">
            <a:extLst>
              <a:ext uri="{FF2B5EF4-FFF2-40B4-BE49-F238E27FC236}">
                <a16:creationId xmlns:a16="http://schemas.microsoft.com/office/drawing/2014/main" id="{33E0A80D-3C82-E23B-A40B-C1BC24590A1F}"/>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49483569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hapter 14">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93A188F9-28B6-6720-476D-8C87303C23AC}"/>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DD13CC53-47E0-9BC4-759F-A69CE1B7E3C2}"/>
              </a:ext>
            </a:extLst>
          </p:cNvPr>
          <p:cNvSpPr>
            <a:spLocks noGrp="1"/>
          </p:cNvSpPr>
          <p:nvPr>
            <p:ph type="body" sz="quarter" idx="13" hasCustomPrompt="1"/>
          </p:nvPr>
        </p:nvSpPr>
        <p:spPr>
          <a:xfrm>
            <a:off x="390098" y="389618"/>
            <a:ext cx="125996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14</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9FD2792D-1EDF-572F-7DB5-2961A28257AC}"/>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83697981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hapter 15">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3B76FB1E-D1C2-E659-4AC9-670E76886580}"/>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7953EA74-8A8A-F8C5-FA23-BFBB4951AF74}"/>
              </a:ext>
            </a:extLst>
          </p:cNvPr>
          <p:cNvSpPr>
            <a:spLocks noGrp="1"/>
          </p:cNvSpPr>
          <p:nvPr>
            <p:ph type="body" sz="quarter" idx="13" hasCustomPrompt="1"/>
          </p:nvPr>
        </p:nvSpPr>
        <p:spPr>
          <a:xfrm>
            <a:off x="390098" y="389618"/>
            <a:ext cx="12166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95AC25AD-A3BC-AA9F-33C3-7F462A68D25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746443254"/>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Chapter 16">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8DE8FE7-7100-76F5-9120-BC8169D59E4B}"/>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C429E332-0C45-27B0-68DB-585384ABC8DC}"/>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BE675D1B-83BC-E7E0-1E53-2B07142D9366}"/>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16</a:t>
            </a:r>
          </a:p>
        </p:txBody>
      </p:sp>
      <p:sp>
        <p:nvSpPr>
          <p:cNvPr id="9" name="Graphique 10" descr="Atos logo">
            <a:extLst>
              <a:ext uri="{FF2B5EF4-FFF2-40B4-BE49-F238E27FC236}">
                <a16:creationId xmlns:a16="http://schemas.microsoft.com/office/drawing/2014/main" id="{85F73F1A-DD6D-8A99-3BE3-33BEC9E07EBE}"/>
              </a:ext>
              <a:ext uri="{C183D7F6-B498-43B3-948B-1728B52AA6E4}">
                <adec:decorative xmlns:adec="http://schemas.microsoft.com/office/drawing/2017/decorative" val="0"/>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258991999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Chapter 17">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9337D3C-6EE3-DFF9-3593-E73BB9D9C93E}"/>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8A65E7CC-08F0-C4B0-F2BB-DB3DF4345688}"/>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CC9DB672-DE0F-6DFC-88E9-FA4AABF53073}"/>
              </a:ext>
            </a:extLst>
          </p:cNvPr>
          <p:cNvSpPr>
            <a:spLocks noGrp="1"/>
          </p:cNvSpPr>
          <p:nvPr>
            <p:ph type="body" sz="quarter" idx="13" hasCustomPrompt="1"/>
          </p:nvPr>
        </p:nvSpPr>
        <p:spPr>
          <a:xfrm>
            <a:off x="390098" y="389618"/>
            <a:ext cx="113973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17</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337148757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Chapter 18">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5A83F88-05FA-AF34-DCE0-A312CE87D328}"/>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33E154DC-8BCE-9D1C-D10A-AFFD726767B0}"/>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78041AAF-1E78-0F21-4AE5-20C76BCD5741}"/>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18</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397986484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Chapter 1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2BC0963-42C7-7862-38D1-2147A16C2299}"/>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2671FFCC-3929-E1DA-8F2E-E32CF841139F}"/>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7" name="Text Placeholder 8">
            <a:extLst>
              <a:ext uri="{FF2B5EF4-FFF2-40B4-BE49-F238E27FC236}">
                <a16:creationId xmlns:a16="http://schemas.microsoft.com/office/drawing/2014/main" id="{5BA9B582-97CC-75D1-FA39-FA434104B467}"/>
              </a:ext>
            </a:extLst>
          </p:cNvPr>
          <p:cNvSpPr>
            <a:spLocks noGrp="1"/>
          </p:cNvSpPr>
          <p:nvPr>
            <p:ph type="body" sz="quarter" idx="13" hasCustomPrompt="1"/>
          </p:nvPr>
        </p:nvSpPr>
        <p:spPr>
          <a:xfrm>
            <a:off x="390098" y="389618"/>
            <a:ext cx="123751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19</a:t>
            </a:r>
          </a:p>
        </p:txBody>
      </p:sp>
      <p:sp>
        <p:nvSpPr>
          <p:cNvPr id="3" name="Graphique 10" descr="Atos logo">
            <a:extLst>
              <a:ext uri="{FF2B5EF4-FFF2-40B4-BE49-F238E27FC236}">
                <a16:creationId xmlns:a16="http://schemas.microsoft.com/office/drawing/2014/main" id="{B6F2B5DA-CFB6-D9D3-F5F2-3D975C24C3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69034520"/>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Chapter 20">
    <p:bg>
      <p:bgPr>
        <a:solidFill>
          <a:schemeClr val="accent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2CEFB10-E83B-A5F4-595C-3E2F23A21542}"/>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48AE05D5-968C-AAF3-642F-63B9B1A2824D}"/>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0636A41F-7432-7D91-59E0-FA55DE5CF9F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20</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39134402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Chapter 21">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2A2103-7CC6-DE6B-DBBC-51C1FB62244D}"/>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16B8DED1-4041-559D-3582-3FD409EC5902}"/>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1930BF86-A431-CF2A-05D8-52FCAAC6D89F}"/>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21</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62567677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hapter 2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B9B736D-8E32-80DE-0FF7-990AF926FA9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3" name="Title 4">
            <a:extLst>
              <a:ext uri="{FF2B5EF4-FFF2-40B4-BE49-F238E27FC236}">
                <a16:creationId xmlns:a16="http://schemas.microsoft.com/office/drawing/2014/main" id="{704C25D1-866D-CD6D-7160-8DEA06B4F5F9}"/>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138A8234-C39C-1E9A-50E2-388323430CE4}"/>
              </a:ext>
            </a:extLst>
          </p:cNvPr>
          <p:cNvSpPr>
            <a:spLocks noGrp="1"/>
          </p:cNvSpPr>
          <p:nvPr>
            <p:ph type="body" sz="quarter" idx="14" hasCustomPrompt="1"/>
          </p:nvPr>
        </p:nvSpPr>
        <p:spPr>
          <a:xfrm>
            <a:off x="390098" y="389618"/>
            <a:ext cx="143308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22</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ADB4970B-D4DE-FCEA-9E0F-75184CF8E462}"/>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99371396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hapter 23">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15A7A7F-2675-5C7F-6DDE-C2FEFB212365}"/>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D6C68454-175B-BF81-6CDF-47472DCBD5A4}"/>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257C1780-4949-0B6D-62EB-41246530B7B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23</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5177CB86-3FA2-3F10-DA09-1E5B601CC716}"/>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95882756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hapter 24">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EA9624B-7CA8-3862-903A-A82256DBBBBC}"/>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AC52500A-2159-443F-DFBE-722F1A82F152}"/>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F69298B7-8C01-593D-5DE8-5E97C2ED4816}"/>
              </a:ext>
            </a:extLst>
          </p:cNvPr>
          <p:cNvSpPr>
            <a:spLocks noGrp="1"/>
          </p:cNvSpPr>
          <p:nvPr>
            <p:ph type="body" sz="quarter" idx="14" hasCustomPrompt="1"/>
          </p:nvPr>
        </p:nvSpPr>
        <p:spPr>
          <a:xfrm>
            <a:off x="390098" y="389618"/>
            <a:ext cx="146674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24</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1587C7C0-A4E6-BF44-4AE5-2BD71887E2F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02259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hapter 25">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18AE79F0-AD6D-9389-65BB-181921FD98B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4" name="Title 4">
            <a:extLst>
              <a:ext uri="{FF2B5EF4-FFF2-40B4-BE49-F238E27FC236}">
                <a16:creationId xmlns:a16="http://schemas.microsoft.com/office/drawing/2014/main" id="{0567AF7A-4C14-837A-83E7-6300B72CB6B5}"/>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E6A433C3-3331-53B1-492C-AC6E515968BF}"/>
              </a:ext>
            </a:extLst>
          </p:cNvPr>
          <p:cNvSpPr>
            <a:spLocks noGrp="1"/>
          </p:cNvSpPr>
          <p:nvPr>
            <p:ph type="body" sz="quarter" idx="14" hasCustomPrompt="1"/>
          </p:nvPr>
        </p:nvSpPr>
        <p:spPr>
          <a:xfrm>
            <a:off x="390098" y="389618"/>
            <a:ext cx="14234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D1212317-83E1-68D2-2200-9D784B9C8599}"/>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87327684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hapter 2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11EFBFF-EB73-649E-3786-A726573022E4}"/>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3BDDB38-C023-ECFB-7FA7-3D196CAD18C4}"/>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6CC28F0A-14CE-5EE9-604D-DA2FAECF53D6}"/>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26</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739B335D-A0EE-42A2-8A84-B0F336795D77}"/>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33748848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Chapter 27">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DA772B0-BE10-8466-ED2D-81966C69A9F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F9A84E36-6C4D-EC23-D9DC-E47C3F54FC28}"/>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3825B835-CA3B-65BD-649E-D3BFFA9A1C2E}"/>
              </a:ext>
            </a:extLst>
          </p:cNvPr>
          <p:cNvSpPr>
            <a:spLocks noGrp="1"/>
          </p:cNvSpPr>
          <p:nvPr>
            <p:ph type="body" sz="quarter" idx="14" hasCustomPrompt="1"/>
          </p:nvPr>
        </p:nvSpPr>
        <p:spPr>
          <a:xfrm>
            <a:off x="390098" y="389618"/>
            <a:ext cx="13465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27</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0436BE75-AACC-CC4C-0E2E-8C4B10FFF1B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77539241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Chapter 28">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51CEFB8-B563-770D-9D99-8C9E8DD0FF79}"/>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10" name="Title 4">
            <a:extLst>
              <a:ext uri="{FF2B5EF4-FFF2-40B4-BE49-F238E27FC236}">
                <a16:creationId xmlns:a16="http://schemas.microsoft.com/office/drawing/2014/main" id="{AC9242F1-43B4-A76C-349C-F7B1071DD0C4}"/>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971F16D4-8573-7435-9634-F043B7DDF957}"/>
              </a:ext>
            </a:extLst>
          </p:cNvPr>
          <p:cNvSpPr>
            <a:spLocks noGrp="1"/>
          </p:cNvSpPr>
          <p:nvPr>
            <p:ph type="body" sz="quarter" idx="15" hasCustomPrompt="1"/>
          </p:nvPr>
        </p:nvSpPr>
        <p:spPr>
          <a:xfrm>
            <a:off x="6427180" y="2391922"/>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28</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a:t>Click icon to add picture</a:t>
            </a:r>
            <a:br>
              <a:rPr lang="en-US"/>
            </a:br>
            <a:r>
              <a:rPr lang="en-US"/>
              <a:t>[Reading order of this slide is failing currently as </a:t>
            </a:r>
            <a:br>
              <a:rPr lang="en-US"/>
            </a:br>
            <a:r>
              <a:rPr lang="en-US"/>
              <a:t>you need to either label your image decorative]</a:t>
            </a:r>
          </a:p>
        </p:txBody>
      </p:sp>
    </p:spTree>
    <p:extLst>
      <p:ext uri="{BB962C8B-B14F-4D97-AF65-F5344CB8AC3E}">
        <p14:creationId xmlns:p14="http://schemas.microsoft.com/office/powerpoint/2010/main" val="249341372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Chapter 2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90E333D-E0E4-41EB-7E6B-E7E0B5E719CA}"/>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636A8708-EA5F-63FF-9012-778B41E03343}"/>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4" name="Graphic 13">
                <a:extLst>
                  <a:ext uri="{FF2B5EF4-FFF2-40B4-BE49-F238E27FC236}">
                    <a16:creationId xmlns:a16="http://schemas.microsoft.com/office/drawing/2014/main" id="{B515B648-1B87-E6B5-9CBE-B7CFC49DC17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5" name="Graphic 14">
                <a:extLst>
                  <a:ext uri="{FF2B5EF4-FFF2-40B4-BE49-F238E27FC236}">
                    <a16:creationId xmlns:a16="http://schemas.microsoft.com/office/drawing/2014/main" id="{87854A9F-23C9-BD8B-E090-EC696B92F05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6" name="Graphic 15">
                <a:extLst>
                  <a:ext uri="{FF2B5EF4-FFF2-40B4-BE49-F238E27FC236}">
                    <a16:creationId xmlns:a16="http://schemas.microsoft.com/office/drawing/2014/main" id="{CAE5BE78-322C-C02F-69CA-A6153356716C}"/>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238B460-902B-10A2-1B47-E19F7237BB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54B6605C-B282-BBB6-5839-EC88621437B6}"/>
              </a:ext>
            </a:extLst>
          </p:cNvPr>
          <p:cNvSpPr>
            <a:spLocks noGrp="1"/>
          </p:cNvSpPr>
          <p:nvPr>
            <p:ph type="body" sz="quarter" idx="15" hasCustomPrompt="1"/>
          </p:nvPr>
        </p:nvSpPr>
        <p:spPr>
          <a:xfrm>
            <a:off x="6427180" y="2391922"/>
            <a:ext cx="144430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29</a:t>
            </a:r>
          </a:p>
        </p:txBody>
      </p:sp>
      <p:sp>
        <p:nvSpPr>
          <p:cNvPr id="17" name="Graphique 10" descr="Atos logo">
            <a:extLst>
              <a:ext uri="{FF2B5EF4-FFF2-40B4-BE49-F238E27FC236}">
                <a16:creationId xmlns:a16="http://schemas.microsoft.com/office/drawing/2014/main" id="{4DA78401-6EEC-C6E8-8702-A0E157289B2C}"/>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a:t>Click icon to add picture</a:t>
            </a:r>
            <a:br>
              <a:rPr lang="en-US"/>
            </a:br>
            <a:r>
              <a:rPr lang="en-US"/>
              <a:t>[Reading order of this slide is failing currently as </a:t>
            </a:r>
            <a:br>
              <a:rPr lang="en-US"/>
            </a:br>
            <a:r>
              <a:rPr lang="en-US"/>
              <a:t>you need to either label your image decorative]</a:t>
            </a:r>
          </a:p>
        </p:txBody>
      </p:sp>
    </p:spTree>
    <p:extLst>
      <p:ext uri="{BB962C8B-B14F-4D97-AF65-F5344CB8AC3E}">
        <p14:creationId xmlns:p14="http://schemas.microsoft.com/office/powerpoint/2010/main" val="38289278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Chapter 30">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562BE8B-C875-0792-6A10-7514DD6734B1}"/>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24BF260-716D-9275-3FE1-C4548FE186B0}"/>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3" name="Graphic 12">
                <a:extLst>
                  <a:ext uri="{FF2B5EF4-FFF2-40B4-BE49-F238E27FC236}">
                    <a16:creationId xmlns:a16="http://schemas.microsoft.com/office/drawing/2014/main" id="{E677AFD3-C579-BAD7-1C1D-8DDE5975117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4" name="Graphic 13">
                <a:extLst>
                  <a:ext uri="{FF2B5EF4-FFF2-40B4-BE49-F238E27FC236}">
                    <a16:creationId xmlns:a16="http://schemas.microsoft.com/office/drawing/2014/main" id="{B52BD12C-8BEC-4782-C65A-41D868D438A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5" name="Graphic 14">
                <a:extLst>
                  <a:ext uri="{FF2B5EF4-FFF2-40B4-BE49-F238E27FC236}">
                    <a16:creationId xmlns:a16="http://schemas.microsoft.com/office/drawing/2014/main" id="{FE4E468E-7C33-ABD2-A978-CE4163D9FF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9" name="Title 4">
            <a:extLst>
              <a:ext uri="{FF2B5EF4-FFF2-40B4-BE49-F238E27FC236}">
                <a16:creationId xmlns:a16="http://schemas.microsoft.com/office/drawing/2014/main" id="{58DC9F18-5549-E409-1C20-CAD9177354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60F1895A-14D6-2C8D-6279-1FF0CBA01DB5}"/>
              </a:ext>
            </a:extLst>
          </p:cNvPr>
          <p:cNvSpPr>
            <a:spLocks noGrp="1"/>
          </p:cNvSpPr>
          <p:nvPr>
            <p:ph type="body" sz="quarter" idx="15" hasCustomPrompt="1"/>
          </p:nvPr>
        </p:nvSpPr>
        <p:spPr>
          <a:xfrm>
            <a:off x="6427180" y="2391922"/>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30</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a:t>Click icon to add picture</a:t>
            </a:r>
            <a:br>
              <a:rPr lang="en-US"/>
            </a:br>
            <a:r>
              <a:rPr lang="en-US"/>
              <a:t>[Reading order of this slide is failing currently as </a:t>
            </a:r>
            <a:br>
              <a:rPr lang="en-US"/>
            </a:br>
            <a:r>
              <a:rPr lang="en-US"/>
              <a:t>you need to either label your image decorative]</a:t>
            </a:r>
          </a:p>
        </p:txBody>
      </p:sp>
    </p:spTree>
    <p:extLst>
      <p:ext uri="{BB962C8B-B14F-4D97-AF65-F5344CB8AC3E}">
        <p14:creationId xmlns:p14="http://schemas.microsoft.com/office/powerpoint/2010/main" val="238907379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Chapter 31">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D63BAEC-737F-3455-6E41-44847E5F7C5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9C972C1F-FA07-7B32-C804-2F9D9DBDCA4B}"/>
              </a:ext>
            </a:extLst>
          </p:cNvPr>
          <p:cNvSpPr>
            <a:spLocks noGrp="1"/>
          </p:cNvSpPr>
          <p:nvPr>
            <p:ph type="body" sz="quarter" idx="14" hasCustomPrompt="1"/>
          </p:nvPr>
        </p:nvSpPr>
        <p:spPr>
          <a:xfrm>
            <a:off x="390098" y="389618"/>
            <a:ext cx="12327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31</a:t>
            </a:r>
          </a:p>
        </p:txBody>
      </p:sp>
      <p:sp>
        <p:nvSpPr>
          <p:cNvPr id="3" name="Graphique 10" descr="Atos logo">
            <a:extLst>
              <a:ext uri="{FF2B5EF4-FFF2-40B4-BE49-F238E27FC236}">
                <a16:creationId xmlns:a16="http://schemas.microsoft.com/office/drawing/2014/main" id="{93908D97-756A-94B0-3B08-88685AE4598F}"/>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19" name="Picture Placeholder 6">
            <a:extLst>
              <a:ext uri="{FF2B5EF4-FFF2-40B4-BE49-F238E27FC236}">
                <a16:creationId xmlns:a16="http://schemas.microsoft.com/office/drawing/2014/main" id="{A25555FE-C8DD-623E-93FB-3A1B6E1E3091}"/>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171861679"/>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Chapter 32">
    <p:bg>
      <p:bgPr>
        <a:solidFill>
          <a:schemeClr val="accent2"/>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AFEB385-6C15-1998-C95A-636D88E66DE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DFBAB907-EF18-597F-DC14-A83EBE42256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32</a:t>
            </a:r>
          </a:p>
        </p:txBody>
      </p:sp>
      <p:sp>
        <p:nvSpPr>
          <p:cNvPr id="3" name="Graphique 10" descr="Atos logo">
            <a:extLst>
              <a:ext uri="{FF2B5EF4-FFF2-40B4-BE49-F238E27FC236}">
                <a16:creationId xmlns:a16="http://schemas.microsoft.com/office/drawing/2014/main" id="{955EAE60-076F-B3BA-2FD9-F291924DE944}"/>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1" name="Picture Placeholder 6">
            <a:extLst>
              <a:ext uri="{FF2B5EF4-FFF2-40B4-BE49-F238E27FC236}">
                <a16:creationId xmlns:a16="http://schemas.microsoft.com/office/drawing/2014/main" id="{8FC58AAA-366C-B87C-83CD-72182A819A9C}"/>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393132884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hapter 33">
    <p:bg>
      <p:bgPr>
        <a:solidFill>
          <a:schemeClr val="accent3"/>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778FBFA-9C80-C717-AECD-AD7663400FAF}"/>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C7E16845-FE66-9F38-5076-6B9C6444A612}"/>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33</a:t>
            </a:r>
          </a:p>
        </p:txBody>
      </p:sp>
      <p:sp>
        <p:nvSpPr>
          <p:cNvPr id="3" name="Graphique 10" descr="Atos logo">
            <a:extLst>
              <a:ext uri="{FF2B5EF4-FFF2-40B4-BE49-F238E27FC236}">
                <a16:creationId xmlns:a16="http://schemas.microsoft.com/office/drawing/2014/main" id="{73155FAC-6202-FC96-C442-D15F7CE1A2BA}"/>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63FFF2BC-0633-62B6-C5A8-79CD51B6B2D7}"/>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53886005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Questions">
    <p:bg>
      <p:bgPr>
        <a:solidFill>
          <a:schemeClr val="accent3"/>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B4AB316-183C-82C5-C1A7-C4659A85C6A7}"/>
              </a:ext>
              <a:ext uri="{C183D7F6-B498-43B3-948B-1728B52AA6E4}">
                <adec:decorative xmlns:adec="http://schemas.microsoft.com/office/drawing/2017/decorative" val="1"/>
              </a:ext>
            </a:extLst>
          </p:cNvPr>
          <p:cNvGrpSpPr/>
          <p:nvPr userDrawn="1"/>
        </p:nvGrpSpPr>
        <p:grpSpPr>
          <a:xfrm>
            <a:off x="3189525" y="522525"/>
            <a:ext cx="5812951" cy="5812951"/>
            <a:chOff x="6364404" y="688572"/>
            <a:chExt cx="5398971" cy="5398971"/>
          </a:xfrm>
        </p:grpSpPr>
        <p:pic>
          <p:nvPicPr>
            <p:cNvPr id="7" name="Graphic 6">
              <a:extLst>
                <a:ext uri="{FF2B5EF4-FFF2-40B4-BE49-F238E27FC236}">
                  <a16:creationId xmlns:a16="http://schemas.microsoft.com/office/drawing/2014/main" id="{7CBB66C1-6853-8EB3-75B2-B940DFD44C1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9" name="Graphic 8">
              <a:extLst>
                <a:ext uri="{FF2B5EF4-FFF2-40B4-BE49-F238E27FC236}">
                  <a16:creationId xmlns:a16="http://schemas.microsoft.com/office/drawing/2014/main" id="{D8FE0FFE-617B-11DD-4D76-3FF2529238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3" name="Title 1">
            <a:extLst>
              <a:ext uri="{FF2B5EF4-FFF2-40B4-BE49-F238E27FC236}">
                <a16:creationId xmlns:a16="http://schemas.microsoft.com/office/drawing/2014/main" id="{3F73AD35-6458-4A2A-9A03-0222FC4D9395}"/>
              </a:ext>
            </a:extLst>
          </p:cNvPr>
          <p:cNvSpPr>
            <a:spLocks noGrp="1"/>
          </p:cNvSpPr>
          <p:nvPr>
            <p:ph type="title" hasCustomPrompt="1"/>
          </p:nvPr>
        </p:nvSpPr>
        <p:spPr>
          <a:xfrm>
            <a:off x="4385482" y="2731826"/>
            <a:ext cx="3421036" cy="1394348"/>
          </a:xfrm>
        </p:spPr>
        <p:txBody>
          <a:bodyPr wrap="none" anchor="ctr">
            <a:noAutofit/>
          </a:bodyPr>
          <a:lstStyle>
            <a:lvl1pPr algn="ctr">
              <a:lnSpc>
                <a:spcPct val="100000"/>
              </a:lnSpc>
              <a:defRPr sz="4400">
                <a:solidFill>
                  <a:schemeClr val="bg1"/>
                </a:solidFill>
              </a:defRPr>
            </a:lvl1pPr>
          </a:lstStyle>
          <a:p>
            <a:r>
              <a:rPr lang="en-US"/>
              <a:t>Questions</a:t>
            </a:r>
          </a:p>
        </p:txBody>
      </p:sp>
      <p:sp>
        <p:nvSpPr>
          <p:cNvPr id="4" name="Graphique 10" descr="Atos logo">
            <a:extLst>
              <a:ext uri="{FF2B5EF4-FFF2-40B4-BE49-F238E27FC236}">
                <a16:creationId xmlns:a16="http://schemas.microsoft.com/office/drawing/2014/main" id="{00F5AF71-3625-304B-2633-DA8784159D7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8983756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Thank you">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For more information please contact:</a:t>
            </a:r>
            <a:br>
              <a:rPr lang="en-US"/>
            </a:br>
            <a:r>
              <a:rPr lang="en-US"/>
              <a:t>T+ 33 1 98765432</a:t>
            </a:r>
            <a:br>
              <a:rPr lang="en-US"/>
            </a:br>
            <a:r>
              <a:rPr lang="en-US"/>
              <a:t>M+ 33 6 44445678</a:t>
            </a:r>
            <a:br>
              <a:rPr lang="en-US"/>
            </a:br>
            <a:r>
              <a:rPr lang="en-US"/>
              <a:t>firstname.lastname@atos.net</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70"/>
            <a:ext cx="3383281"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a:solidFill>
                  <a:schemeClr val="bg1"/>
                </a:solidFill>
                <a:latin typeface="+mn-lt"/>
                <a:ea typeface="Verdana" pitchFamily="34" charset="0"/>
                <a:cs typeface="Verdana" pitchFamily="34" charset="0"/>
              </a:rPr>
              <a:t>Atos is a registered trademark of Atos SE. © 2024 Atos. Confidential information owned by Atos, to be used by the recipient only. This document, or any part of it, may not be reproduced, copied, circulated and/or distributed nor quoted without prior written approval from Atos.</a:t>
            </a:r>
            <a:endParaRPr lang="en-US" sz="800" baseline="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EB50BEC9-5EE0-B57E-CAE5-7C3F4E023F33}"/>
              </a:ext>
            </a:extLst>
          </p:cNvPr>
          <p:cNvSpPr>
            <a:spLocks noGrp="1"/>
          </p:cNvSpPr>
          <p:nvPr>
            <p:ph type="body" sz="quarter" idx="11"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802629334"/>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Thank you with QR">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For more information please contact:</a:t>
            </a:r>
            <a:br>
              <a:rPr lang="en-US"/>
            </a:br>
            <a:r>
              <a:rPr lang="en-US"/>
              <a:t>T+ 33 1 98765432</a:t>
            </a:r>
            <a:br>
              <a:rPr lang="en-US"/>
            </a:br>
            <a:r>
              <a:rPr lang="en-US"/>
              <a:t>M+ 33 6 44445678</a:t>
            </a:r>
            <a:br>
              <a:rPr lang="en-US"/>
            </a:br>
            <a:r>
              <a:rPr lang="en-US"/>
              <a:t>firstname.lastname@atos.net</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69"/>
            <a:ext cx="3383280"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a:solidFill>
                  <a:schemeClr val="bg1"/>
                </a:solidFill>
                <a:latin typeface="+mn-lt"/>
                <a:ea typeface="Verdana" pitchFamily="34" charset="0"/>
                <a:cs typeface="Verdana" pitchFamily="34" charset="0"/>
              </a:rPr>
              <a:t>Atos is a registered trademark of Atos SE. © 2024 Atos. Confidential information owned by Atos, to be used by the recipient only. This document, or any part of it, may not be reproduced, copied, circulated and/or distributed nor quoted without prior written approval from Atos.</a:t>
            </a:r>
            <a:endParaRPr lang="en-US" sz="800" baseline="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6781CC69-B03E-7287-C774-E4C42AD5B4B1}"/>
              </a:ext>
            </a:extLst>
          </p:cNvPr>
          <p:cNvSpPr>
            <a:spLocks noGrp="1"/>
          </p:cNvSpPr>
          <p:nvPr>
            <p:ph type="body" sz="quarter" idx="12"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2" name="Rectangle 11">
            <a:extLst>
              <a:ext uri="{FF2B5EF4-FFF2-40B4-BE49-F238E27FC236}">
                <a16:creationId xmlns:a16="http://schemas.microsoft.com/office/drawing/2014/main" id="{8296AC93-851F-8873-EB9F-A167B6F3D50B}"/>
              </a:ext>
              <a:ext uri="{C183D7F6-B498-43B3-948B-1728B52AA6E4}">
                <adec:decorative xmlns:adec="http://schemas.microsoft.com/office/drawing/2017/decorative" val="1"/>
              </a:ext>
            </a:extLst>
          </p:cNvPr>
          <p:cNvSpPr/>
          <p:nvPr userDrawn="1"/>
        </p:nvSpPr>
        <p:spPr>
          <a:xfrm>
            <a:off x="4967288" y="678310"/>
            <a:ext cx="2194560" cy="2194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664728D3-787C-00B9-69B8-1EF2872881D8}"/>
              </a:ext>
              <a:ext uri="{C183D7F6-B498-43B3-948B-1728B52AA6E4}">
                <adec:decorative xmlns:adec="http://schemas.microsoft.com/office/drawing/2017/decorative" val="1"/>
              </a:ext>
            </a:extLst>
          </p:cNvPr>
          <p:cNvSpPr>
            <a:spLocks noGrp="1"/>
          </p:cNvSpPr>
          <p:nvPr>
            <p:ph type="pic" sz="quarter" idx="11" hasCustomPrompt="1"/>
          </p:nvPr>
        </p:nvSpPr>
        <p:spPr>
          <a:xfrm>
            <a:off x="5035868" y="746890"/>
            <a:ext cx="2057400" cy="2057400"/>
          </a:xfrm>
        </p:spPr>
        <p:txBody>
          <a:bodyPr tIns="1097280" bIns="0" anchor="ctr"/>
          <a:lstStyle>
            <a:lvl1pPr marL="0" indent="0" algn="ctr">
              <a:buNone/>
              <a:defRPr sz="1400">
                <a:solidFill>
                  <a:schemeClr val="accent3"/>
                </a:solidFill>
              </a:defRPr>
            </a:lvl1pPr>
          </a:lstStyle>
          <a:p>
            <a:r>
              <a:rPr lang="en-US" noProof="0"/>
              <a:t>Click icon to add QR Code</a:t>
            </a:r>
            <a:endParaRPr lang="en-US"/>
          </a:p>
        </p:txBody>
      </p:sp>
    </p:spTree>
    <p:extLst>
      <p:ext uri="{BB962C8B-B14F-4D97-AF65-F5344CB8AC3E}">
        <p14:creationId xmlns:p14="http://schemas.microsoft.com/office/powerpoint/2010/main" val="4120586415"/>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obj">
  <p:cSld name="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A58AB8C-6B7B-EBD3-4D71-F5150448D3B6}"/>
              </a:ext>
            </a:extLst>
          </p:cNvPr>
          <p:cNvSpPr>
            <a:spLocks noGrp="1"/>
          </p:cNvSpPr>
          <p:nvPr>
            <p:ph type="title"/>
          </p:nvPr>
        </p:nvSpPr>
        <p:spPr>
          <a:xfrm>
            <a:off x="685800" y="360221"/>
            <a:ext cx="10515600" cy="1330468"/>
          </a:xfrm>
        </p:spPr>
        <p:txBody>
          <a:bodyPr rtlCol="0"/>
          <a:lstStyle/>
          <a:p>
            <a:pPr rtl="0"/>
            <a:r>
              <a:rPr lang="fr"/>
              <a:t>Modifiez le style du titre</a:t>
            </a:r>
            <a:endParaRPr lang="en-US"/>
          </a:p>
        </p:txBody>
      </p:sp>
      <p:sp>
        <p:nvSpPr>
          <p:cNvPr id="3" name="Espace réservé du contenu 2">
            <a:extLst>
              <a:ext uri="{FF2B5EF4-FFF2-40B4-BE49-F238E27FC236}">
                <a16:creationId xmlns:a16="http://schemas.microsoft.com/office/drawing/2014/main" id="{00327223-CF88-A3FD-E8DF-370D7C19B1B6}"/>
              </a:ext>
            </a:extLst>
          </p:cNvPr>
          <p:cNvSpPr>
            <a:spLocks noGrp="1"/>
          </p:cNvSpPr>
          <p:nvPr>
            <p:ph idx="1"/>
          </p:nvPr>
        </p:nvSpPr>
        <p:spPr>
          <a:xfrm>
            <a:off x="685800" y="2004291"/>
            <a:ext cx="10515600" cy="4172672"/>
          </a:xfrm>
        </p:spPr>
        <p:txBody>
          <a:bodyPr rtlCol="0"/>
          <a:lstStyle/>
          <a:p>
            <a:pPr lvl="0" rtl="0"/>
            <a:r>
              <a:rPr lang="fr"/>
              <a:t>Modifiez les styles du texte</a:t>
            </a:r>
          </a:p>
          <a:p>
            <a:pPr lvl="1" rtl="0"/>
            <a:r>
              <a:rPr lang="fr"/>
              <a:t>Deuxième niveau</a:t>
            </a:r>
          </a:p>
          <a:p>
            <a:pPr lvl="2" rtl="0"/>
            <a:r>
              <a:rPr lang="fr"/>
              <a:t>Troisième niveau</a:t>
            </a:r>
          </a:p>
          <a:p>
            <a:pPr lvl="3" rtl="0"/>
            <a:r>
              <a:rPr lang="fr"/>
              <a:t>Quatrième niveau</a:t>
            </a:r>
          </a:p>
          <a:p>
            <a:pPr lvl="4" rtl="0"/>
            <a:r>
              <a:rPr lang="fr"/>
              <a:t>Cinquième niveau</a:t>
            </a:r>
            <a:endParaRPr lang="en-US"/>
          </a:p>
        </p:txBody>
      </p:sp>
      <p:sp>
        <p:nvSpPr>
          <p:cNvPr id="5" name="Espace réservé du pied de page 4">
            <a:extLst>
              <a:ext uri="{FF2B5EF4-FFF2-40B4-BE49-F238E27FC236}">
                <a16:creationId xmlns:a16="http://schemas.microsoft.com/office/drawing/2014/main" id="{A7E38D70-266E-0D00-4BB2-CEF20A35B76C}"/>
              </a:ext>
            </a:extLst>
          </p:cNvPr>
          <p:cNvSpPr>
            <a:spLocks noGrp="1"/>
          </p:cNvSpPr>
          <p:nvPr>
            <p:ph type="ftr" sz="quarter" idx="11"/>
          </p:nvPr>
        </p:nvSpPr>
        <p:spPr>
          <a:xfrm>
            <a:off x="685800" y="6445997"/>
            <a:ext cx="3949302" cy="365125"/>
          </a:xfrm>
        </p:spPr>
        <p:txBody>
          <a:bodyPr rtlCol="0"/>
          <a:lstStyle/>
          <a:p>
            <a:pPr rtl="0"/>
            <a:r>
              <a:rPr lang="fr"/>
              <a:t>Exemple de texte de pied de page</a:t>
            </a:r>
          </a:p>
        </p:txBody>
      </p:sp>
      <p:sp>
        <p:nvSpPr>
          <p:cNvPr id="4" name="Espace réservé de la date 3">
            <a:extLst>
              <a:ext uri="{FF2B5EF4-FFF2-40B4-BE49-F238E27FC236}">
                <a16:creationId xmlns:a16="http://schemas.microsoft.com/office/drawing/2014/main" id="{ADC28223-FDFF-908F-158A-3401127BA5C7}"/>
              </a:ext>
            </a:extLst>
          </p:cNvPr>
          <p:cNvSpPr>
            <a:spLocks noGrp="1"/>
          </p:cNvSpPr>
          <p:nvPr>
            <p:ph type="dt" sz="half" idx="10"/>
          </p:nvPr>
        </p:nvSpPr>
        <p:spPr/>
        <p:txBody>
          <a:bodyPr rtlCol="0"/>
          <a:lstStyle/>
          <a:p>
            <a:pPr rtl="0"/>
            <a:r>
              <a:rPr lang="en-US"/>
              <a:t>11/8/2025</a:t>
            </a:r>
          </a:p>
        </p:txBody>
      </p:sp>
      <p:sp>
        <p:nvSpPr>
          <p:cNvPr id="6" name="Espace réservé du numéro de diapositive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rtlCol="0"/>
          <a:lstStyle/>
          <a:p>
            <a:pPr rtl="0"/>
            <a:fld id="{DDF60B60-82CA-4BB9-BA6E-A62FADF2374B}" type="slidenum">
              <a:rPr lang="en-US" smtClean="0"/>
              <a:t>‹N°›</a:t>
            </a:fld>
            <a:endParaRPr lang="en-US"/>
          </a:p>
        </p:txBody>
      </p:sp>
      <p:cxnSp>
        <p:nvCxnSpPr>
          <p:cNvPr id="15" name="Connecteur droit 14">
            <a:extLst>
              <a:ext uri="{FF2B5EF4-FFF2-40B4-BE49-F238E27FC236}">
                <a16:creationId xmlns:a16="http://schemas.microsoft.com/office/drawing/2014/main" id="{176D044F-5574-D6D7-2A47-5069E411C22F}"/>
              </a:ext>
            </a:extLst>
          </p:cNvPr>
          <p:cNvCxnSpPr>
            <a:cxnSpLocks/>
          </p:cNvCxnSpPr>
          <p:nvPr/>
        </p:nvCxnSpPr>
        <p:spPr>
          <a:xfrm flipH="1">
            <a:off x="0" y="1825625"/>
            <a:ext cx="12210293"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4969815"/>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4278694900"/>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slideLayout" Target="../slideLayouts/slideLayout103.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104"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F9D3E5-713E-2458-85D8-863C02E33FC9}"/>
              </a:ext>
            </a:extLst>
          </p:cNvPr>
          <p:cNvSpPr>
            <a:spLocks noGrp="1"/>
          </p:cNvSpPr>
          <p:nvPr>
            <p:ph type="title"/>
          </p:nvPr>
        </p:nvSpPr>
        <p:spPr>
          <a:xfrm>
            <a:off x="428624" y="291452"/>
            <a:ext cx="11337925" cy="796568"/>
          </a:xfrm>
          <a:prstGeom prst="rect">
            <a:avLst/>
          </a:prstGeom>
        </p:spPr>
        <p:txBody>
          <a:bodyPr vert="horz" lIns="0" tIns="0" rIns="0" bIns="0" rtlCol="0" anchor="t">
            <a:noAutofit/>
          </a:bodyPr>
          <a:lstStyle/>
          <a:p>
            <a:r>
              <a:rPr lang="en-US"/>
              <a:t>Title</a:t>
            </a:r>
          </a:p>
        </p:txBody>
      </p:sp>
      <p:sp>
        <p:nvSpPr>
          <p:cNvPr id="3" name="Text Placeholder 2">
            <a:extLst>
              <a:ext uri="{FF2B5EF4-FFF2-40B4-BE49-F238E27FC236}">
                <a16:creationId xmlns:a16="http://schemas.microsoft.com/office/drawing/2014/main" id="{F4BE1C79-616F-D7C0-02B1-92ECF462DD0D}"/>
              </a:ext>
            </a:extLst>
          </p:cNvPr>
          <p:cNvSpPr>
            <a:spLocks noGrp="1"/>
          </p:cNvSpPr>
          <p:nvPr>
            <p:ph type="body" idx="1"/>
          </p:nvPr>
        </p:nvSpPr>
        <p:spPr>
          <a:xfrm>
            <a:off x="428624" y="1446212"/>
            <a:ext cx="11337926" cy="4630737"/>
          </a:xfrm>
          <a:prstGeom prst="rect">
            <a:avLst/>
          </a:prstGeom>
        </p:spPr>
        <p:txBody>
          <a:bodyPr vert="horz" lIns="0" tIns="0" rIns="0" bIns="0" rtlCol="0">
            <a:noAutofit/>
          </a:bodyPr>
          <a:lstStyle/>
          <a:p>
            <a:pPr lvl="0"/>
            <a:r>
              <a:rPr lang="en-US"/>
              <a:t>Level 01</a:t>
            </a:r>
          </a:p>
          <a:p>
            <a:pPr lvl="1"/>
            <a:r>
              <a:rPr lang="en-US"/>
              <a:t>Level 02</a:t>
            </a:r>
          </a:p>
          <a:p>
            <a:pPr lvl="2"/>
            <a:r>
              <a:rPr lang="en-US"/>
              <a:t>Level 03</a:t>
            </a:r>
          </a:p>
          <a:p>
            <a:pPr lvl="3"/>
            <a:r>
              <a:rPr lang="en-US"/>
              <a:t>Level 04</a:t>
            </a:r>
          </a:p>
          <a:p>
            <a:pPr marL="1143000" marR="0" lvl="4"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a:t>Level 05</a:t>
            </a:r>
          </a:p>
          <a:p>
            <a:pPr marL="1371600" marR="0" lvl="0"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a:t>Level 06</a:t>
            </a:r>
          </a:p>
        </p:txBody>
      </p:sp>
      <p:sp>
        <p:nvSpPr>
          <p:cNvPr id="6" name="Slide Number Placeholder 5">
            <a:extLst>
              <a:ext uri="{FF2B5EF4-FFF2-40B4-BE49-F238E27FC236}">
                <a16:creationId xmlns:a16="http://schemas.microsoft.com/office/drawing/2014/main" id="{9F567185-ACB9-908F-2962-5980CB3C095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7" name="AddCustomFooter#1">
            <a:extLst>
              <a:ext uri="{FF2B5EF4-FFF2-40B4-BE49-F238E27FC236}">
                <a16:creationId xmlns:a16="http://schemas.microsoft.com/office/drawing/2014/main" id="{E00FAE01-94EC-1357-62EB-1169EE36702E}"/>
              </a:ext>
            </a:extLst>
          </p:cNvPr>
          <p:cNvSpPr txBox="1"/>
          <p:nvPr userDrawn="1"/>
        </p:nvSpPr>
        <p:spPr bwMode="gray">
          <a:xfrm>
            <a:off x="428625" y="6420355"/>
            <a:ext cx="3762568" cy="153888"/>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tab pos="274320" algn="l"/>
                <a:tab pos="411480" algn="l"/>
              </a:tabLst>
              <a:defRPr/>
            </a:pPr>
            <a:r>
              <a:rPr kumimoji="0" lang="en-US" sz="1000" b="0" i="0" u="none" strike="noStrike" kern="1200" cap="none" spc="0" normalizeH="0" baseline="0" noProof="0">
                <a:ln>
                  <a:noFill/>
                </a:ln>
                <a:solidFill>
                  <a:schemeClr val="accent3"/>
                </a:solidFill>
                <a:effectLst/>
                <a:uLnTx/>
                <a:uFillTx/>
                <a:latin typeface="+mn-lt"/>
                <a:ea typeface="Verdana" pitchFamily="34" charset="0"/>
                <a:cs typeface="Verdana" pitchFamily="34" charset="0"/>
              </a:rPr>
              <a:t>	|	12/10/2026 | Classification multimodale | Certification CISIA | © Atos - for internal use</a:t>
            </a:r>
            <a:endParaRPr lang="nl-NL" sz="900" baseline="0">
              <a:solidFill>
                <a:schemeClr val="accent3"/>
              </a:solidFill>
              <a:latin typeface="+mn-lt"/>
              <a:ea typeface="Verdana" pitchFamily="34" charset="0"/>
              <a:cs typeface="Verdana" pitchFamily="34" charset="0"/>
            </a:endParaRPr>
          </a:p>
        </p:txBody>
      </p:sp>
      <p:sp>
        <p:nvSpPr>
          <p:cNvPr id="5" name="Graphique 10" descr="Atos logo">
            <a:extLst>
              <a:ext uri="{FF2B5EF4-FFF2-40B4-BE49-F238E27FC236}">
                <a16:creationId xmlns:a16="http://schemas.microsoft.com/office/drawing/2014/main" id="{1C95FD47-5D5D-CF7D-07B8-ABFE4BCD951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523802451"/>
      </p:ext>
    </p:extLst>
  </p:cSld>
  <p:clrMap bg1="lt1" tx1="dk1" bg2="lt2" tx2="dk2" accent1="accent1" accent2="accent2" accent3="accent3" accent4="accent4" accent5="accent5" accent6="accent6" hlink="hlink" folHlink="folHlink"/>
  <p:sldLayoutIdLst>
    <p:sldLayoutId id="2147483765" r:id="rId1"/>
    <p:sldLayoutId id="2147483831" r:id="rId2"/>
    <p:sldLayoutId id="2147483766" r:id="rId3"/>
    <p:sldLayoutId id="2147483792" r:id="rId4"/>
    <p:sldLayoutId id="2147483793" r:id="rId5"/>
    <p:sldLayoutId id="2147483767" r:id="rId6"/>
    <p:sldLayoutId id="2147483794" r:id="rId7"/>
    <p:sldLayoutId id="2147483795" r:id="rId8"/>
    <p:sldLayoutId id="2147483796" r:id="rId9"/>
    <p:sldLayoutId id="2147483797" r:id="rId10"/>
    <p:sldLayoutId id="2147483798" r:id="rId11"/>
    <p:sldLayoutId id="2147483799" r:id="rId12"/>
    <p:sldLayoutId id="2147483800" r:id="rId13"/>
    <p:sldLayoutId id="2147483801" r:id="rId14"/>
    <p:sldLayoutId id="2147483802" r:id="rId15"/>
    <p:sldLayoutId id="2147483803" r:id="rId16"/>
    <p:sldLayoutId id="2147483804" r:id="rId17"/>
    <p:sldLayoutId id="2147483782" r:id="rId18"/>
    <p:sldLayoutId id="2147483783" r:id="rId19"/>
    <p:sldLayoutId id="2147483650" r:id="rId20"/>
    <p:sldLayoutId id="2147483693" r:id="rId21"/>
    <p:sldLayoutId id="2147483751" r:id="rId22"/>
    <p:sldLayoutId id="2147483752" r:id="rId23"/>
    <p:sldLayoutId id="2147483753" r:id="rId24"/>
    <p:sldLayoutId id="2147483695" r:id="rId25"/>
    <p:sldLayoutId id="2147483754" r:id="rId26"/>
    <p:sldLayoutId id="2147483755" r:id="rId27"/>
    <p:sldLayoutId id="2147483756" r:id="rId28"/>
    <p:sldLayoutId id="2147483757" r:id="rId29"/>
    <p:sldLayoutId id="2147483758" r:id="rId30"/>
    <p:sldLayoutId id="2147483759" r:id="rId31"/>
    <p:sldLayoutId id="2147483760" r:id="rId32"/>
    <p:sldLayoutId id="2147483761" r:id="rId33"/>
    <p:sldLayoutId id="2147483656" r:id="rId34"/>
    <p:sldLayoutId id="2147483746" r:id="rId35"/>
    <p:sldLayoutId id="2147483655" r:id="rId36"/>
    <p:sldLayoutId id="2147483696" r:id="rId37"/>
    <p:sldLayoutId id="2147483697" r:id="rId38"/>
    <p:sldLayoutId id="2147483722" r:id="rId39"/>
    <p:sldLayoutId id="2147483699" r:id="rId40"/>
    <p:sldLayoutId id="2147483703" r:id="rId41"/>
    <p:sldLayoutId id="2147483701" r:id="rId42"/>
    <p:sldLayoutId id="2147483702" r:id="rId43"/>
    <p:sldLayoutId id="2147483704" r:id="rId44"/>
    <p:sldLayoutId id="2147483707" r:id="rId45"/>
    <p:sldLayoutId id="2147483706" r:id="rId46"/>
    <p:sldLayoutId id="2147483705" r:id="rId47"/>
    <p:sldLayoutId id="2147483708" r:id="rId48"/>
    <p:sldLayoutId id="2147483709" r:id="rId49"/>
    <p:sldLayoutId id="2147483724" r:id="rId50"/>
    <p:sldLayoutId id="2147483712" r:id="rId51"/>
    <p:sldLayoutId id="2147483737" r:id="rId52"/>
    <p:sldLayoutId id="2147483739" r:id="rId53"/>
    <p:sldLayoutId id="2147483738" r:id="rId54"/>
    <p:sldLayoutId id="2147483729" r:id="rId55"/>
    <p:sldLayoutId id="2147483730" r:id="rId56"/>
    <p:sldLayoutId id="2147483731" r:id="rId57"/>
    <p:sldLayoutId id="2147483727" r:id="rId58"/>
    <p:sldLayoutId id="2147483750" r:id="rId59"/>
    <p:sldLayoutId id="2147483805" r:id="rId60"/>
    <p:sldLayoutId id="2147483806" r:id="rId61"/>
    <p:sldLayoutId id="2147483807" r:id="rId62"/>
    <p:sldLayoutId id="2147483832" r:id="rId63"/>
    <p:sldLayoutId id="2147483788" r:id="rId64"/>
    <p:sldLayoutId id="2147483790" r:id="rId65"/>
    <p:sldLayoutId id="2147483791" r:id="rId66"/>
    <p:sldLayoutId id="2147483771" r:id="rId67"/>
    <p:sldLayoutId id="2147483772" r:id="rId68"/>
    <p:sldLayoutId id="2147483773" r:id="rId69"/>
    <p:sldLayoutId id="2147483774" r:id="rId70"/>
    <p:sldLayoutId id="2147483775" r:id="rId71"/>
    <p:sldLayoutId id="2147483776" r:id="rId72"/>
    <p:sldLayoutId id="2147483777" r:id="rId73"/>
    <p:sldLayoutId id="2147483781" r:id="rId74"/>
    <p:sldLayoutId id="2147483780" r:id="rId75"/>
    <p:sldLayoutId id="2147483779" r:id="rId76"/>
    <p:sldLayoutId id="2147483778" r:id="rId77"/>
    <p:sldLayoutId id="2147483808" r:id="rId78"/>
    <p:sldLayoutId id="2147483809" r:id="rId79"/>
    <p:sldLayoutId id="2147483810" r:id="rId80"/>
    <p:sldLayoutId id="2147483811" r:id="rId81"/>
    <p:sldLayoutId id="2147483812" r:id="rId82"/>
    <p:sldLayoutId id="2147483813" r:id="rId83"/>
    <p:sldLayoutId id="2147483814" r:id="rId84"/>
    <p:sldLayoutId id="2147483815" r:id="rId85"/>
    <p:sldLayoutId id="2147483816" r:id="rId86"/>
    <p:sldLayoutId id="2147483817" r:id="rId87"/>
    <p:sldLayoutId id="2147483818" r:id="rId88"/>
    <p:sldLayoutId id="2147483819" r:id="rId89"/>
    <p:sldLayoutId id="2147483820" r:id="rId90"/>
    <p:sldLayoutId id="2147483821" r:id="rId91"/>
    <p:sldLayoutId id="2147483822" r:id="rId92"/>
    <p:sldLayoutId id="2147483823" r:id="rId93"/>
    <p:sldLayoutId id="2147483824" r:id="rId94"/>
    <p:sldLayoutId id="2147483825" r:id="rId95"/>
    <p:sldLayoutId id="2147483826" r:id="rId96"/>
    <p:sldLayoutId id="2147483827" r:id="rId97"/>
    <p:sldLayoutId id="2147483828" r:id="rId98"/>
    <p:sldLayoutId id="2147483748" r:id="rId99"/>
    <p:sldLayoutId id="2147483829" r:id="rId100"/>
    <p:sldLayoutId id="2147483830" r:id="rId101"/>
    <p:sldLayoutId id="2147483833" r:id="rId102"/>
    <p:sldLayoutId id="2147483835" r:id="rId103"/>
  </p:sldLayoutIdLst>
  <p:hf hdr="0" ft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28" userDrawn="1">
          <p15:clr>
            <a:srgbClr val="F26B43"/>
          </p15:clr>
        </p15:guide>
        <p15:guide id="2" pos="270" userDrawn="1">
          <p15:clr>
            <a:srgbClr val="F26B43"/>
          </p15:clr>
        </p15:guide>
        <p15:guide id="3" pos="7412" userDrawn="1">
          <p15:clr>
            <a:srgbClr val="F26B43"/>
          </p15:clr>
        </p15:guide>
        <p15:guide id="4" orient="horz" pos="91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5.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7.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5.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0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297B73-84AF-6280-8B35-127DA8A99D79}"/>
              </a:ext>
            </a:extLst>
          </p:cNvPr>
          <p:cNvSpPr>
            <a:spLocks noGrp="1"/>
          </p:cNvSpPr>
          <p:nvPr>
            <p:ph type="title"/>
          </p:nvPr>
        </p:nvSpPr>
        <p:spPr>
          <a:xfrm>
            <a:off x="428625" y="1258848"/>
            <a:ext cx="9790642" cy="1554480"/>
          </a:xfrm>
        </p:spPr>
        <p:txBody>
          <a:bodyPr/>
          <a:lstStyle/>
          <a:p>
            <a:r>
              <a:rPr lang="fr-FR" b="1" dirty="0"/>
              <a:t>Orientation et tri multimodal des demandeurs d'emploi par l'Intelligence Artificielle</a:t>
            </a:r>
            <a:endParaRPr lang="fr-FR" dirty="0"/>
          </a:p>
        </p:txBody>
      </p:sp>
      <p:sp>
        <p:nvSpPr>
          <p:cNvPr id="3" name="Espace réservé du texte 2">
            <a:extLst>
              <a:ext uri="{FF2B5EF4-FFF2-40B4-BE49-F238E27FC236}">
                <a16:creationId xmlns:a16="http://schemas.microsoft.com/office/drawing/2014/main" id="{9967F8C2-B9E9-59AF-1A20-F45D3867693D}"/>
              </a:ext>
            </a:extLst>
          </p:cNvPr>
          <p:cNvSpPr>
            <a:spLocks noGrp="1"/>
          </p:cNvSpPr>
          <p:nvPr>
            <p:ph type="body" sz="quarter" idx="13"/>
          </p:nvPr>
        </p:nvSpPr>
        <p:spPr>
          <a:xfrm>
            <a:off x="428625" y="2937555"/>
            <a:ext cx="6766560" cy="1216152"/>
          </a:xfrm>
        </p:spPr>
        <p:txBody>
          <a:bodyPr/>
          <a:lstStyle/>
          <a:p>
            <a:r>
              <a:rPr lang="fr-FR" sz="1600" dirty="0"/>
              <a:t>Théo Capitaine</a:t>
            </a:r>
          </a:p>
        </p:txBody>
      </p:sp>
      <p:sp>
        <p:nvSpPr>
          <p:cNvPr id="4" name="Espace réservé du texte 3">
            <a:extLst>
              <a:ext uri="{FF2B5EF4-FFF2-40B4-BE49-F238E27FC236}">
                <a16:creationId xmlns:a16="http://schemas.microsoft.com/office/drawing/2014/main" id="{7AE657ED-8755-DF57-9924-1202477FBCFA}"/>
              </a:ext>
            </a:extLst>
          </p:cNvPr>
          <p:cNvSpPr>
            <a:spLocks noGrp="1"/>
          </p:cNvSpPr>
          <p:nvPr>
            <p:ph type="body" sz="quarter" idx="15"/>
          </p:nvPr>
        </p:nvSpPr>
        <p:spPr/>
        <p:txBody>
          <a:bodyPr/>
          <a:lstStyle/>
          <a:p>
            <a:r>
              <a:rPr lang="fr-FR" dirty="0"/>
              <a:t>14/10/2026</a:t>
            </a:r>
          </a:p>
        </p:txBody>
      </p:sp>
    </p:spTree>
    <p:extLst>
      <p:ext uri="{BB962C8B-B14F-4D97-AF65-F5344CB8AC3E}">
        <p14:creationId xmlns:p14="http://schemas.microsoft.com/office/powerpoint/2010/main" val="5975260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Repérer le chômage de longue durée sans laisser le modèle décider seul</a:t>
            </a:r>
          </a:p>
        </p:txBody>
      </p:sp>
      <p:sp>
        <p:nvSpPr>
          <p:cNvPr id="6" name="TextBox 5"/>
          <p:cNvSpPr txBox="1"/>
          <p:nvPr/>
        </p:nvSpPr>
        <p:spPr>
          <a:xfrm>
            <a:off x="411480" y="1046988"/>
            <a:ext cx="10698480" cy="310896"/>
          </a:xfrm>
          <a:prstGeom prst="rect">
            <a:avLst/>
          </a:prstGeom>
          <a:noFill/>
        </p:spPr>
        <p:txBody>
          <a:bodyPr wrap="square" lIns="45720" rIns="45720" anchor="t">
            <a:spAutoFit/>
          </a:bodyPr>
          <a:lstStyle/>
          <a:p>
            <a:pPr algn="l"/>
            <a:r>
              <a:rPr sz="1100" b="0" dirty="0">
                <a:solidFill>
                  <a:srgbClr val="5C6974"/>
                </a:solidFill>
                <a:latin typeface="Arial"/>
              </a:rPr>
              <a:t>Le </a:t>
            </a:r>
            <a:r>
              <a:rPr sz="1100" b="0" dirty="0" err="1">
                <a:solidFill>
                  <a:srgbClr val="5C6974"/>
                </a:solidFill>
                <a:latin typeface="Arial"/>
              </a:rPr>
              <a:t>cas</a:t>
            </a:r>
            <a:r>
              <a:rPr sz="1100" b="0" dirty="0">
                <a:solidFill>
                  <a:srgbClr val="5C6974"/>
                </a:solidFill>
                <a:latin typeface="Arial"/>
              </a:rPr>
              <a:t> </a:t>
            </a:r>
            <a:r>
              <a:rPr sz="1100" b="0" dirty="0" err="1">
                <a:solidFill>
                  <a:srgbClr val="5C6974"/>
                </a:solidFill>
                <a:latin typeface="Arial"/>
              </a:rPr>
              <a:t>d’usage</a:t>
            </a:r>
            <a:r>
              <a:rPr sz="1100" b="0" dirty="0">
                <a:solidFill>
                  <a:srgbClr val="5C6974"/>
                </a:solidFill>
                <a:latin typeface="Arial"/>
              </a:rPr>
              <a:t> : aider le </a:t>
            </a:r>
            <a:r>
              <a:rPr sz="1100" b="0" dirty="0" err="1">
                <a:solidFill>
                  <a:srgbClr val="5C6974"/>
                </a:solidFill>
                <a:latin typeface="Arial"/>
              </a:rPr>
              <a:t>conseiller</a:t>
            </a:r>
            <a:r>
              <a:rPr sz="1100" b="0" dirty="0">
                <a:solidFill>
                  <a:srgbClr val="5C6974"/>
                </a:solidFill>
                <a:latin typeface="Arial"/>
              </a:rPr>
              <a:t>, sans masquer </a:t>
            </a:r>
            <a:r>
              <a:rPr sz="1100" b="0" dirty="0" err="1">
                <a:solidFill>
                  <a:srgbClr val="5C6974"/>
                </a:solidFill>
                <a:latin typeface="Arial"/>
              </a:rPr>
              <a:t>une</a:t>
            </a:r>
            <a:r>
              <a:rPr sz="1100" b="0" dirty="0">
                <a:solidFill>
                  <a:srgbClr val="5C6974"/>
                </a:solidFill>
                <a:latin typeface="Arial"/>
              </a:rPr>
              <a:t> </a:t>
            </a:r>
            <a:r>
              <a:rPr sz="1100" b="0" dirty="0" err="1">
                <a:solidFill>
                  <a:srgbClr val="5C6974"/>
                </a:solidFill>
                <a:latin typeface="Arial"/>
              </a:rPr>
              <a:t>erreur</a:t>
            </a:r>
            <a:r>
              <a:rPr sz="1100" b="0" dirty="0">
                <a:solidFill>
                  <a:srgbClr val="5C6974"/>
                </a:solidFill>
                <a:latin typeface="Arial"/>
              </a:rPr>
              <a:t> grave</a:t>
            </a:r>
          </a:p>
        </p:txBody>
      </p:sp>
      <p:sp>
        <p:nvSpPr>
          <p:cNvPr id="7" name="Rounded Rectangle 6"/>
          <p:cNvSpPr/>
          <p:nvPr/>
        </p:nvSpPr>
        <p:spPr>
          <a:xfrm>
            <a:off x="502920" y="1417320"/>
            <a:ext cx="3017520" cy="4343400"/>
          </a:xfrm>
          <a:prstGeom prst="roundRect">
            <a:avLst>
              <a:gd name="adj" fmla="val 8000"/>
            </a:avLst>
          </a:prstGeom>
          <a:solidFill>
            <a:srgbClr val="E8F4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609344" y="1847088"/>
            <a:ext cx="777240" cy="777240"/>
          </a:xfrm>
          <a:prstGeom prst="ellipse">
            <a:avLst/>
          </a:prstGeom>
          <a:solidFill>
            <a:srgbClr val="37B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143000" y="2670048"/>
            <a:ext cx="1737360" cy="1097280"/>
          </a:xfrm>
          <a:prstGeom prst="roundRect">
            <a:avLst/>
          </a:prstGeom>
          <a:solidFill>
            <a:srgbClr val="007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3977639"/>
            <a:ext cx="2377440" cy="320040"/>
          </a:xfrm>
          <a:prstGeom prst="rect">
            <a:avLst/>
          </a:prstGeom>
          <a:noFill/>
        </p:spPr>
        <p:txBody>
          <a:bodyPr wrap="square" lIns="45720" rIns="45720" anchor="ctr">
            <a:spAutoFit/>
          </a:bodyPr>
          <a:lstStyle/>
          <a:p>
            <a:pPr algn="ctr"/>
            <a:r>
              <a:rPr sz="2000" b="1">
                <a:solidFill>
                  <a:srgbClr val="00125B"/>
                </a:solidFill>
                <a:latin typeface="Arial"/>
              </a:rPr>
              <a:t>Une personne</a:t>
            </a:r>
          </a:p>
        </p:txBody>
      </p:sp>
      <p:sp>
        <p:nvSpPr>
          <p:cNvPr id="11" name="TextBox 10"/>
          <p:cNvSpPr txBox="1"/>
          <p:nvPr/>
        </p:nvSpPr>
        <p:spPr>
          <a:xfrm>
            <a:off x="777240" y="4370832"/>
            <a:ext cx="2468880" cy="685800"/>
          </a:xfrm>
          <a:prstGeom prst="rect">
            <a:avLst/>
          </a:prstGeom>
          <a:noFill/>
        </p:spPr>
        <p:txBody>
          <a:bodyPr wrap="square" lIns="45720" rIns="45720" anchor="ctr">
            <a:spAutoFit/>
          </a:bodyPr>
          <a:lstStyle/>
          <a:p>
            <a:pPr algn="ctr"/>
            <a:r>
              <a:rPr sz="1600" b="0">
                <a:solidFill>
                  <a:srgbClr val="1C2530"/>
                </a:solidFill>
                <a:latin typeface="Arial"/>
              </a:rPr>
              <a:t>risque de rester sans emploi
plus de 12 mois</a:t>
            </a:r>
          </a:p>
        </p:txBody>
      </p:sp>
      <p:sp>
        <p:nvSpPr>
          <p:cNvPr id="12" name="Rounded Rectangle 11"/>
          <p:cNvSpPr/>
          <p:nvPr/>
        </p:nvSpPr>
        <p:spPr>
          <a:xfrm>
            <a:off x="868680" y="5138928"/>
            <a:ext cx="2286000" cy="384048"/>
          </a:xfrm>
          <a:prstGeom prst="roundRect">
            <a:avLst>
              <a:gd name="adj" fmla="val 8000"/>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5138928"/>
            <a:ext cx="2286000" cy="384048"/>
          </a:xfrm>
          <a:prstGeom prst="rect">
            <a:avLst/>
          </a:prstGeom>
          <a:noFill/>
        </p:spPr>
        <p:txBody>
          <a:bodyPr wrap="square" lIns="45720" rIns="45720" anchor="ctr">
            <a:spAutoFit/>
          </a:bodyPr>
          <a:lstStyle/>
          <a:p>
            <a:pPr algn="ctr"/>
            <a:r>
              <a:rPr sz="1100" b="1">
                <a:solidFill>
                  <a:srgbClr val="FFFFFF"/>
                </a:solidFill>
                <a:latin typeface="Arial"/>
              </a:rPr>
              <a:t>SITUATION RÉELLE : CLASSE 2</a:t>
            </a:r>
          </a:p>
        </p:txBody>
      </p:sp>
      <p:cxnSp>
        <p:nvCxnSpPr>
          <p:cNvPr id="14" name="Connector 13"/>
          <p:cNvCxnSpPr/>
          <p:nvPr/>
        </p:nvCxnSpPr>
        <p:spPr>
          <a:xfrm>
            <a:off x="3566160" y="3520440"/>
            <a:ext cx="1143000" cy="1"/>
          </a:xfrm>
          <a:prstGeom prst="line">
            <a:avLst/>
          </a:prstGeom>
          <a:ln w="50800">
            <a:solidFill>
              <a:srgbClr val="0070E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17720" y="2331720"/>
            <a:ext cx="2788920" cy="2377440"/>
          </a:xfrm>
          <a:prstGeom prst="roundRect">
            <a:avLst>
              <a:gd name="adj" fmla="val 8000"/>
            </a:avLst>
          </a:prstGeom>
          <a:solidFill>
            <a:srgbClr val="FFFFFF"/>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92040" y="2578608"/>
            <a:ext cx="2240280" cy="274320"/>
          </a:xfrm>
          <a:prstGeom prst="rect">
            <a:avLst/>
          </a:prstGeom>
          <a:noFill/>
        </p:spPr>
        <p:txBody>
          <a:bodyPr wrap="square" lIns="45720" rIns="45720" anchor="ctr">
            <a:spAutoFit/>
          </a:bodyPr>
          <a:lstStyle/>
          <a:p>
            <a:pPr algn="ctr"/>
            <a:r>
              <a:rPr sz="1200" b="1">
                <a:solidFill>
                  <a:srgbClr val="00125B"/>
                </a:solidFill>
                <a:latin typeface="Arial"/>
              </a:rPr>
              <a:t>LE MODÈLE</a:t>
            </a:r>
          </a:p>
        </p:txBody>
      </p:sp>
      <p:sp>
        <p:nvSpPr>
          <p:cNvPr id="17" name="TextBox 16"/>
          <p:cNvSpPr txBox="1"/>
          <p:nvPr/>
        </p:nvSpPr>
        <p:spPr>
          <a:xfrm>
            <a:off x="4892040" y="2980944"/>
            <a:ext cx="2240280" cy="777240"/>
          </a:xfrm>
          <a:prstGeom prst="rect">
            <a:avLst/>
          </a:prstGeom>
          <a:noFill/>
        </p:spPr>
        <p:txBody>
          <a:bodyPr wrap="square" lIns="45720" rIns="45720" anchor="ctr">
            <a:spAutoFit/>
          </a:bodyPr>
          <a:lstStyle/>
          <a:p>
            <a:pPr algn="ctr"/>
            <a:r>
              <a:rPr sz="2400" b="1">
                <a:solidFill>
                  <a:srgbClr val="DA3641"/>
                </a:solidFill>
                <a:latin typeface="Arial"/>
              </a:rPr>
              <a:t>prédit un
retour rapide</a:t>
            </a:r>
          </a:p>
        </p:txBody>
      </p:sp>
      <p:sp>
        <p:nvSpPr>
          <p:cNvPr id="18" name="Rounded Rectangle 17"/>
          <p:cNvSpPr/>
          <p:nvPr/>
        </p:nvSpPr>
        <p:spPr>
          <a:xfrm>
            <a:off x="4892040" y="4096512"/>
            <a:ext cx="2240280" cy="384048"/>
          </a:xfrm>
          <a:prstGeom prst="roundRect">
            <a:avLst>
              <a:gd name="adj" fmla="val 8000"/>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92040" y="4096512"/>
            <a:ext cx="2240280" cy="384048"/>
          </a:xfrm>
          <a:prstGeom prst="rect">
            <a:avLst/>
          </a:prstGeom>
          <a:noFill/>
        </p:spPr>
        <p:txBody>
          <a:bodyPr wrap="square" lIns="45720" rIns="45720" anchor="ctr">
            <a:spAutoFit/>
          </a:bodyPr>
          <a:lstStyle/>
          <a:p>
            <a:pPr algn="ctr"/>
            <a:r>
              <a:rPr sz="1100" b="1">
                <a:solidFill>
                  <a:srgbClr val="FFFFFF"/>
                </a:solidFill>
                <a:latin typeface="Arial"/>
              </a:rPr>
              <a:t>PRÉDICTION : CLASSE 0</a:t>
            </a:r>
          </a:p>
        </p:txBody>
      </p:sp>
      <p:cxnSp>
        <p:nvCxnSpPr>
          <p:cNvPr id="20" name="Connector 19"/>
          <p:cNvCxnSpPr/>
          <p:nvPr/>
        </p:nvCxnSpPr>
        <p:spPr>
          <a:xfrm>
            <a:off x="7452360" y="3520440"/>
            <a:ext cx="941832" cy="1"/>
          </a:xfrm>
          <a:prstGeom prst="line">
            <a:avLst/>
          </a:prstGeom>
          <a:ln w="50800">
            <a:solidFill>
              <a:srgbClr val="DA3641"/>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366760" y="1691640"/>
            <a:ext cx="3246120" cy="370332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0" y="2011680"/>
            <a:ext cx="2606040" cy="347472"/>
          </a:xfrm>
          <a:prstGeom prst="rect">
            <a:avLst/>
          </a:prstGeom>
          <a:noFill/>
        </p:spPr>
        <p:txBody>
          <a:bodyPr wrap="square" lIns="45720" rIns="45720" anchor="ctr">
            <a:spAutoFit/>
          </a:bodyPr>
          <a:lstStyle/>
          <a:p>
            <a:pPr algn="ctr"/>
            <a:r>
              <a:rPr sz="1500" b="1">
                <a:solidFill>
                  <a:srgbClr val="DA3641"/>
                </a:solidFill>
                <a:latin typeface="Arial"/>
              </a:rPr>
              <a:t>ERREUR CRITIQUE</a:t>
            </a:r>
          </a:p>
        </p:txBody>
      </p:sp>
      <p:sp>
        <p:nvSpPr>
          <p:cNvPr id="23" name="TextBox 22"/>
          <p:cNvSpPr txBox="1"/>
          <p:nvPr/>
        </p:nvSpPr>
        <p:spPr>
          <a:xfrm>
            <a:off x="8641080" y="2587752"/>
            <a:ext cx="2697480" cy="731520"/>
          </a:xfrm>
          <a:prstGeom prst="rect">
            <a:avLst/>
          </a:prstGeom>
          <a:noFill/>
        </p:spPr>
        <p:txBody>
          <a:bodyPr wrap="square" lIns="45720" rIns="45720" anchor="ctr">
            <a:spAutoFit/>
          </a:bodyPr>
          <a:lstStyle/>
          <a:p>
            <a:pPr algn="ctr"/>
            <a:r>
              <a:rPr sz="2200" b="1">
                <a:solidFill>
                  <a:srgbClr val="1C2530"/>
                </a:solidFill>
                <a:latin typeface="Arial"/>
              </a:rPr>
              <a:t>Le dossier peut
passer sous le radar</a:t>
            </a:r>
          </a:p>
        </p:txBody>
      </p:sp>
      <p:sp>
        <p:nvSpPr>
          <p:cNvPr id="24" name="Rounded Rectangle 23"/>
          <p:cNvSpPr/>
          <p:nvPr/>
        </p:nvSpPr>
        <p:spPr>
          <a:xfrm>
            <a:off x="8732520" y="3767328"/>
            <a:ext cx="2514600" cy="1051560"/>
          </a:xfrm>
          <a:prstGeom prst="roundRect">
            <a:avLst>
              <a:gd name="adj" fmla="val 8000"/>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0" y="3904487"/>
            <a:ext cx="2240280" cy="640080"/>
          </a:xfrm>
          <a:prstGeom prst="rect">
            <a:avLst/>
          </a:prstGeom>
          <a:noFill/>
        </p:spPr>
        <p:txBody>
          <a:bodyPr wrap="square" lIns="45720" rIns="45720" anchor="ctr">
            <a:spAutoFit/>
          </a:bodyPr>
          <a:lstStyle/>
          <a:p>
            <a:pPr algn="ctr"/>
            <a:r>
              <a:rPr sz="1600" b="1">
                <a:solidFill>
                  <a:srgbClr val="FFFFFF"/>
                </a:solidFill>
                <a:latin typeface="Arial"/>
              </a:rPr>
              <a:t>Le conseiller garde
la décision finale</a:t>
            </a:r>
          </a:p>
        </p:txBody>
      </p:sp>
      <p:sp>
        <p:nvSpPr>
          <p:cNvPr id="26" name="TextBox 25"/>
          <p:cNvSpPr txBox="1"/>
          <p:nvPr/>
        </p:nvSpPr>
        <p:spPr>
          <a:xfrm>
            <a:off x="594360" y="5989320"/>
            <a:ext cx="10972800" cy="347472"/>
          </a:xfrm>
          <a:prstGeom prst="rect">
            <a:avLst/>
          </a:prstGeom>
          <a:noFill/>
        </p:spPr>
        <p:txBody>
          <a:bodyPr wrap="square" lIns="45720" rIns="45720" anchor="ctr">
            <a:spAutoFit/>
          </a:bodyPr>
          <a:lstStyle/>
          <a:p>
            <a:pPr algn="ctr"/>
            <a:r>
              <a:rPr sz="1400" b="1">
                <a:solidFill>
                  <a:srgbClr val="00125B"/>
                </a:solidFill>
                <a:latin typeface="Arial"/>
              </a:rPr>
              <a:t>Fil rouge : performance mesurée + escalade humaine + limites explicites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L’erreur critique transforme un dossier à risque en faux retour rapide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Toutes les erreurs ne se valent pas</a:t>
            </a:r>
          </a:p>
        </p:txBody>
      </p:sp>
      <p:sp>
        <p:nvSpPr>
          <p:cNvPr id="7" name="Rounded Rectangle 6"/>
          <p:cNvSpPr/>
          <p:nvPr/>
        </p:nvSpPr>
        <p:spPr>
          <a:xfrm>
            <a:off x="594360" y="1417320"/>
            <a:ext cx="2852928" cy="100584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572768"/>
            <a:ext cx="2487168" cy="256032"/>
          </a:xfrm>
          <a:prstGeom prst="rect">
            <a:avLst/>
          </a:prstGeom>
          <a:noFill/>
        </p:spPr>
        <p:txBody>
          <a:bodyPr wrap="square" lIns="45720" rIns="45720" anchor="ctr">
            <a:spAutoFit/>
          </a:bodyPr>
          <a:lstStyle/>
          <a:p>
            <a:pPr algn="ctr"/>
            <a:r>
              <a:rPr sz="1500" b="1">
                <a:solidFill>
                  <a:srgbClr val="0070E6"/>
                </a:solidFill>
                <a:latin typeface="Arial"/>
              </a:rPr>
              <a:t>CLASSE 0</a:t>
            </a:r>
          </a:p>
        </p:txBody>
      </p:sp>
      <p:sp>
        <p:nvSpPr>
          <p:cNvPr id="9" name="TextBox 8"/>
          <p:cNvSpPr txBox="1"/>
          <p:nvPr/>
        </p:nvSpPr>
        <p:spPr>
          <a:xfrm>
            <a:off x="777240" y="1938528"/>
            <a:ext cx="2487168" cy="228600"/>
          </a:xfrm>
          <a:prstGeom prst="rect">
            <a:avLst/>
          </a:prstGeom>
          <a:noFill/>
        </p:spPr>
        <p:txBody>
          <a:bodyPr wrap="square" lIns="45720" rIns="45720" anchor="ctr">
            <a:spAutoFit/>
          </a:bodyPr>
          <a:lstStyle/>
          <a:p>
            <a:pPr algn="ctr"/>
            <a:r>
              <a:rPr sz="1400" b="0">
                <a:solidFill>
                  <a:srgbClr val="1C2530"/>
                </a:solidFill>
                <a:latin typeface="Arial"/>
              </a:rPr>
              <a:t>Retour &lt; 6 mois</a:t>
            </a:r>
          </a:p>
        </p:txBody>
      </p:sp>
      <p:sp>
        <p:nvSpPr>
          <p:cNvPr id="10" name="Rounded Rectangle 9"/>
          <p:cNvSpPr/>
          <p:nvPr/>
        </p:nvSpPr>
        <p:spPr>
          <a:xfrm>
            <a:off x="3840480" y="1417320"/>
            <a:ext cx="2852928" cy="1005840"/>
          </a:xfrm>
          <a:prstGeom prst="roundRect">
            <a:avLst>
              <a:gd name="adj" fmla="val 8000"/>
            </a:avLst>
          </a:prstGeom>
          <a:solidFill>
            <a:srgbClr val="FFFFFF"/>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23359" y="1572768"/>
            <a:ext cx="2487168" cy="256032"/>
          </a:xfrm>
          <a:prstGeom prst="rect">
            <a:avLst/>
          </a:prstGeom>
          <a:noFill/>
        </p:spPr>
        <p:txBody>
          <a:bodyPr wrap="square" lIns="45720" rIns="45720" anchor="ctr">
            <a:spAutoFit/>
          </a:bodyPr>
          <a:lstStyle/>
          <a:p>
            <a:pPr algn="ctr"/>
            <a:r>
              <a:rPr sz="1500" b="1">
                <a:solidFill>
                  <a:srgbClr val="37BEEB"/>
                </a:solidFill>
                <a:latin typeface="Arial"/>
              </a:rPr>
              <a:t>CLASSE 1</a:t>
            </a:r>
          </a:p>
        </p:txBody>
      </p:sp>
      <p:sp>
        <p:nvSpPr>
          <p:cNvPr id="12" name="TextBox 11"/>
          <p:cNvSpPr txBox="1"/>
          <p:nvPr/>
        </p:nvSpPr>
        <p:spPr>
          <a:xfrm>
            <a:off x="4023359" y="1938528"/>
            <a:ext cx="2487168" cy="228600"/>
          </a:xfrm>
          <a:prstGeom prst="rect">
            <a:avLst/>
          </a:prstGeom>
          <a:noFill/>
        </p:spPr>
        <p:txBody>
          <a:bodyPr wrap="square" lIns="45720" rIns="45720" anchor="ctr">
            <a:spAutoFit/>
          </a:bodyPr>
          <a:lstStyle/>
          <a:p>
            <a:pPr algn="ctr"/>
            <a:r>
              <a:rPr sz="1400" b="0">
                <a:solidFill>
                  <a:srgbClr val="1C2530"/>
                </a:solidFill>
                <a:latin typeface="Arial"/>
              </a:rPr>
              <a:t>Retour 6 à 12 mois</a:t>
            </a:r>
          </a:p>
        </p:txBody>
      </p:sp>
      <p:sp>
        <p:nvSpPr>
          <p:cNvPr id="13" name="Rounded Rectangle 12"/>
          <p:cNvSpPr/>
          <p:nvPr/>
        </p:nvSpPr>
        <p:spPr>
          <a:xfrm>
            <a:off x="7086600" y="1417320"/>
            <a:ext cx="2852928" cy="1005840"/>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69479" y="1572768"/>
            <a:ext cx="2487168" cy="256032"/>
          </a:xfrm>
          <a:prstGeom prst="rect">
            <a:avLst/>
          </a:prstGeom>
          <a:noFill/>
        </p:spPr>
        <p:txBody>
          <a:bodyPr wrap="square" lIns="45720" rIns="45720" anchor="ctr">
            <a:spAutoFit/>
          </a:bodyPr>
          <a:lstStyle/>
          <a:p>
            <a:pPr algn="ctr"/>
            <a:r>
              <a:rPr sz="1500" b="1">
                <a:solidFill>
                  <a:srgbClr val="6548AA"/>
                </a:solidFill>
                <a:latin typeface="Arial"/>
              </a:rPr>
              <a:t>CLASSE 2</a:t>
            </a:r>
          </a:p>
        </p:txBody>
      </p:sp>
      <p:sp>
        <p:nvSpPr>
          <p:cNvPr id="15" name="TextBox 14"/>
          <p:cNvSpPr txBox="1"/>
          <p:nvPr/>
        </p:nvSpPr>
        <p:spPr>
          <a:xfrm>
            <a:off x="7269479" y="1938528"/>
            <a:ext cx="2487168" cy="228600"/>
          </a:xfrm>
          <a:prstGeom prst="rect">
            <a:avLst/>
          </a:prstGeom>
          <a:noFill/>
        </p:spPr>
        <p:txBody>
          <a:bodyPr wrap="square" lIns="45720" rIns="45720" anchor="ctr">
            <a:spAutoFit/>
          </a:bodyPr>
          <a:lstStyle/>
          <a:p>
            <a:pPr algn="ctr"/>
            <a:r>
              <a:rPr sz="1400" b="0">
                <a:solidFill>
                  <a:srgbClr val="1C2530"/>
                </a:solidFill>
                <a:latin typeface="Arial"/>
              </a:rPr>
              <a:t>Risque &gt; 12 mois</a:t>
            </a:r>
          </a:p>
        </p:txBody>
      </p:sp>
      <p:sp>
        <p:nvSpPr>
          <p:cNvPr id="16" name="Rounded Rectangle 15"/>
          <p:cNvSpPr/>
          <p:nvPr/>
        </p:nvSpPr>
        <p:spPr>
          <a:xfrm>
            <a:off x="914400" y="3063240"/>
            <a:ext cx="10332720" cy="196596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34440" y="3265855"/>
            <a:ext cx="2743200" cy="646331"/>
          </a:xfrm>
          <a:prstGeom prst="rect">
            <a:avLst/>
          </a:prstGeom>
          <a:noFill/>
        </p:spPr>
        <p:txBody>
          <a:bodyPr wrap="square" lIns="45720" rIns="45720" anchor="ctr">
            <a:spAutoFit/>
          </a:bodyPr>
          <a:lstStyle/>
          <a:p>
            <a:pPr algn="ctr"/>
            <a:r>
              <a:rPr sz="1800" b="1" dirty="0">
                <a:solidFill>
                  <a:srgbClr val="6548AA"/>
                </a:solidFill>
                <a:latin typeface="Arial"/>
              </a:rPr>
              <a:t>Situation </a:t>
            </a:r>
            <a:r>
              <a:rPr sz="1800" b="1" dirty="0" err="1">
                <a:solidFill>
                  <a:srgbClr val="6548AA"/>
                </a:solidFill>
                <a:latin typeface="Arial"/>
              </a:rPr>
              <a:t>réelle</a:t>
            </a:r>
            <a:r>
              <a:rPr sz="1800" b="1" dirty="0">
                <a:solidFill>
                  <a:srgbClr val="6548AA"/>
                </a:solidFill>
                <a:latin typeface="Arial"/>
              </a:rPr>
              <a:t> : </a:t>
            </a:r>
            <a:endParaRPr lang="fr-FR" sz="1800" b="1" dirty="0">
              <a:solidFill>
                <a:srgbClr val="6548AA"/>
              </a:solidFill>
              <a:latin typeface="Arial"/>
            </a:endParaRPr>
          </a:p>
          <a:p>
            <a:pPr algn="ctr"/>
            <a:r>
              <a:rPr sz="1800" b="1" dirty="0" err="1">
                <a:solidFill>
                  <a:srgbClr val="6548AA"/>
                </a:solidFill>
                <a:latin typeface="Arial"/>
              </a:rPr>
              <a:t>classe</a:t>
            </a:r>
            <a:r>
              <a:rPr sz="1800" b="1" dirty="0">
                <a:solidFill>
                  <a:srgbClr val="6548AA"/>
                </a:solidFill>
                <a:latin typeface="Arial"/>
              </a:rPr>
              <a:t> 2</a:t>
            </a:r>
          </a:p>
        </p:txBody>
      </p:sp>
      <p:cxnSp>
        <p:nvCxnSpPr>
          <p:cNvPr id="18" name="Connector 17"/>
          <p:cNvCxnSpPr/>
          <p:nvPr/>
        </p:nvCxnSpPr>
        <p:spPr>
          <a:xfrm>
            <a:off x="3977639" y="3657600"/>
            <a:ext cx="1600201" cy="1"/>
          </a:xfrm>
          <a:prstGeom prst="line">
            <a:avLst/>
          </a:prstGeom>
          <a:ln w="63500">
            <a:solidFill>
              <a:srgbClr val="DA364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14800" y="3273552"/>
            <a:ext cx="1325880" cy="274320"/>
          </a:xfrm>
          <a:prstGeom prst="rect">
            <a:avLst/>
          </a:prstGeom>
          <a:noFill/>
        </p:spPr>
        <p:txBody>
          <a:bodyPr wrap="square" lIns="45720" rIns="45720" anchor="ctr">
            <a:spAutoFit/>
          </a:bodyPr>
          <a:lstStyle/>
          <a:p>
            <a:pPr algn="ctr"/>
            <a:r>
              <a:rPr sz="1200" b="1">
                <a:solidFill>
                  <a:srgbClr val="5C6974"/>
                </a:solidFill>
                <a:latin typeface="Arial"/>
              </a:rPr>
              <a:t>prédite comme</a:t>
            </a:r>
          </a:p>
        </p:txBody>
      </p:sp>
      <p:sp>
        <p:nvSpPr>
          <p:cNvPr id="20" name="TextBox 19"/>
          <p:cNvSpPr txBox="1"/>
          <p:nvPr/>
        </p:nvSpPr>
        <p:spPr>
          <a:xfrm>
            <a:off x="5715000" y="3429000"/>
            <a:ext cx="1920240" cy="320040"/>
          </a:xfrm>
          <a:prstGeom prst="rect">
            <a:avLst/>
          </a:prstGeom>
          <a:noFill/>
        </p:spPr>
        <p:txBody>
          <a:bodyPr wrap="square" lIns="45720" rIns="45720" anchor="ctr">
            <a:spAutoFit/>
          </a:bodyPr>
          <a:lstStyle/>
          <a:p>
            <a:pPr algn="ctr"/>
            <a:r>
              <a:rPr sz="1800" b="1">
                <a:solidFill>
                  <a:srgbClr val="0070E6"/>
                </a:solidFill>
                <a:latin typeface="Arial"/>
              </a:rPr>
              <a:t>classe 0</a:t>
            </a:r>
          </a:p>
        </p:txBody>
      </p:sp>
      <p:cxnSp>
        <p:nvCxnSpPr>
          <p:cNvPr id="21" name="Connector 20"/>
          <p:cNvCxnSpPr/>
          <p:nvPr/>
        </p:nvCxnSpPr>
        <p:spPr>
          <a:xfrm>
            <a:off x="7726679" y="3657600"/>
            <a:ext cx="914401" cy="1"/>
          </a:xfrm>
          <a:prstGeom prst="line">
            <a:avLst/>
          </a:prstGeom>
          <a:ln w="63500">
            <a:solidFill>
              <a:srgbClr val="DA364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0" y="3310128"/>
            <a:ext cx="2240280" cy="594360"/>
          </a:xfrm>
          <a:prstGeom prst="rect">
            <a:avLst/>
          </a:prstGeom>
          <a:noFill/>
        </p:spPr>
        <p:txBody>
          <a:bodyPr wrap="square" lIns="45720" rIns="45720" anchor="ctr">
            <a:spAutoFit/>
          </a:bodyPr>
          <a:lstStyle/>
          <a:p>
            <a:pPr algn="ctr"/>
            <a:r>
              <a:rPr sz="1800" b="1">
                <a:solidFill>
                  <a:srgbClr val="DA3641"/>
                </a:solidFill>
                <a:latin typeface="Arial"/>
              </a:rPr>
              <a:t>DOSSIER NON PRIORISÉ</a:t>
            </a:r>
          </a:p>
        </p:txBody>
      </p:sp>
      <p:sp>
        <p:nvSpPr>
          <p:cNvPr id="23" name="TextBox 22"/>
          <p:cNvSpPr txBox="1"/>
          <p:nvPr/>
        </p:nvSpPr>
        <p:spPr>
          <a:xfrm>
            <a:off x="1097280" y="4315968"/>
            <a:ext cx="9875520" cy="384048"/>
          </a:xfrm>
          <a:prstGeom prst="rect">
            <a:avLst/>
          </a:prstGeom>
          <a:noFill/>
        </p:spPr>
        <p:txBody>
          <a:bodyPr wrap="square" lIns="45720" rIns="45720" anchor="ctr">
            <a:spAutoFit/>
          </a:bodyPr>
          <a:lstStyle/>
          <a:p>
            <a:pPr algn="ctr"/>
            <a:r>
              <a:rPr sz="1700" b="1">
                <a:solidFill>
                  <a:srgbClr val="00125B"/>
                </a:solidFill>
                <a:latin typeface="Arial"/>
              </a:rPr>
              <a:t>Objectif : réduire ce risque sans automatiser la décision du conseiller.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Un même dossier combine données structurées, texte et cible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2 500 dossiers • 10 colonnes • une variable sensible isolée</a:t>
            </a:r>
          </a:p>
        </p:txBody>
      </p:sp>
      <p:sp>
        <p:nvSpPr>
          <p:cNvPr id="7" name="Rounded Rectangle 6"/>
          <p:cNvSpPr/>
          <p:nvPr/>
        </p:nvSpPr>
        <p:spPr>
          <a:xfrm>
            <a:off x="411480" y="1508760"/>
            <a:ext cx="2057400" cy="2743200"/>
          </a:xfrm>
          <a:prstGeom prst="roundRect">
            <a:avLst>
              <a:gd name="adj" fmla="val 8000"/>
            </a:avLst>
          </a:prstGeom>
          <a:solidFill>
            <a:srgbClr val="0070E6"/>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783080"/>
            <a:ext cx="1783080" cy="320040"/>
          </a:xfrm>
          <a:prstGeom prst="rect">
            <a:avLst/>
          </a:prstGeom>
          <a:noFill/>
        </p:spPr>
        <p:txBody>
          <a:bodyPr wrap="square" lIns="45720" rIns="45720" anchor="ctr">
            <a:spAutoFit/>
          </a:bodyPr>
          <a:lstStyle/>
          <a:p>
            <a:pPr algn="ctr"/>
            <a:r>
              <a:rPr sz="1300" b="1">
                <a:solidFill>
                  <a:srgbClr val="FFFFFF"/>
                </a:solidFill>
                <a:latin typeface="Arial"/>
              </a:rPr>
              <a:t>NUMÉRIQUE</a:t>
            </a:r>
          </a:p>
        </p:txBody>
      </p:sp>
      <p:sp>
        <p:nvSpPr>
          <p:cNvPr id="9" name="TextBox 8"/>
          <p:cNvSpPr txBox="1"/>
          <p:nvPr/>
        </p:nvSpPr>
        <p:spPr>
          <a:xfrm>
            <a:off x="576072" y="2468880"/>
            <a:ext cx="1728216" cy="1051560"/>
          </a:xfrm>
          <a:prstGeom prst="rect">
            <a:avLst/>
          </a:prstGeom>
          <a:noFill/>
        </p:spPr>
        <p:txBody>
          <a:bodyPr wrap="square" lIns="45720" rIns="45720" anchor="ctr">
            <a:spAutoFit/>
          </a:bodyPr>
          <a:lstStyle/>
          <a:p>
            <a:pPr algn="ctr"/>
            <a:r>
              <a:rPr sz="1700" b="1">
                <a:solidFill>
                  <a:srgbClr val="FFFFFF"/>
                </a:solidFill>
                <a:latin typeface="Arial"/>
              </a:rPr>
              <a:t>âge
ancienneté</a:t>
            </a:r>
          </a:p>
        </p:txBody>
      </p:sp>
      <p:sp>
        <p:nvSpPr>
          <p:cNvPr id="10" name="Rounded Rectangle 9"/>
          <p:cNvSpPr/>
          <p:nvPr/>
        </p:nvSpPr>
        <p:spPr>
          <a:xfrm>
            <a:off x="2743200" y="1508760"/>
            <a:ext cx="2057400" cy="2743200"/>
          </a:xfrm>
          <a:prstGeom prst="roundRect">
            <a:avLst>
              <a:gd name="adj" fmla="val 8000"/>
            </a:avLst>
          </a:prstGeom>
          <a:solidFill>
            <a:srgbClr val="37BEEB"/>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80360" y="1783080"/>
            <a:ext cx="1783080" cy="320040"/>
          </a:xfrm>
          <a:prstGeom prst="rect">
            <a:avLst/>
          </a:prstGeom>
          <a:noFill/>
        </p:spPr>
        <p:txBody>
          <a:bodyPr wrap="square" lIns="45720" rIns="45720" anchor="ctr">
            <a:spAutoFit/>
          </a:bodyPr>
          <a:lstStyle/>
          <a:p>
            <a:pPr algn="ctr"/>
            <a:r>
              <a:rPr sz="1300" b="1">
                <a:solidFill>
                  <a:srgbClr val="FFFFFF"/>
                </a:solidFill>
                <a:latin typeface="Arial"/>
              </a:rPr>
              <a:t>CATÉGORIEL</a:t>
            </a:r>
          </a:p>
        </p:txBody>
      </p:sp>
      <p:sp>
        <p:nvSpPr>
          <p:cNvPr id="12" name="TextBox 11"/>
          <p:cNvSpPr txBox="1"/>
          <p:nvPr/>
        </p:nvSpPr>
        <p:spPr>
          <a:xfrm>
            <a:off x="2907792" y="2425273"/>
            <a:ext cx="1728216" cy="1138773"/>
          </a:xfrm>
          <a:prstGeom prst="rect">
            <a:avLst/>
          </a:prstGeom>
          <a:noFill/>
        </p:spPr>
        <p:txBody>
          <a:bodyPr wrap="square" lIns="45720" rIns="45720" anchor="ctr">
            <a:spAutoFit/>
          </a:bodyPr>
          <a:lstStyle/>
          <a:p>
            <a:pPr algn="ctr"/>
            <a:r>
              <a:rPr lang="fr-FR" sz="1700" b="1" dirty="0">
                <a:solidFill>
                  <a:srgbClr val="FFFFFF"/>
                </a:solidFill>
                <a:latin typeface="Arial"/>
              </a:rPr>
              <a:t>d</a:t>
            </a:r>
            <a:r>
              <a:rPr sz="1700" b="1" dirty="0" err="1">
                <a:solidFill>
                  <a:srgbClr val="FFFFFF"/>
                </a:solidFill>
                <a:latin typeface="Arial"/>
              </a:rPr>
              <a:t>iplôme</a:t>
            </a:r>
            <a:endParaRPr lang="fr-FR" sz="1700" b="1" dirty="0">
              <a:solidFill>
                <a:srgbClr val="FFFFFF"/>
              </a:solidFill>
              <a:latin typeface="Arial"/>
            </a:endParaRPr>
          </a:p>
          <a:p>
            <a:pPr algn="ctr"/>
            <a:r>
              <a:rPr sz="1700" b="1" dirty="0">
                <a:solidFill>
                  <a:srgbClr val="FFFFFF"/>
                </a:solidFill>
                <a:latin typeface="Arial"/>
              </a:rPr>
              <a:t> métier
allocation </a:t>
            </a:r>
            <a:r>
              <a:rPr sz="1700" b="1" dirty="0" err="1">
                <a:solidFill>
                  <a:srgbClr val="FFFFFF"/>
                </a:solidFill>
                <a:latin typeface="Arial"/>
              </a:rPr>
              <a:t>géographie</a:t>
            </a:r>
            <a:endParaRPr sz="1700" b="1" dirty="0">
              <a:solidFill>
                <a:srgbClr val="FFFFFF"/>
              </a:solidFill>
              <a:latin typeface="Arial"/>
            </a:endParaRPr>
          </a:p>
        </p:txBody>
      </p:sp>
      <p:sp>
        <p:nvSpPr>
          <p:cNvPr id="13" name="Rounded Rectangle 12"/>
          <p:cNvSpPr/>
          <p:nvPr/>
        </p:nvSpPr>
        <p:spPr>
          <a:xfrm>
            <a:off x="5074920" y="1508760"/>
            <a:ext cx="2057400" cy="2743200"/>
          </a:xfrm>
          <a:prstGeom prst="roundRect">
            <a:avLst>
              <a:gd name="adj" fmla="val 8000"/>
            </a:avLst>
          </a:prstGeom>
          <a:solidFill>
            <a:srgbClr val="6548AA"/>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212080" y="1783080"/>
            <a:ext cx="1783080" cy="320040"/>
          </a:xfrm>
          <a:prstGeom prst="rect">
            <a:avLst/>
          </a:prstGeom>
          <a:noFill/>
        </p:spPr>
        <p:txBody>
          <a:bodyPr wrap="square" lIns="45720" rIns="45720" anchor="ctr">
            <a:spAutoFit/>
          </a:bodyPr>
          <a:lstStyle/>
          <a:p>
            <a:pPr algn="ctr"/>
            <a:r>
              <a:rPr sz="1300" b="1">
                <a:solidFill>
                  <a:srgbClr val="FFFFFF"/>
                </a:solidFill>
                <a:latin typeface="Arial"/>
              </a:rPr>
              <a:t>TEXTE LIBRE</a:t>
            </a:r>
          </a:p>
        </p:txBody>
      </p:sp>
      <p:sp>
        <p:nvSpPr>
          <p:cNvPr id="15" name="TextBox 14"/>
          <p:cNvSpPr txBox="1"/>
          <p:nvPr/>
        </p:nvSpPr>
        <p:spPr>
          <a:xfrm>
            <a:off x="5239512" y="2468880"/>
            <a:ext cx="1728216" cy="1051560"/>
          </a:xfrm>
          <a:prstGeom prst="rect">
            <a:avLst/>
          </a:prstGeom>
          <a:noFill/>
        </p:spPr>
        <p:txBody>
          <a:bodyPr wrap="square" lIns="45720" rIns="45720" anchor="ctr">
            <a:spAutoFit/>
          </a:bodyPr>
          <a:lstStyle/>
          <a:p>
            <a:pPr algn="ctr"/>
            <a:r>
              <a:rPr sz="1700" b="1">
                <a:solidFill>
                  <a:srgbClr val="FFFFFF"/>
                </a:solidFill>
                <a:latin typeface="Arial"/>
              </a:rPr>
              <a:t>synthèse
d’entretien</a:t>
            </a:r>
          </a:p>
        </p:txBody>
      </p:sp>
      <p:sp>
        <p:nvSpPr>
          <p:cNvPr id="16" name="Rounded Rectangle 15"/>
          <p:cNvSpPr/>
          <p:nvPr/>
        </p:nvSpPr>
        <p:spPr>
          <a:xfrm>
            <a:off x="7406640" y="1508760"/>
            <a:ext cx="2057400" cy="2743200"/>
          </a:xfrm>
          <a:prstGeom prst="roundRect">
            <a:avLst>
              <a:gd name="adj" fmla="val 8000"/>
            </a:avLst>
          </a:prstGeom>
          <a:solidFill>
            <a:srgbClr val="DA3641"/>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43800" y="1783080"/>
            <a:ext cx="1783080" cy="320040"/>
          </a:xfrm>
          <a:prstGeom prst="rect">
            <a:avLst/>
          </a:prstGeom>
          <a:noFill/>
        </p:spPr>
        <p:txBody>
          <a:bodyPr wrap="square" lIns="45720" rIns="45720" anchor="ctr">
            <a:spAutoFit/>
          </a:bodyPr>
          <a:lstStyle/>
          <a:p>
            <a:pPr algn="ctr"/>
            <a:r>
              <a:rPr sz="1300" b="1">
                <a:solidFill>
                  <a:srgbClr val="FFFFFF"/>
                </a:solidFill>
                <a:latin typeface="Arial"/>
              </a:rPr>
              <a:t>SENSIBLE</a:t>
            </a:r>
          </a:p>
        </p:txBody>
      </p:sp>
      <p:sp>
        <p:nvSpPr>
          <p:cNvPr id="18" name="TextBox 17"/>
          <p:cNvSpPr txBox="1"/>
          <p:nvPr/>
        </p:nvSpPr>
        <p:spPr>
          <a:xfrm>
            <a:off x="7571231" y="2468880"/>
            <a:ext cx="1728216" cy="1051560"/>
          </a:xfrm>
          <a:prstGeom prst="rect">
            <a:avLst/>
          </a:prstGeom>
          <a:noFill/>
        </p:spPr>
        <p:txBody>
          <a:bodyPr wrap="square" lIns="45720" rIns="45720" anchor="ctr">
            <a:spAutoFit/>
          </a:bodyPr>
          <a:lstStyle/>
          <a:p>
            <a:pPr algn="ctr"/>
            <a:r>
              <a:rPr sz="1700" b="1">
                <a:solidFill>
                  <a:srgbClr val="FFFFFF"/>
                </a:solidFill>
                <a:latin typeface="Arial"/>
              </a:rPr>
              <a:t>nationalite_hors_ue</a:t>
            </a:r>
          </a:p>
        </p:txBody>
      </p:sp>
      <p:sp>
        <p:nvSpPr>
          <p:cNvPr id="19" name="Rounded Rectangle 18"/>
          <p:cNvSpPr/>
          <p:nvPr/>
        </p:nvSpPr>
        <p:spPr>
          <a:xfrm>
            <a:off x="9738359" y="1508760"/>
            <a:ext cx="2057400" cy="2743200"/>
          </a:xfrm>
          <a:prstGeom prst="roundRect">
            <a:avLst>
              <a:gd name="adj" fmla="val 8000"/>
            </a:avLst>
          </a:prstGeom>
          <a:solidFill>
            <a:srgbClr val="23925B"/>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19" y="1783080"/>
            <a:ext cx="1783080" cy="320040"/>
          </a:xfrm>
          <a:prstGeom prst="rect">
            <a:avLst/>
          </a:prstGeom>
          <a:noFill/>
        </p:spPr>
        <p:txBody>
          <a:bodyPr wrap="square" lIns="45720" rIns="45720" anchor="ctr">
            <a:spAutoFit/>
          </a:bodyPr>
          <a:lstStyle/>
          <a:p>
            <a:pPr algn="ctr"/>
            <a:r>
              <a:rPr sz="1300" b="1">
                <a:solidFill>
                  <a:srgbClr val="FFFFFF"/>
                </a:solidFill>
                <a:latin typeface="Arial"/>
              </a:rPr>
              <a:t>CIBLE</a:t>
            </a:r>
          </a:p>
        </p:txBody>
      </p:sp>
      <p:sp>
        <p:nvSpPr>
          <p:cNvPr id="21" name="TextBox 20"/>
          <p:cNvSpPr txBox="1"/>
          <p:nvPr/>
        </p:nvSpPr>
        <p:spPr>
          <a:xfrm>
            <a:off x="9902951" y="2468880"/>
            <a:ext cx="1728216" cy="1051560"/>
          </a:xfrm>
          <a:prstGeom prst="rect">
            <a:avLst/>
          </a:prstGeom>
          <a:noFill/>
        </p:spPr>
        <p:txBody>
          <a:bodyPr wrap="square" lIns="45720" rIns="45720" anchor="ctr">
            <a:spAutoFit/>
          </a:bodyPr>
          <a:lstStyle/>
          <a:p>
            <a:pPr algn="ctr"/>
            <a:r>
              <a:rPr sz="1700" b="1">
                <a:solidFill>
                  <a:srgbClr val="FFFFFF"/>
                </a:solidFill>
                <a:latin typeface="Arial"/>
              </a:rPr>
              <a:t>classe 0, 1 ou 2</a:t>
            </a:r>
          </a:p>
        </p:txBody>
      </p:sp>
      <p:sp>
        <p:nvSpPr>
          <p:cNvPr id="22" name="TextBox 21"/>
          <p:cNvSpPr txBox="1"/>
          <p:nvPr/>
        </p:nvSpPr>
        <p:spPr>
          <a:xfrm>
            <a:off x="594360" y="4709160"/>
            <a:ext cx="2560320" cy="320040"/>
          </a:xfrm>
          <a:prstGeom prst="rect">
            <a:avLst/>
          </a:prstGeom>
          <a:noFill/>
        </p:spPr>
        <p:txBody>
          <a:bodyPr wrap="square" lIns="45720" rIns="45720" anchor="ctr">
            <a:spAutoFit/>
          </a:bodyPr>
          <a:lstStyle/>
          <a:p>
            <a:pPr algn="l"/>
            <a:r>
              <a:rPr sz="1400" b="1" dirty="0" err="1">
                <a:solidFill>
                  <a:srgbClr val="00125B"/>
                </a:solidFill>
                <a:latin typeface="Arial"/>
              </a:rPr>
              <a:t>Limites</a:t>
            </a:r>
            <a:r>
              <a:rPr sz="1400" b="1" dirty="0">
                <a:solidFill>
                  <a:srgbClr val="00125B"/>
                </a:solidFill>
                <a:latin typeface="Arial"/>
              </a:rPr>
              <a:t> à </a:t>
            </a:r>
            <a:r>
              <a:rPr sz="1400" b="1" dirty="0" err="1">
                <a:solidFill>
                  <a:srgbClr val="00125B"/>
                </a:solidFill>
                <a:latin typeface="Arial"/>
              </a:rPr>
              <a:t>garder</a:t>
            </a:r>
            <a:r>
              <a:rPr sz="1400" b="1" dirty="0">
                <a:solidFill>
                  <a:srgbClr val="00125B"/>
                </a:solidFill>
                <a:latin typeface="Arial"/>
              </a:rPr>
              <a:t> </a:t>
            </a:r>
            <a:r>
              <a:rPr sz="1400" b="1" dirty="0" err="1">
                <a:solidFill>
                  <a:srgbClr val="00125B"/>
                </a:solidFill>
                <a:latin typeface="Arial"/>
              </a:rPr>
              <a:t>visibles</a:t>
            </a:r>
            <a:endParaRPr sz="1400" b="1" dirty="0">
              <a:solidFill>
                <a:srgbClr val="00125B"/>
              </a:solidFill>
              <a:latin typeface="Arial"/>
            </a:endParaRPr>
          </a:p>
        </p:txBody>
      </p:sp>
      <p:sp>
        <p:nvSpPr>
          <p:cNvPr id="23" name="Rounded Rectangle 22"/>
          <p:cNvSpPr/>
          <p:nvPr/>
        </p:nvSpPr>
        <p:spPr>
          <a:xfrm>
            <a:off x="2971800" y="4690872"/>
            <a:ext cx="2148840" cy="384048"/>
          </a:xfrm>
          <a:prstGeom prst="roundRect">
            <a:avLst>
              <a:gd name="adj" fmla="val 8000"/>
            </a:avLst>
          </a:prstGeom>
          <a:solidFill>
            <a:srgbClr val="F17E2F"/>
          </a:solidFill>
          <a:ln>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71800" y="4690872"/>
            <a:ext cx="2148840" cy="384048"/>
          </a:xfrm>
          <a:prstGeom prst="rect">
            <a:avLst/>
          </a:prstGeom>
          <a:noFill/>
        </p:spPr>
        <p:txBody>
          <a:bodyPr wrap="square" lIns="45720" rIns="45720" anchor="ctr">
            <a:spAutoFit/>
          </a:bodyPr>
          <a:lstStyle/>
          <a:p>
            <a:pPr algn="ctr"/>
            <a:r>
              <a:rPr sz="1200" b="1">
                <a:solidFill>
                  <a:srgbClr val="FFFFFF"/>
                </a:solidFill>
                <a:latin typeface="Arial"/>
              </a:rPr>
              <a:t>classe 2 minoritaire</a:t>
            </a:r>
          </a:p>
        </p:txBody>
      </p:sp>
      <p:sp>
        <p:nvSpPr>
          <p:cNvPr id="25" name="Rounded Rectangle 24"/>
          <p:cNvSpPr/>
          <p:nvPr/>
        </p:nvSpPr>
        <p:spPr>
          <a:xfrm>
            <a:off x="5303520" y="4690872"/>
            <a:ext cx="2148840" cy="384048"/>
          </a:xfrm>
          <a:prstGeom prst="roundRect">
            <a:avLst>
              <a:gd name="adj" fmla="val 8000"/>
            </a:avLst>
          </a:prstGeom>
          <a:solidFill>
            <a:srgbClr val="6548AA"/>
          </a:solidFill>
          <a:ln>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303520" y="4690872"/>
            <a:ext cx="2148840" cy="384048"/>
          </a:xfrm>
          <a:prstGeom prst="rect">
            <a:avLst/>
          </a:prstGeom>
          <a:noFill/>
        </p:spPr>
        <p:txBody>
          <a:bodyPr wrap="square" lIns="45720" rIns="45720" anchor="ctr">
            <a:spAutoFit/>
          </a:bodyPr>
          <a:lstStyle/>
          <a:p>
            <a:pPr algn="ctr"/>
            <a:r>
              <a:rPr sz="1200" b="1">
                <a:solidFill>
                  <a:srgbClr val="FFFFFF"/>
                </a:solidFill>
                <a:latin typeface="Arial"/>
              </a:rPr>
              <a:t>texte peu diversifié</a:t>
            </a:r>
          </a:p>
        </p:txBody>
      </p:sp>
      <p:sp>
        <p:nvSpPr>
          <p:cNvPr id="27" name="Rounded Rectangle 26"/>
          <p:cNvSpPr/>
          <p:nvPr/>
        </p:nvSpPr>
        <p:spPr>
          <a:xfrm>
            <a:off x="7635240" y="4690872"/>
            <a:ext cx="1920240" cy="384048"/>
          </a:xfrm>
          <a:prstGeom prst="roundRect">
            <a:avLst>
              <a:gd name="adj" fmla="val 8000"/>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635240" y="4690872"/>
            <a:ext cx="1920240" cy="384048"/>
          </a:xfrm>
          <a:prstGeom prst="rect">
            <a:avLst/>
          </a:prstGeom>
          <a:noFill/>
        </p:spPr>
        <p:txBody>
          <a:bodyPr wrap="square" lIns="45720" rIns="45720" anchor="ctr">
            <a:spAutoFit/>
          </a:bodyPr>
          <a:lstStyle/>
          <a:p>
            <a:pPr algn="ctr"/>
            <a:r>
              <a:rPr sz="1200" b="1">
                <a:solidFill>
                  <a:srgbClr val="FFFFFF"/>
                </a:solidFill>
                <a:latin typeface="Arial"/>
              </a:rPr>
              <a:t>proxys possibles</a:t>
            </a:r>
          </a:p>
        </p:txBody>
      </p:sp>
      <p:sp>
        <p:nvSpPr>
          <p:cNvPr id="29" name="TextBox 28"/>
          <p:cNvSpPr txBox="1"/>
          <p:nvPr/>
        </p:nvSpPr>
        <p:spPr>
          <a:xfrm>
            <a:off x="685800" y="5513832"/>
            <a:ext cx="10789920" cy="384048"/>
          </a:xfrm>
          <a:prstGeom prst="rect">
            <a:avLst/>
          </a:prstGeom>
          <a:noFill/>
        </p:spPr>
        <p:txBody>
          <a:bodyPr wrap="square" lIns="45720" rIns="45720" anchor="ctr">
            <a:spAutoFit/>
          </a:bodyPr>
          <a:lstStyle/>
          <a:p>
            <a:pPr algn="ctr"/>
            <a:r>
              <a:rPr sz="1700" b="1">
                <a:solidFill>
                  <a:srgbClr val="1C2530"/>
                </a:solidFill>
                <a:latin typeface="Arial"/>
              </a:rPr>
              <a:t>Retirer une variable sensible directe ne suffit pas à garantir l’absence de biais.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La classe 2 est minoritaire : 18,08 % des dossiers</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 déséquilibre et les proxys possibles guident la suite</a:t>
            </a:r>
          </a:p>
        </p:txBody>
      </p:sp>
      <p:sp>
        <p:nvSpPr>
          <p:cNvPr id="7" name="TextBox 6"/>
          <p:cNvSpPr txBox="1"/>
          <p:nvPr/>
        </p:nvSpPr>
        <p:spPr>
          <a:xfrm>
            <a:off x="640080" y="1508760"/>
            <a:ext cx="1188720" cy="320040"/>
          </a:xfrm>
          <a:prstGeom prst="rect">
            <a:avLst/>
          </a:prstGeom>
          <a:noFill/>
        </p:spPr>
        <p:txBody>
          <a:bodyPr wrap="square" lIns="45720" rIns="45720" anchor="ctr">
            <a:spAutoFit/>
          </a:bodyPr>
          <a:lstStyle/>
          <a:p>
            <a:pPr algn="l"/>
            <a:r>
              <a:rPr sz="1500" b="1">
                <a:solidFill>
                  <a:srgbClr val="1C2530"/>
                </a:solidFill>
                <a:latin typeface="Arial"/>
              </a:rPr>
              <a:t>Classe 0</a:t>
            </a:r>
          </a:p>
        </p:txBody>
      </p:sp>
      <p:sp>
        <p:nvSpPr>
          <p:cNvPr id="8" name="Rectangle 7"/>
          <p:cNvSpPr/>
          <p:nvPr/>
        </p:nvSpPr>
        <p:spPr>
          <a:xfrm>
            <a:off x="1920240" y="1508760"/>
            <a:ext cx="5135270" cy="502920"/>
          </a:xfrm>
          <a:prstGeom prst="rect">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57400" y="1508760"/>
            <a:ext cx="1828800" cy="502920"/>
          </a:xfrm>
          <a:prstGeom prst="rect">
            <a:avLst/>
          </a:prstGeom>
          <a:noFill/>
        </p:spPr>
        <p:txBody>
          <a:bodyPr wrap="square" lIns="45720" rIns="45720" anchor="ctr">
            <a:spAutoFit/>
          </a:bodyPr>
          <a:lstStyle/>
          <a:p>
            <a:pPr algn="l"/>
            <a:r>
              <a:rPr sz="1600" b="1">
                <a:solidFill>
                  <a:srgbClr val="FFFFFF"/>
                </a:solidFill>
                <a:latin typeface="Arial"/>
              </a:rPr>
              <a:t>37,44 %</a:t>
            </a:r>
          </a:p>
        </p:txBody>
      </p:sp>
      <p:sp>
        <p:nvSpPr>
          <p:cNvPr id="10" name="TextBox 9"/>
          <p:cNvSpPr txBox="1"/>
          <p:nvPr/>
        </p:nvSpPr>
        <p:spPr>
          <a:xfrm>
            <a:off x="640080" y="2560320"/>
            <a:ext cx="1188720" cy="320040"/>
          </a:xfrm>
          <a:prstGeom prst="rect">
            <a:avLst/>
          </a:prstGeom>
          <a:noFill/>
        </p:spPr>
        <p:txBody>
          <a:bodyPr wrap="square" lIns="45720" rIns="45720" anchor="ctr">
            <a:spAutoFit/>
          </a:bodyPr>
          <a:lstStyle/>
          <a:p>
            <a:pPr algn="l"/>
            <a:r>
              <a:rPr sz="1500" b="1">
                <a:solidFill>
                  <a:srgbClr val="1C2530"/>
                </a:solidFill>
                <a:latin typeface="Arial"/>
              </a:rPr>
              <a:t>Classe 1</a:t>
            </a:r>
          </a:p>
        </p:txBody>
      </p:sp>
      <p:sp>
        <p:nvSpPr>
          <p:cNvPr id="11" name="Rectangle 10"/>
          <p:cNvSpPr/>
          <p:nvPr/>
        </p:nvSpPr>
        <p:spPr>
          <a:xfrm>
            <a:off x="1920240" y="2560320"/>
            <a:ext cx="6100876" cy="502920"/>
          </a:xfrm>
          <a:prstGeom prst="rect">
            <a:avLst/>
          </a:prstGeom>
          <a:solidFill>
            <a:srgbClr val="37BEEB"/>
          </a:solidFill>
          <a:ln>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57400" y="2560320"/>
            <a:ext cx="1828800" cy="502920"/>
          </a:xfrm>
          <a:prstGeom prst="rect">
            <a:avLst/>
          </a:prstGeom>
          <a:noFill/>
        </p:spPr>
        <p:txBody>
          <a:bodyPr wrap="square" lIns="45720" rIns="45720" anchor="ctr">
            <a:spAutoFit/>
          </a:bodyPr>
          <a:lstStyle/>
          <a:p>
            <a:pPr algn="l"/>
            <a:r>
              <a:rPr sz="1600" b="1">
                <a:solidFill>
                  <a:srgbClr val="FFFFFF"/>
                </a:solidFill>
                <a:latin typeface="Arial"/>
              </a:rPr>
              <a:t>44,48 %</a:t>
            </a:r>
          </a:p>
        </p:txBody>
      </p:sp>
      <p:sp>
        <p:nvSpPr>
          <p:cNvPr id="13" name="TextBox 12"/>
          <p:cNvSpPr txBox="1"/>
          <p:nvPr/>
        </p:nvSpPr>
        <p:spPr>
          <a:xfrm>
            <a:off x="640080" y="3611879"/>
            <a:ext cx="1188720" cy="320040"/>
          </a:xfrm>
          <a:prstGeom prst="rect">
            <a:avLst/>
          </a:prstGeom>
          <a:noFill/>
        </p:spPr>
        <p:txBody>
          <a:bodyPr wrap="square" lIns="45720" rIns="45720" anchor="ctr">
            <a:spAutoFit/>
          </a:bodyPr>
          <a:lstStyle/>
          <a:p>
            <a:pPr algn="l"/>
            <a:r>
              <a:rPr sz="1500" b="1">
                <a:solidFill>
                  <a:srgbClr val="1C2530"/>
                </a:solidFill>
                <a:latin typeface="Arial"/>
              </a:rPr>
              <a:t>Classe 2</a:t>
            </a:r>
          </a:p>
        </p:txBody>
      </p:sp>
      <p:sp>
        <p:nvSpPr>
          <p:cNvPr id="14" name="Rectangle 13"/>
          <p:cNvSpPr/>
          <p:nvPr/>
        </p:nvSpPr>
        <p:spPr>
          <a:xfrm>
            <a:off x="1920240" y="3611879"/>
            <a:ext cx="2479852" cy="502920"/>
          </a:xfrm>
          <a:prstGeom prst="rect">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057400" y="3611879"/>
            <a:ext cx="1828800" cy="502920"/>
          </a:xfrm>
          <a:prstGeom prst="rect">
            <a:avLst/>
          </a:prstGeom>
          <a:noFill/>
        </p:spPr>
        <p:txBody>
          <a:bodyPr wrap="square" lIns="45720" rIns="45720" anchor="ctr">
            <a:spAutoFit/>
          </a:bodyPr>
          <a:lstStyle/>
          <a:p>
            <a:pPr algn="l"/>
            <a:r>
              <a:rPr sz="1600" b="1">
                <a:solidFill>
                  <a:srgbClr val="FFFFFF"/>
                </a:solidFill>
                <a:latin typeface="Arial"/>
              </a:rPr>
              <a:t>18,08 %</a:t>
            </a:r>
          </a:p>
        </p:txBody>
      </p:sp>
      <p:sp>
        <p:nvSpPr>
          <p:cNvPr id="16" name="Rounded Rectangle 15"/>
          <p:cNvSpPr/>
          <p:nvPr/>
        </p:nvSpPr>
        <p:spPr>
          <a:xfrm>
            <a:off x="8595360" y="1417320"/>
            <a:ext cx="2743200" cy="3246120"/>
          </a:xfrm>
          <a:prstGeom prst="roundRect">
            <a:avLst>
              <a:gd name="adj" fmla="val 8000"/>
            </a:avLst>
          </a:prstGeom>
          <a:solidFill>
            <a:srgbClr val="FFF3E7"/>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0" y="1673352"/>
            <a:ext cx="2194560" cy="292608"/>
          </a:xfrm>
          <a:prstGeom prst="rect">
            <a:avLst/>
          </a:prstGeom>
          <a:noFill/>
        </p:spPr>
        <p:txBody>
          <a:bodyPr wrap="square" lIns="45720" rIns="45720" anchor="ctr">
            <a:spAutoFit/>
          </a:bodyPr>
          <a:lstStyle/>
          <a:p>
            <a:pPr algn="ctr"/>
            <a:r>
              <a:rPr sz="1300" b="1">
                <a:solidFill>
                  <a:srgbClr val="F17E2F"/>
                </a:solidFill>
                <a:latin typeface="Arial"/>
              </a:rPr>
              <a:t>À SURVEILLER</a:t>
            </a:r>
          </a:p>
        </p:txBody>
      </p:sp>
      <p:sp>
        <p:nvSpPr>
          <p:cNvPr id="18" name="TextBox 17"/>
          <p:cNvSpPr txBox="1"/>
          <p:nvPr/>
        </p:nvSpPr>
        <p:spPr>
          <a:xfrm>
            <a:off x="8851392" y="2148840"/>
            <a:ext cx="2148840" cy="2103120"/>
          </a:xfrm>
          <a:prstGeom prst="rect">
            <a:avLst/>
          </a:prstGeom>
          <a:noFill/>
        </p:spPr>
        <p:txBody>
          <a:bodyPr wrap="square" lIns="73152" rIns="45720">
            <a:spAutoFit/>
          </a:bodyPr>
          <a:lstStyle/>
          <a:p>
            <a:pPr>
              <a:spcAft>
                <a:spcPts val="700"/>
              </a:spcAft>
              <a:defRPr sz="1300">
                <a:solidFill>
                  <a:srgbClr val="1C2530"/>
                </a:solidFill>
                <a:latin typeface="Arial"/>
              </a:defRPr>
            </a:pPr>
            <a:r>
              <a:t>• valeurs manquantes modérées</a:t>
            </a:r>
          </a:p>
          <a:p>
            <a:pPr>
              <a:spcAft>
                <a:spcPts val="700"/>
              </a:spcAft>
              <a:defRPr sz="1300">
                <a:solidFill>
                  <a:srgbClr val="1C2530"/>
                </a:solidFill>
                <a:latin typeface="Arial"/>
              </a:defRPr>
            </a:pPr>
            <a:r>
              <a:t>• écarts liés à la nationalité</a:t>
            </a:r>
          </a:p>
          <a:p>
            <a:pPr>
              <a:spcAft>
                <a:spcPts val="700"/>
              </a:spcAft>
              <a:defRPr sz="1300">
                <a:solidFill>
                  <a:srgbClr val="1C2530"/>
                </a:solidFill>
                <a:latin typeface="Arial"/>
              </a:defRPr>
            </a:pPr>
            <a:r>
              <a:t>• proxys : âge, allocation, géographie, texte</a:t>
            </a:r>
          </a:p>
          <a:p>
            <a:pPr>
              <a:spcAft>
                <a:spcPts val="700"/>
              </a:spcAft>
              <a:defRPr sz="1300">
                <a:solidFill>
                  <a:srgbClr val="1C2530"/>
                </a:solidFill>
                <a:latin typeface="Arial"/>
              </a:defRPr>
            </a:pPr>
            <a:r>
              <a:t>• texte répétitif : sur-apprentissage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Les choix reposent sur l’OOF, avec une réserve sur le test</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 test final a été consulté dans une version antérieure : il n’est pas présenté comme totalement vierge</a:t>
            </a:r>
          </a:p>
        </p:txBody>
      </p:sp>
      <p:sp>
        <p:nvSpPr>
          <p:cNvPr id="7" name="Rounded Rectangle 6"/>
          <p:cNvSpPr/>
          <p:nvPr/>
        </p:nvSpPr>
        <p:spPr>
          <a:xfrm>
            <a:off x="411480" y="1508760"/>
            <a:ext cx="1874519" cy="1325880"/>
          </a:xfrm>
          <a:prstGeom prst="roundRect">
            <a:avLst>
              <a:gd name="adj" fmla="val 8000"/>
            </a:avLst>
          </a:prstGeom>
          <a:solidFill>
            <a:srgbClr val="5C6974"/>
          </a:solidFill>
          <a:ln w="12700">
            <a:solidFill>
              <a:srgbClr val="5C6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115568" y="1298448"/>
            <a:ext cx="457200" cy="384048"/>
          </a:xfrm>
          <a:prstGeom prst="roundRect">
            <a:avLst>
              <a:gd name="adj" fmla="val 8000"/>
            </a:avLst>
          </a:prstGeom>
          <a:solidFill>
            <a:srgbClr val="5C6974"/>
          </a:solidFill>
          <a:ln>
            <a:solidFill>
              <a:srgbClr val="5C6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15568" y="1298448"/>
            <a:ext cx="457200" cy="384048"/>
          </a:xfrm>
          <a:prstGeom prst="rect">
            <a:avLst/>
          </a:prstGeom>
          <a:noFill/>
        </p:spPr>
        <p:txBody>
          <a:bodyPr wrap="square" lIns="45720" rIns="45720" anchor="ctr">
            <a:spAutoFit/>
          </a:bodyPr>
          <a:lstStyle/>
          <a:p>
            <a:pPr algn="ctr"/>
            <a:r>
              <a:rPr sz="1100" b="1">
                <a:solidFill>
                  <a:srgbClr val="FFFFFF"/>
                </a:solidFill>
                <a:latin typeface="Arial"/>
              </a:rPr>
              <a:t>1</a:t>
            </a:r>
          </a:p>
        </p:txBody>
      </p:sp>
      <p:sp>
        <p:nvSpPr>
          <p:cNvPr id="10" name="TextBox 9"/>
          <p:cNvSpPr txBox="1"/>
          <p:nvPr/>
        </p:nvSpPr>
        <p:spPr>
          <a:xfrm>
            <a:off x="566928" y="1783080"/>
            <a:ext cx="1572768" cy="685800"/>
          </a:xfrm>
          <a:prstGeom prst="rect">
            <a:avLst/>
          </a:prstGeom>
          <a:noFill/>
        </p:spPr>
        <p:txBody>
          <a:bodyPr wrap="square" lIns="45720" rIns="45720" anchor="ctr">
            <a:spAutoFit/>
          </a:bodyPr>
          <a:lstStyle/>
          <a:p>
            <a:pPr algn="ctr"/>
            <a:r>
              <a:rPr sz="1500" b="1">
                <a:solidFill>
                  <a:srgbClr val="FFFFFF"/>
                </a:solidFill>
                <a:latin typeface="Arial"/>
              </a:rPr>
              <a:t>Split stratifié</a:t>
            </a:r>
          </a:p>
        </p:txBody>
      </p:sp>
      <p:cxnSp>
        <p:nvCxnSpPr>
          <p:cNvPr id="11" name="Connector 10"/>
          <p:cNvCxnSpPr/>
          <p:nvPr/>
        </p:nvCxnSpPr>
        <p:spPr>
          <a:xfrm>
            <a:off x="2286000" y="2167128"/>
            <a:ext cx="41148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508760"/>
            <a:ext cx="1874519" cy="1325880"/>
          </a:xfrm>
          <a:prstGeom prst="roundRect">
            <a:avLst>
              <a:gd name="adj" fmla="val 8000"/>
            </a:avLst>
          </a:prstGeom>
          <a:solidFill>
            <a:srgbClr val="0070E6"/>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447288" y="1298448"/>
            <a:ext cx="457200"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47288" y="1298448"/>
            <a:ext cx="457200" cy="384048"/>
          </a:xfrm>
          <a:prstGeom prst="rect">
            <a:avLst/>
          </a:prstGeom>
          <a:noFill/>
        </p:spPr>
        <p:txBody>
          <a:bodyPr wrap="square" lIns="45720" rIns="45720" anchor="ctr">
            <a:spAutoFit/>
          </a:bodyPr>
          <a:lstStyle/>
          <a:p>
            <a:pPr algn="ctr"/>
            <a:r>
              <a:rPr sz="1100" b="1">
                <a:solidFill>
                  <a:srgbClr val="FFFFFF"/>
                </a:solidFill>
                <a:latin typeface="Arial"/>
              </a:rPr>
              <a:t>2</a:t>
            </a:r>
          </a:p>
        </p:txBody>
      </p:sp>
      <p:sp>
        <p:nvSpPr>
          <p:cNvPr id="15" name="TextBox 14"/>
          <p:cNvSpPr txBox="1"/>
          <p:nvPr/>
        </p:nvSpPr>
        <p:spPr>
          <a:xfrm>
            <a:off x="2898648" y="1783080"/>
            <a:ext cx="1572768" cy="685800"/>
          </a:xfrm>
          <a:prstGeom prst="rect">
            <a:avLst/>
          </a:prstGeom>
          <a:noFill/>
        </p:spPr>
        <p:txBody>
          <a:bodyPr wrap="square" lIns="45720" rIns="45720" anchor="ctr">
            <a:spAutoFit/>
          </a:bodyPr>
          <a:lstStyle/>
          <a:p>
            <a:pPr algn="ctr"/>
            <a:r>
              <a:rPr sz="1500" b="1">
                <a:solidFill>
                  <a:srgbClr val="FFFFFF"/>
                </a:solidFill>
                <a:latin typeface="Arial"/>
              </a:rPr>
              <a:t>Prétraitement
dans chaque fold</a:t>
            </a:r>
          </a:p>
        </p:txBody>
      </p:sp>
      <p:cxnSp>
        <p:nvCxnSpPr>
          <p:cNvPr id="16" name="Connector 15"/>
          <p:cNvCxnSpPr/>
          <p:nvPr/>
        </p:nvCxnSpPr>
        <p:spPr>
          <a:xfrm>
            <a:off x="4617720" y="2167128"/>
            <a:ext cx="41148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74920" y="1508760"/>
            <a:ext cx="1874519" cy="1325880"/>
          </a:xfrm>
          <a:prstGeom prst="roundRect">
            <a:avLst>
              <a:gd name="adj" fmla="val 8000"/>
            </a:avLst>
          </a:prstGeom>
          <a:solidFill>
            <a:srgbClr val="6548AA"/>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779008" y="1298448"/>
            <a:ext cx="457200" cy="384048"/>
          </a:xfrm>
          <a:prstGeom prst="roundRect">
            <a:avLst>
              <a:gd name="adj" fmla="val 8000"/>
            </a:avLst>
          </a:prstGeom>
          <a:solidFill>
            <a:srgbClr val="6548AA"/>
          </a:solidFill>
          <a:ln>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779008" y="1298448"/>
            <a:ext cx="457200" cy="384048"/>
          </a:xfrm>
          <a:prstGeom prst="rect">
            <a:avLst/>
          </a:prstGeom>
          <a:noFill/>
        </p:spPr>
        <p:txBody>
          <a:bodyPr wrap="square" lIns="45720" rIns="45720" anchor="ctr">
            <a:spAutoFit/>
          </a:bodyPr>
          <a:lstStyle/>
          <a:p>
            <a:pPr algn="ctr"/>
            <a:r>
              <a:rPr sz="1100" b="1">
                <a:solidFill>
                  <a:srgbClr val="FFFFFF"/>
                </a:solidFill>
                <a:latin typeface="Arial"/>
              </a:rPr>
              <a:t>3</a:t>
            </a:r>
          </a:p>
        </p:txBody>
      </p:sp>
      <p:sp>
        <p:nvSpPr>
          <p:cNvPr id="20" name="TextBox 19"/>
          <p:cNvSpPr txBox="1"/>
          <p:nvPr/>
        </p:nvSpPr>
        <p:spPr>
          <a:xfrm>
            <a:off x="5230368" y="1783080"/>
            <a:ext cx="1572768" cy="685800"/>
          </a:xfrm>
          <a:prstGeom prst="rect">
            <a:avLst/>
          </a:prstGeom>
          <a:noFill/>
        </p:spPr>
        <p:txBody>
          <a:bodyPr wrap="square" lIns="45720" rIns="45720" anchor="ctr">
            <a:spAutoFit/>
          </a:bodyPr>
          <a:lstStyle/>
          <a:p>
            <a:pPr algn="ctr"/>
            <a:r>
              <a:rPr sz="1500" b="1">
                <a:solidFill>
                  <a:srgbClr val="FFFFFF"/>
                </a:solidFill>
                <a:latin typeface="Arial"/>
              </a:rPr>
              <a:t>Prédictions OOF
validation croisée</a:t>
            </a:r>
          </a:p>
        </p:txBody>
      </p:sp>
      <p:cxnSp>
        <p:nvCxnSpPr>
          <p:cNvPr id="21" name="Connector 20"/>
          <p:cNvCxnSpPr/>
          <p:nvPr/>
        </p:nvCxnSpPr>
        <p:spPr>
          <a:xfrm>
            <a:off x="6949440" y="2167128"/>
            <a:ext cx="41148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406640" y="1508760"/>
            <a:ext cx="1874519" cy="1325880"/>
          </a:xfrm>
          <a:prstGeom prst="roundRect">
            <a:avLst>
              <a:gd name="adj" fmla="val 8000"/>
            </a:avLst>
          </a:prstGeom>
          <a:solidFill>
            <a:srgbClr val="F17E2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110727" y="1298448"/>
            <a:ext cx="457200" cy="384048"/>
          </a:xfrm>
          <a:prstGeom prst="roundRect">
            <a:avLst>
              <a:gd name="adj" fmla="val 8000"/>
            </a:avLst>
          </a:prstGeom>
          <a:solidFill>
            <a:srgbClr val="F17E2F"/>
          </a:solidFill>
          <a:ln>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10727" y="1298448"/>
            <a:ext cx="457200" cy="384048"/>
          </a:xfrm>
          <a:prstGeom prst="rect">
            <a:avLst/>
          </a:prstGeom>
          <a:noFill/>
        </p:spPr>
        <p:txBody>
          <a:bodyPr wrap="square" lIns="45720" rIns="45720" anchor="ctr">
            <a:spAutoFit/>
          </a:bodyPr>
          <a:lstStyle/>
          <a:p>
            <a:pPr algn="ctr"/>
            <a:r>
              <a:rPr sz="1100" b="1">
                <a:solidFill>
                  <a:srgbClr val="FFFFFF"/>
                </a:solidFill>
                <a:latin typeface="Arial"/>
              </a:rPr>
              <a:t>4</a:t>
            </a:r>
          </a:p>
        </p:txBody>
      </p:sp>
      <p:sp>
        <p:nvSpPr>
          <p:cNvPr id="25" name="TextBox 24"/>
          <p:cNvSpPr txBox="1"/>
          <p:nvPr/>
        </p:nvSpPr>
        <p:spPr>
          <a:xfrm>
            <a:off x="7562088" y="1783080"/>
            <a:ext cx="1572768" cy="685800"/>
          </a:xfrm>
          <a:prstGeom prst="rect">
            <a:avLst/>
          </a:prstGeom>
          <a:noFill/>
        </p:spPr>
        <p:txBody>
          <a:bodyPr wrap="square" lIns="45720" rIns="45720" anchor="ctr">
            <a:spAutoFit/>
          </a:bodyPr>
          <a:lstStyle/>
          <a:p>
            <a:pPr algn="ctr"/>
            <a:r>
              <a:rPr sz="1500" b="1">
                <a:solidFill>
                  <a:srgbClr val="FFFFFF"/>
                </a:solidFill>
                <a:latin typeface="Arial"/>
              </a:rPr>
              <a:t>Choix modèle
+ politique</a:t>
            </a:r>
          </a:p>
        </p:txBody>
      </p:sp>
      <p:cxnSp>
        <p:nvCxnSpPr>
          <p:cNvPr id="26" name="Connector 25"/>
          <p:cNvCxnSpPr/>
          <p:nvPr/>
        </p:nvCxnSpPr>
        <p:spPr>
          <a:xfrm>
            <a:off x="9281159" y="2167128"/>
            <a:ext cx="411481"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8359" y="1508760"/>
            <a:ext cx="1874519" cy="1325880"/>
          </a:xfrm>
          <a:prstGeom prst="roundRect">
            <a:avLst>
              <a:gd name="adj" fmla="val 8000"/>
            </a:avLst>
          </a:prstGeom>
          <a:solidFill>
            <a:srgbClr val="23925B"/>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442447" y="1298448"/>
            <a:ext cx="457200" cy="384048"/>
          </a:xfrm>
          <a:prstGeom prst="roundRect">
            <a:avLst>
              <a:gd name="adj" fmla="val 8000"/>
            </a:avLst>
          </a:prstGeom>
          <a:solidFill>
            <a:srgbClr val="23925B"/>
          </a:solidFill>
          <a:ln>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442447" y="1298448"/>
            <a:ext cx="457200" cy="384048"/>
          </a:xfrm>
          <a:prstGeom prst="rect">
            <a:avLst/>
          </a:prstGeom>
          <a:noFill/>
        </p:spPr>
        <p:txBody>
          <a:bodyPr wrap="square" lIns="45720" rIns="45720" anchor="ctr">
            <a:spAutoFit/>
          </a:bodyPr>
          <a:lstStyle/>
          <a:p>
            <a:pPr algn="ctr"/>
            <a:r>
              <a:rPr sz="1100" b="1">
                <a:solidFill>
                  <a:srgbClr val="FFFFFF"/>
                </a:solidFill>
                <a:latin typeface="Arial"/>
              </a:rPr>
              <a:t>5</a:t>
            </a:r>
          </a:p>
        </p:txBody>
      </p:sp>
      <p:sp>
        <p:nvSpPr>
          <p:cNvPr id="30" name="TextBox 29"/>
          <p:cNvSpPr txBox="1"/>
          <p:nvPr/>
        </p:nvSpPr>
        <p:spPr>
          <a:xfrm>
            <a:off x="9893807" y="1783080"/>
            <a:ext cx="1572768" cy="685800"/>
          </a:xfrm>
          <a:prstGeom prst="rect">
            <a:avLst/>
          </a:prstGeom>
          <a:noFill/>
        </p:spPr>
        <p:txBody>
          <a:bodyPr wrap="square" lIns="45720" rIns="45720" anchor="ctr">
            <a:spAutoFit/>
          </a:bodyPr>
          <a:lstStyle/>
          <a:p>
            <a:pPr algn="ctr"/>
            <a:r>
              <a:rPr sz="1500" b="1">
                <a:solidFill>
                  <a:srgbClr val="FFFFFF"/>
                </a:solidFill>
                <a:latin typeface="Arial"/>
              </a:rPr>
              <a:t>Lecture finale
sur le test</a:t>
            </a:r>
          </a:p>
        </p:txBody>
      </p:sp>
      <p:sp>
        <p:nvSpPr>
          <p:cNvPr id="31" name="Rounded Rectangle 30"/>
          <p:cNvSpPr/>
          <p:nvPr/>
        </p:nvSpPr>
        <p:spPr>
          <a:xfrm>
            <a:off x="594360" y="3337560"/>
            <a:ext cx="6766560" cy="1463040"/>
          </a:xfrm>
          <a:prstGeom prst="roundRect">
            <a:avLst>
              <a:gd name="adj" fmla="val 8000"/>
            </a:avLst>
          </a:prstGeom>
          <a:solidFill>
            <a:srgbClr val="E8F4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2960" y="3566160"/>
            <a:ext cx="2286000" cy="274320"/>
          </a:xfrm>
          <a:prstGeom prst="rect">
            <a:avLst/>
          </a:prstGeom>
          <a:noFill/>
        </p:spPr>
        <p:txBody>
          <a:bodyPr wrap="square" lIns="45720" rIns="45720" anchor="ctr">
            <a:spAutoFit/>
          </a:bodyPr>
          <a:lstStyle/>
          <a:p>
            <a:pPr algn="l"/>
            <a:r>
              <a:rPr sz="1300" b="1">
                <a:solidFill>
                  <a:srgbClr val="0070E6"/>
                </a:solidFill>
                <a:latin typeface="Arial"/>
              </a:rPr>
              <a:t>Ce que l’OOF limite</a:t>
            </a:r>
          </a:p>
        </p:txBody>
      </p:sp>
      <p:sp>
        <p:nvSpPr>
          <p:cNvPr id="33" name="TextBox 32"/>
          <p:cNvSpPr txBox="1"/>
          <p:nvPr/>
        </p:nvSpPr>
        <p:spPr>
          <a:xfrm>
            <a:off x="822960" y="3986784"/>
            <a:ext cx="6217920" cy="411480"/>
          </a:xfrm>
          <a:prstGeom prst="rect">
            <a:avLst/>
          </a:prstGeom>
          <a:noFill/>
        </p:spPr>
        <p:txBody>
          <a:bodyPr wrap="square" lIns="45720" rIns="45720" anchor="ctr">
            <a:spAutoFit/>
          </a:bodyPr>
          <a:lstStyle/>
          <a:p>
            <a:pPr algn="l"/>
            <a:r>
              <a:rPr sz="1700" b="0">
                <a:solidFill>
                  <a:srgbClr val="1C2530"/>
                </a:solidFill>
                <a:latin typeface="Arial"/>
              </a:rPr>
              <a:t>Les choix de modèle et de seuil ne sont pas fondés sur un seul split.</a:t>
            </a:r>
          </a:p>
        </p:txBody>
      </p:sp>
      <p:sp>
        <p:nvSpPr>
          <p:cNvPr id="34" name="Rounded Rectangle 33"/>
          <p:cNvSpPr/>
          <p:nvPr/>
        </p:nvSpPr>
        <p:spPr>
          <a:xfrm>
            <a:off x="7635240" y="3337560"/>
            <a:ext cx="3703320" cy="146304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909560" y="3566160"/>
            <a:ext cx="1143000" cy="274320"/>
          </a:xfrm>
          <a:prstGeom prst="rect">
            <a:avLst/>
          </a:prstGeom>
          <a:noFill/>
        </p:spPr>
        <p:txBody>
          <a:bodyPr wrap="square" lIns="45720" rIns="45720" anchor="ctr">
            <a:spAutoFit/>
          </a:bodyPr>
          <a:lstStyle/>
          <a:p>
            <a:pPr algn="l"/>
            <a:r>
              <a:rPr sz="1300" b="1">
                <a:solidFill>
                  <a:srgbClr val="DA3641"/>
                </a:solidFill>
                <a:latin typeface="Arial"/>
              </a:rPr>
              <a:t>RÉSERVE</a:t>
            </a:r>
          </a:p>
        </p:txBody>
      </p:sp>
      <p:sp>
        <p:nvSpPr>
          <p:cNvPr id="36" name="TextBox 35"/>
          <p:cNvSpPr txBox="1"/>
          <p:nvPr/>
        </p:nvSpPr>
        <p:spPr>
          <a:xfrm>
            <a:off x="7909560" y="3931920"/>
            <a:ext cx="3063240" cy="594360"/>
          </a:xfrm>
          <a:prstGeom prst="rect">
            <a:avLst/>
          </a:prstGeom>
          <a:noFill/>
        </p:spPr>
        <p:txBody>
          <a:bodyPr wrap="square" lIns="45720" rIns="45720" anchor="ctr">
            <a:spAutoFit/>
          </a:bodyPr>
          <a:lstStyle/>
          <a:p>
            <a:pPr algn="l"/>
            <a:r>
              <a:rPr sz="1600" b="1">
                <a:solidFill>
                  <a:srgbClr val="1C2530"/>
                </a:solidFill>
                <a:latin typeface="Arial"/>
              </a:rPr>
              <a:t>Test déjà consulté auparavant
→ lecture finale, pas preuve vierge</a:t>
            </a:r>
          </a:p>
        </p:txBody>
      </p:sp>
      <p:sp>
        <p:nvSpPr>
          <p:cNvPr id="37" name="TextBox 36"/>
          <p:cNvSpPr txBox="1"/>
          <p:nvPr/>
        </p:nvSpPr>
        <p:spPr>
          <a:xfrm>
            <a:off x="640080" y="5285232"/>
            <a:ext cx="10972800" cy="320040"/>
          </a:xfrm>
          <a:prstGeom prst="rect">
            <a:avLst/>
          </a:prstGeom>
          <a:noFill/>
        </p:spPr>
        <p:txBody>
          <a:bodyPr wrap="square" lIns="45720" rIns="45720" anchor="ctr">
            <a:spAutoFit/>
          </a:bodyPr>
          <a:lstStyle/>
          <a:p>
            <a:pPr algn="ctr"/>
            <a:r>
              <a:rPr sz="1400" b="0">
                <a:solidFill>
                  <a:srgbClr val="5C6974"/>
                </a:solidFill>
                <a:latin typeface="Arial"/>
              </a:rPr>
              <a:t>Prétraitements : imputation • encodages • TF-IDF • extraction du département INSEE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477054"/>
          </a:xfrm>
          <a:prstGeom prst="rect">
            <a:avLst/>
          </a:prstGeom>
          <a:noFill/>
        </p:spPr>
        <p:txBody>
          <a:bodyPr wrap="square" lIns="45720" rIns="45720" anchor="t">
            <a:spAutoFit/>
          </a:bodyPr>
          <a:lstStyle/>
          <a:p>
            <a:pPr algn="l"/>
            <a:r>
              <a:rPr sz="2500" b="1" dirty="0">
                <a:solidFill>
                  <a:srgbClr val="1C2530"/>
                </a:solidFill>
                <a:latin typeface="Arial"/>
              </a:rPr>
              <a:t>S1 : </a:t>
            </a:r>
            <a:r>
              <a:rPr sz="2500" b="1" dirty="0" err="1">
                <a:solidFill>
                  <a:srgbClr val="1C2530"/>
                </a:solidFill>
                <a:latin typeface="Arial"/>
              </a:rPr>
              <a:t>quel</a:t>
            </a:r>
            <a:r>
              <a:rPr sz="2500" b="1" dirty="0">
                <a:solidFill>
                  <a:srgbClr val="1C2530"/>
                </a:solidFill>
                <a:latin typeface="Arial"/>
              </a:rPr>
              <a:t> est le maximum avec </a:t>
            </a:r>
            <a:r>
              <a:rPr sz="2500" b="1" dirty="0" err="1">
                <a:solidFill>
                  <a:srgbClr val="1C2530"/>
                </a:solidFill>
                <a:latin typeface="Arial"/>
              </a:rPr>
              <a:t>toutes</a:t>
            </a:r>
            <a:r>
              <a:rPr sz="2500" b="1" dirty="0">
                <a:solidFill>
                  <a:srgbClr val="1C2530"/>
                </a:solidFill>
                <a:latin typeface="Arial"/>
              </a:rPr>
              <a:t> les variables ?</a:t>
            </a:r>
          </a:p>
        </p:txBody>
      </p:sp>
      <p:sp>
        <p:nvSpPr>
          <p:cNvPr id="6" name="TextBox 5"/>
          <p:cNvSpPr txBox="1"/>
          <p:nvPr/>
        </p:nvSpPr>
        <p:spPr>
          <a:xfrm>
            <a:off x="411480" y="804671"/>
            <a:ext cx="10698480" cy="310896"/>
          </a:xfrm>
          <a:prstGeom prst="rect">
            <a:avLst/>
          </a:prstGeom>
          <a:noFill/>
        </p:spPr>
        <p:txBody>
          <a:bodyPr wrap="square" lIns="45720" rIns="45720" anchor="t">
            <a:spAutoFit/>
          </a:bodyPr>
          <a:lstStyle/>
          <a:p>
            <a:pPr algn="l"/>
            <a:r>
              <a:rPr sz="1100" b="0" dirty="0" err="1">
                <a:solidFill>
                  <a:srgbClr val="5C6974"/>
                </a:solidFill>
                <a:latin typeface="Arial"/>
              </a:rPr>
              <a:t>Référence</a:t>
            </a:r>
            <a:r>
              <a:rPr sz="1100" b="0" dirty="0">
                <a:solidFill>
                  <a:srgbClr val="5C6974"/>
                </a:solidFill>
                <a:latin typeface="Arial"/>
              </a:rPr>
              <a:t> </a:t>
            </a:r>
            <a:r>
              <a:rPr sz="1100" b="0" dirty="0" err="1">
                <a:solidFill>
                  <a:srgbClr val="5C6974"/>
                </a:solidFill>
                <a:latin typeface="Arial"/>
              </a:rPr>
              <a:t>expérimentale</a:t>
            </a:r>
            <a:r>
              <a:rPr sz="1100" b="0" dirty="0">
                <a:solidFill>
                  <a:srgbClr val="5C6974"/>
                </a:solidFill>
                <a:latin typeface="Arial"/>
              </a:rPr>
              <a:t>, pas choix final</a:t>
            </a:r>
          </a:p>
        </p:txBody>
      </p:sp>
      <p:sp>
        <p:nvSpPr>
          <p:cNvPr id="7" name="Rounded Rectangle 6"/>
          <p:cNvSpPr/>
          <p:nvPr/>
        </p:nvSpPr>
        <p:spPr>
          <a:xfrm>
            <a:off x="502920" y="1325880"/>
            <a:ext cx="685800"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25880"/>
            <a:ext cx="685800" cy="384048"/>
          </a:xfrm>
          <a:prstGeom prst="rect">
            <a:avLst/>
          </a:prstGeom>
          <a:noFill/>
        </p:spPr>
        <p:txBody>
          <a:bodyPr wrap="square" lIns="45720" rIns="45720" anchor="ctr">
            <a:spAutoFit/>
          </a:bodyPr>
          <a:lstStyle/>
          <a:p>
            <a:pPr algn="ctr"/>
            <a:r>
              <a:rPr sz="1200" b="1">
                <a:solidFill>
                  <a:srgbClr val="FFFFFF"/>
                </a:solidFill>
                <a:latin typeface="Arial"/>
              </a:rPr>
              <a:t>S1</a:t>
            </a:r>
          </a:p>
        </p:txBody>
      </p:sp>
      <p:sp>
        <p:nvSpPr>
          <p:cNvPr id="9" name="TextBox 8"/>
          <p:cNvSpPr txBox="1"/>
          <p:nvPr/>
        </p:nvSpPr>
        <p:spPr>
          <a:xfrm>
            <a:off x="1344168" y="1289304"/>
            <a:ext cx="9875520" cy="438912"/>
          </a:xfrm>
          <a:prstGeom prst="rect">
            <a:avLst/>
          </a:prstGeom>
          <a:noFill/>
        </p:spPr>
        <p:txBody>
          <a:bodyPr wrap="square" lIns="45720" rIns="45720" anchor="ctr">
            <a:spAutoFit/>
          </a:bodyPr>
          <a:lstStyle/>
          <a:p>
            <a:pPr algn="l"/>
            <a:r>
              <a:rPr sz="1800" b="1">
                <a:solidFill>
                  <a:srgbClr val="0070E6"/>
                </a:solidFill>
                <a:latin typeface="Arial"/>
              </a:rPr>
              <a:t>Critère : performance maximale</a:t>
            </a:r>
          </a:p>
        </p:txBody>
      </p:sp>
      <p:sp>
        <p:nvSpPr>
          <p:cNvPr id="10" name="Rounded Rectangle 9"/>
          <p:cNvSpPr/>
          <p:nvPr/>
        </p:nvSpPr>
        <p:spPr>
          <a:xfrm>
            <a:off x="59436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965960"/>
            <a:ext cx="1783080" cy="228600"/>
          </a:xfrm>
          <a:prstGeom prst="rect">
            <a:avLst/>
          </a:prstGeom>
          <a:noFill/>
        </p:spPr>
        <p:txBody>
          <a:bodyPr wrap="square" lIns="45720" rIns="45720" anchor="ctr">
            <a:spAutoFit/>
          </a:bodyPr>
          <a:lstStyle/>
          <a:p>
            <a:pPr algn="l"/>
            <a:r>
              <a:rPr sz="1000" b="1">
                <a:solidFill>
                  <a:srgbClr val="5C6974"/>
                </a:solidFill>
                <a:latin typeface="Arial"/>
              </a:rPr>
              <a:t>F1 macro</a:t>
            </a:r>
          </a:p>
        </p:txBody>
      </p:sp>
      <p:sp>
        <p:nvSpPr>
          <p:cNvPr id="12" name="TextBox 11"/>
          <p:cNvSpPr txBox="1"/>
          <p:nvPr/>
        </p:nvSpPr>
        <p:spPr>
          <a:xfrm>
            <a:off x="731520" y="2194560"/>
            <a:ext cx="1783080" cy="347472"/>
          </a:xfrm>
          <a:prstGeom prst="rect">
            <a:avLst/>
          </a:prstGeom>
          <a:noFill/>
        </p:spPr>
        <p:txBody>
          <a:bodyPr wrap="square" lIns="45720" rIns="45720" anchor="ctr">
            <a:spAutoFit/>
          </a:bodyPr>
          <a:lstStyle/>
          <a:p>
            <a:pPr algn="l"/>
            <a:r>
              <a:rPr sz="2300" b="1">
                <a:solidFill>
                  <a:srgbClr val="0070E6"/>
                </a:solidFill>
                <a:latin typeface="Arial"/>
              </a:rPr>
              <a:t>0,708</a:t>
            </a:r>
          </a:p>
        </p:txBody>
      </p:sp>
      <p:sp>
        <p:nvSpPr>
          <p:cNvPr id="13" name="TextBox 12"/>
          <p:cNvSpPr txBox="1"/>
          <p:nvPr/>
        </p:nvSpPr>
        <p:spPr>
          <a:xfrm>
            <a:off x="731520" y="2569463"/>
            <a:ext cx="1783080" cy="146304"/>
          </a:xfrm>
          <a:prstGeom prst="rect">
            <a:avLst/>
          </a:prstGeom>
          <a:noFill/>
        </p:spPr>
        <p:txBody>
          <a:bodyPr wrap="square" lIns="45720" rIns="45720" anchor="ctr">
            <a:spAutoFit/>
          </a:bodyPr>
          <a:lstStyle/>
          <a:p>
            <a:pPr algn="l"/>
            <a:r>
              <a:rPr sz="800" b="0">
                <a:solidFill>
                  <a:srgbClr val="5C6974"/>
                </a:solidFill>
                <a:latin typeface="Arial"/>
              </a:rPr>
              <a:t>validation croisée</a:t>
            </a:r>
          </a:p>
        </p:txBody>
      </p:sp>
      <p:sp>
        <p:nvSpPr>
          <p:cNvPr id="14" name="Rounded Rectangle 13"/>
          <p:cNvSpPr/>
          <p:nvPr/>
        </p:nvSpPr>
        <p:spPr>
          <a:xfrm>
            <a:off x="2926079"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63239" y="1965960"/>
            <a:ext cx="1783080" cy="228600"/>
          </a:xfrm>
          <a:prstGeom prst="rect">
            <a:avLst/>
          </a:prstGeom>
          <a:noFill/>
        </p:spPr>
        <p:txBody>
          <a:bodyPr wrap="square" lIns="45720" rIns="45720" anchor="ctr">
            <a:spAutoFit/>
          </a:bodyPr>
          <a:lstStyle/>
          <a:p>
            <a:pPr algn="l"/>
            <a:r>
              <a:rPr sz="1000" b="1">
                <a:solidFill>
                  <a:srgbClr val="5C6974"/>
                </a:solidFill>
                <a:latin typeface="Arial"/>
              </a:rPr>
              <a:t>Rappel classe 2</a:t>
            </a:r>
          </a:p>
        </p:txBody>
      </p:sp>
      <p:sp>
        <p:nvSpPr>
          <p:cNvPr id="16" name="TextBox 15"/>
          <p:cNvSpPr txBox="1"/>
          <p:nvPr/>
        </p:nvSpPr>
        <p:spPr>
          <a:xfrm>
            <a:off x="3063239" y="2194560"/>
            <a:ext cx="1783080" cy="347472"/>
          </a:xfrm>
          <a:prstGeom prst="rect">
            <a:avLst/>
          </a:prstGeom>
          <a:noFill/>
        </p:spPr>
        <p:txBody>
          <a:bodyPr wrap="square" lIns="45720" rIns="45720" anchor="ctr">
            <a:spAutoFit/>
          </a:bodyPr>
          <a:lstStyle/>
          <a:p>
            <a:pPr algn="l"/>
            <a:r>
              <a:rPr sz="2300" b="1">
                <a:solidFill>
                  <a:srgbClr val="0070E6"/>
                </a:solidFill>
                <a:latin typeface="Arial"/>
              </a:rPr>
              <a:t>0,572</a:t>
            </a:r>
          </a:p>
        </p:txBody>
      </p:sp>
      <p:sp>
        <p:nvSpPr>
          <p:cNvPr id="17" name="TextBox 16"/>
          <p:cNvSpPr txBox="1"/>
          <p:nvPr/>
        </p:nvSpPr>
        <p:spPr>
          <a:xfrm>
            <a:off x="3063239" y="2569463"/>
            <a:ext cx="1783080" cy="146304"/>
          </a:xfrm>
          <a:prstGeom prst="rect">
            <a:avLst/>
          </a:prstGeom>
          <a:noFill/>
        </p:spPr>
        <p:txBody>
          <a:bodyPr wrap="square" lIns="45720" rIns="45720" anchor="ctr">
            <a:spAutoFit/>
          </a:bodyPr>
          <a:lstStyle/>
          <a:p>
            <a:pPr algn="l"/>
            <a:r>
              <a:rPr sz="800" b="0">
                <a:solidFill>
                  <a:srgbClr val="5C6974"/>
                </a:solidFill>
                <a:latin typeface="Arial"/>
              </a:rPr>
              <a:t>validation croisée</a:t>
            </a:r>
          </a:p>
        </p:txBody>
      </p:sp>
      <p:sp>
        <p:nvSpPr>
          <p:cNvPr id="18" name="Rounded Rectangle 17"/>
          <p:cNvSpPr/>
          <p:nvPr/>
        </p:nvSpPr>
        <p:spPr>
          <a:xfrm>
            <a:off x="525780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94960" y="1965960"/>
            <a:ext cx="1783080" cy="228600"/>
          </a:xfrm>
          <a:prstGeom prst="rect">
            <a:avLst/>
          </a:prstGeom>
          <a:noFill/>
        </p:spPr>
        <p:txBody>
          <a:bodyPr wrap="square" lIns="45720" rIns="45720" anchor="ctr">
            <a:spAutoFit/>
          </a:bodyPr>
          <a:lstStyle/>
          <a:p>
            <a:pPr algn="l"/>
            <a:r>
              <a:rPr sz="1000" b="1">
                <a:solidFill>
                  <a:srgbClr val="5C6974"/>
                </a:solidFill>
                <a:latin typeface="Arial"/>
              </a:rPr>
              <a:t>Erreurs 2→0</a:t>
            </a:r>
          </a:p>
        </p:txBody>
      </p:sp>
      <p:sp>
        <p:nvSpPr>
          <p:cNvPr id="20" name="TextBox 19"/>
          <p:cNvSpPr txBox="1"/>
          <p:nvPr/>
        </p:nvSpPr>
        <p:spPr>
          <a:xfrm>
            <a:off x="5394960" y="2194560"/>
            <a:ext cx="1783080" cy="347472"/>
          </a:xfrm>
          <a:prstGeom prst="rect">
            <a:avLst/>
          </a:prstGeom>
          <a:noFill/>
        </p:spPr>
        <p:txBody>
          <a:bodyPr wrap="square" lIns="45720" rIns="45720" anchor="ctr">
            <a:spAutoFit/>
          </a:bodyPr>
          <a:lstStyle/>
          <a:p>
            <a:pPr algn="l"/>
            <a:r>
              <a:rPr sz="2300" b="1">
                <a:solidFill>
                  <a:srgbClr val="0070E6"/>
                </a:solidFill>
                <a:latin typeface="Arial"/>
              </a:rPr>
              <a:t>9</a:t>
            </a:r>
          </a:p>
        </p:txBody>
      </p:sp>
      <p:sp>
        <p:nvSpPr>
          <p:cNvPr id="21" name="TextBox 20"/>
          <p:cNvSpPr txBox="1"/>
          <p:nvPr/>
        </p:nvSpPr>
        <p:spPr>
          <a:xfrm>
            <a:off x="5394960" y="2569463"/>
            <a:ext cx="1783080" cy="146304"/>
          </a:xfrm>
          <a:prstGeom prst="rect">
            <a:avLst/>
          </a:prstGeom>
          <a:noFill/>
        </p:spPr>
        <p:txBody>
          <a:bodyPr wrap="square" lIns="45720" rIns="45720" anchor="ctr">
            <a:spAutoFit/>
          </a:bodyPr>
          <a:lstStyle/>
          <a:p>
            <a:pPr algn="l"/>
            <a:r>
              <a:rPr sz="800" b="0">
                <a:solidFill>
                  <a:srgbClr val="5C6974"/>
                </a:solidFill>
                <a:latin typeface="Arial"/>
              </a:rPr>
              <a:t>sur le test</a:t>
            </a:r>
          </a:p>
        </p:txBody>
      </p:sp>
      <p:sp>
        <p:nvSpPr>
          <p:cNvPr id="22" name="Rounded Rectangle 21"/>
          <p:cNvSpPr/>
          <p:nvPr/>
        </p:nvSpPr>
        <p:spPr>
          <a:xfrm>
            <a:off x="594360" y="3154680"/>
            <a:ext cx="5257800" cy="2331720"/>
          </a:xfrm>
          <a:prstGeom prst="roundRect">
            <a:avLst>
              <a:gd name="adj" fmla="val 8000"/>
            </a:avLst>
          </a:prstGeom>
          <a:solidFill>
            <a:srgbClr val="EAF8F0"/>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337560"/>
            <a:ext cx="4754880" cy="292608"/>
          </a:xfrm>
          <a:prstGeom prst="rect">
            <a:avLst/>
          </a:prstGeom>
          <a:noFill/>
        </p:spPr>
        <p:txBody>
          <a:bodyPr wrap="square" lIns="45720" rIns="45720" anchor="ctr">
            <a:spAutoFit/>
          </a:bodyPr>
          <a:lstStyle/>
          <a:p>
            <a:pPr algn="l"/>
            <a:r>
              <a:rPr sz="1200" b="1">
                <a:solidFill>
                  <a:srgbClr val="23925B"/>
                </a:solidFill>
                <a:latin typeface="Arial"/>
              </a:rPr>
              <a:t>CE QUE CETTE OPTION APPORTE</a:t>
            </a:r>
          </a:p>
        </p:txBody>
      </p:sp>
      <p:sp>
        <p:nvSpPr>
          <p:cNvPr id="24" name="TextBox 23"/>
          <p:cNvSpPr txBox="1"/>
          <p:nvPr/>
        </p:nvSpPr>
        <p:spPr>
          <a:xfrm>
            <a:off x="82296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meilleur F1 des quatre scénarios</a:t>
            </a:r>
          </a:p>
          <a:p>
            <a:pPr>
              <a:spcAft>
                <a:spcPts val="800"/>
              </a:spcAft>
              <a:defRPr sz="1600">
                <a:solidFill>
                  <a:srgbClr val="1C2530"/>
                </a:solidFill>
                <a:latin typeface="Arial"/>
              </a:defRPr>
            </a:pPr>
            <a:r>
              <a:t>• mesure le plafond expérimental</a:t>
            </a:r>
          </a:p>
        </p:txBody>
      </p:sp>
      <p:sp>
        <p:nvSpPr>
          <p:cNvPr id="25" name="Rounded Rectangle 24"/>
          <p:cNvSpPr/>
          <p:nvPr/>
        </p:nvSpPr>
        <p:spPr>
          <a:xfrm>
            <a:off x="6172200" y="3154680"/>
            <a:ext cx="5257800" cy="233172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3337560"/>
            <a:ext cx="4754880" cy="292608"/>
          </a:xfrm>
          <a:prstGeom prst="rect">
            <a:avLst/>
          </a:prstGeom>
          <a:noFill/>
        </p:spPr>
        <p:txBody>
          <a:bodyPr wrap="square" lIns="45720" rIns="45720" anchor="ctr">
            <a:spAutoFit/>
          </a:bodyPr>
          <a:lstStyle/>
          <a:p>
            <a:pPr algn="l"/>
            <a:r>
              <a:rPr sz="1200" b="1">
                <a:solidFill>
                  <a:srgbClr val="DA3641"/>
                </a:solidFill>
                <a:latin typeface="Arial"/>
              </a:rPr>
              <a:t>CE QUI EMPÊCHE DE LA RETENIR SEULE</a:t>
            </a:r>
          </a:p>
        </p:txBody>
      </p:sp>
      <p:sp>
        <p:nvSpPr>
          <p:cNvPr id="27" name="TextBox 26"/>
          <p:cNvSpPr txBox="1"/>
          <p:nvPr/>
        </p:nvSpPr>
        <p:spPr>
          <a:xfrm>
            <a:off x="640080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utilise la variable sensible directe</a:t>
            </a:r>
          </a:p>
          <a:p>
            <a:pPr>
              <a:spcAft>
                <a:spcPts val="800"/>
              </a:spcAft>
              <a:defRPr sz="1600">
                <a:solidFill>
                  <a:srgbClr val="1C2530"/>
                </a:solidFill>
                <a:latin typeface="Arial"/>
              </a:defRPr>
            </a:pPr>
            <a:r>
              <a:t>• ne répond pas au compromis recherché</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477054"/>
          </a:xfrm>
          <a:prstGeom prst="rect">
            <a:avLst/>
          </a:prstGeom>
          <a:noFill/>
        </p:spPr>
        <p:txBody>
          <a:bodyPr wrap="square" lIns="45720" rIns="45720" anchor="t">
            <a:spAutoFit/>
          </a:bodyPr>
          <a:lstStyle/>
          <a:p>
            <a:pPr algn="l"/>
            <a:r>
              <a:rPr sz="2500" b="1" dirty="0">
                <a:solidFill>
                  <a:srgbClr val="1C2530"/>
                </a:solidFill>
                <a:latin typeface="Arial"/>
              </a:rPr>
              <a:t>S2 : </a:t>
            </a:r>
            <a:r>
              <a:rPr sz="2500" b="1" dirty="0" err="1">
                <a:solidFill>
                  <a:srgbClr val="1C2530"/>
                </a:solidFill>
                <a:latin typeface="Arial"/>
              </a:rPr>
              <a:t>quel</a:t>
            </a:r>
            <a:r>
              <a:rPr sz="2500" b="1" dirty="0">
                <a:solidFill>
                  <a:srgbClr val="1C2530"/>
                </a:solidFill>
                <a:latin typeface="Arial"/>
              </a:rPr>
              <a:t> est le </a:t>
            </a:r>
            <a:r>
              <a:rPr sz="2500" b="1" dirty="0" err="1">
                <a:solidFill>
                  <a:srgbClr val="1C2530"/>
                </a:solidFill>
                <a:latin typeface="Arial"/>
              </a:rPr>
              <a:t>coût</a:t>
            </a:r>
            <a:r>
              <a:rPr sz="2500" b="1" dirty="0">
                <a:solidFill>
                  <a:srgbClr val="1C2530"/>
                </a:solidFill>
                <a:latin typeface="Arial"/>
              </a:rPr>
              <a:t> </a:t>
            </a:r>
            <a:r>
              <a:rPr sz="2500" b="1" dirty="0" err="1">
                <a:solidFill>
                  <a:srgbClr val="1C2530"/>
                </a:solidFill>
                <a:latin typeface="Arial"/>
              </a:rPr>
              <a:t>d’exclure</a:t>
            </a:r>
            <a:r>
              <a:rPr sz="2500" b="1" dirty="0">
                <a:solidFill>
                  <a:srgbClr val="1C2530"/>
                </a:solidFill>
                <a:latin typeface="Arial"/>
              </a:rPr>
              <a:t> la variable sensible </a:t>
            </a:r>
            <a:r>
              <a:rPr sz="2500" b="1" dirty="0" err="1">
                <a:solidFill>
                  <a:srgbClr val="1C2530"/>
                </a:solidFill>
                <a:latin typeface="Arial"/>
              </a:rPr>
              <a:t>directe</a:t>
            </a:r>
            <a:r>
              <a:rPr sz="2500" b="1" dirty="0">
                <a:solidFill>
                  <a:srgbClr val="1C2530"/>
                </a:solidFill>
                <a:latin typeface="Arial"/>
              </a:rPr>
              <a:t> ?</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 compromis retenu</a:t>
            </a:r>
          </a:p>
        </p:txBody>
      </p:sp>
      <p:sp>
        <p:nvSpPr>
          <p:cNvPr id="7" name="Rounded Rectangle 6"/>
          <p:cNvSpPr/>
          <p:nvPr/>
        </p:nvSpPr>
        <p:spPr>
          <a:xfrm>
            <a:off x="502920" y="1325880"/>
            <a:ext cx="685800" cy="384048"/>
          </a:xfrm>
          <a:prstGeom prst="roundRect">
            <a:avLst>
              <a:gd name="adj" fmla="val 8000"/>
            </a:avLst>
          </a:prstGeom>
          <a:solidFill>
            <a:srgbClr val="37BEEB"/>
          </a:solidFill>
          <a:ln>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25880"/>
            <a:ext cx="685800" cy="384048"/>
          </a:xfrm>
          <a:prstGeom prst="rect">
            <a:avLst/>
          </a:prstGeom>
          <a:noFill/>
        </p:spPr>
        <p:txBody>
          <a:bodyPr wrap="square" lIns="45720" rIns="45720" anchor="ctr">
            <a:spAutoFit/>
          </a:bodyPr>
          <a:lstStyle/>
          <a:p>
            <a:pPr algn="ctr"/>
            <a:r>
              <a:rPr sz="1200" b="1">
                <a:solidFill>
                  <a:srgbClr val="FFFFFF"/>
                </a:solidFill>
                <a:latin typeface="Arial"/>
              </a:rPr>
              <a:t>S2</a:t>
            </a:r>
          </a:p>
        </p:txBody>
      </p:sp>
      <p:sp>
        <p:nvSpPr>
          <p:cNvPr id="9" name="TextBox 8"/>
          <p:cNvSpPr txBox="1"/>
          <p:nvPr/>
        </p:nvSpPr>
        <p:spPr>
          <a:xfrm>
            <a:off x="1344168" y="1289304"/>
            <a:ext cx="9875520" cy="438912"/>
          </a:xfrm>
          <a:prstGeom prst="rect">
            <a:avLst/>
          </a:prstGeom>
          <a:noFill/>
        </p:spPr>
        <p:txBody>
          <a:bodyPr wrap="square" lIns="45720" rIns="45720" anchor="ctr">
            <a:spAutoFit/>
          </a:bodyPr>
          <a:lstStyle/>
          <a:p>
            <a:pPr algn="l"/>
            <a:r>
              <a:rPr sz="1800" b="1">
                <a:solidFill>
                  <a:srgbClr val="37BEEB"/>
                </a:solidFill>
                <a:latin typeface="Arial"/>
              </a:rPr>
              <a:t>Critère : compromis performance / risque / usage</a:t>
            </a:r>
          </a:p>
        </p:txBody>
      </p:sp>
      <p:sp>
        <p:nvSpPr>
          <p:cNvPr id="10" name="Rounded Rectangle 9"/>
          <p:cNvSpPr/>
          <p:nvPr/>
        </p:nvSpPr>
        <p:spPr>
          <a:xfrm>
            <a:off x="59436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965960"/>
            <a:ext cx="1783080" cy="228600"/>
          </a:xfrm>
          <a:prstGeom prst="rect">
            <a:avLst/>
          </a:prstGeom>
          <a:noFill/>
        </p:spPr>
        <p:txBody>
          <a:bodyPr wrap="square" lIns="45720" rIns="45720" anchor="ctr">
            <a:spAutoFit/>
          </a:bodyPr>
          <a:lstStyle/>
          <a:p>
            <a:pPr algn="l"/>
            <a:r>
              <a:rPr sz="1000" b="1">
                <a:solidFill>
                  <a:srgbClr val="5C6974"/>
                </a:solidFill>
                <a:latin typeface="Arial"/>
              </a:rPr>
              <a:t>F1 macro</a:t>
            </a:r>
          </a:p>
        </p:txBody>
      </p:sp>
      <p:sp>
        <p:nvSpPr>
          <p:cNvPr id="12" name="TextBox 11"/>
          <p:cNvSpPr txBox="1"/>
          <p:nvPr/>
        </p:nvSpPr>
        <p:spPr>
          <a:xfrm>
            <a:off x="731520" y="2194560"/>
            <a:ext cx="1783080" cy="347472"/>
          </a:xfrm>
          <a:prstGeom prst="rect">
            <a:avLst/>
          </a:prstGeom>
          <a:noFill/>
        </p:spPr>
        <p:txBody>
          <a:bodyPr wrap="square" lIns="45720" rIns="45720" anchor="ctr">
            <a:spAutoFit/>
          </a:bodyPr>
          <a:lstStyle/>
          <a:p>
            <a:pPr algn="l"/>
            <a:r>
              <a:rPr sz="2300" b="1">
                <a:solidFill>
                  <a:srgbClr val="37BEEB"/>
                </a:solidFill>
                <a:latin typeface="Arial"/>
              </a:rPr>
              <a:t>0,681</a:t>
            </a:r>
          </a:p>
        </p:txBody>
      </p:sp>
      <p:sp>
        <p:nvSpPr>
          <p:cNvPr id="13" name="TextBox 12"/>
          <p:cNvSpPr txBox="1"/>
          <p:nvPr/>
        </p:nvSpPr>
        <p:spPr>
          <a:xfrm>
            <a:off x="731520" y="2569463"/>
            <a:ext cx="1783080" cy="146304"/>
          </a:xfrm>
          <a:prstGeom prst="rect">
            <a:avLst/>
          </a:prstGeom>
          <a:noFill/>
        </p:spPr>
        <p:txBody>
          <a:bodyPr wrap="square" lIns="45720" rIns="45720" anchor="ctr">
            <a:spAutoFit/>
          </a:bodyPr>
          <a:lstStyle/>
          <a:p>
            <a:pPr algn="l"/>
            <a:r>
              <a:rPr sz="800" b="0">
                <a:solidFill>
                  <a:srgbClr val="5C6974"/>
                </a:solidFill>
                <a:latin typeface="Arial"/>
              </a:rPr>
              <a:t>−0,027 vs S1</a:t>
            </a:r>
          </a:p>
        </p:txBody>
      </p:sp>
      <p:sp>
        <p:nvSpPr>
          <p:cNvPr id="14" name="Rounded Rectangle 13"/>
          <p:cNvSpPr/>
          <p:nvPr/>
        </p:nvSpPr>
        <p:spPr>
          <a:xfrm>
            <a:off x="2926079"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63239" y="1965960"/>
            <a:ext cx="1783080" cy="228600"/>
          </a:xfrm>
          <a:prstGeom prst="rect">
            <a:avLst/>
          </a:prstGeom>
          <a:noFill/>
        </p:spPr>
        <p:txBody>
          <a:bodyPr wrap="square" lIns="45720" rIns="45720" anchor="ctr">
            <a:spAutoFit/>
          </a:bodyPr>
          <a:lstStyle/>
          <a:p>
            <a:pPr algn="l"/>
            <a:r>
              <a:rPr sz="1000" b="1">
                <a:solidFill>
                  <a:srgbClr val="5C6974"/>
                </a:solidFill>
                <a:latin typeface="Arial"/>
              </a:rPr>
              <a:t>Rappel classe 2</a:t>
            </a:r>
          </a:p>
        </p:txBody>
      </p:sp>
      <p:sp>
        <p:nvSpPr>
          <p:cNvPr id="16" name="TextBox 15"/>
          <p:cNvSpPr txBox="1"/>
          <p:nvPr/>
        </p:nvSpPr>
        <p:spPr>
          <a:xfrm>
            <a:off x="3063239" y="2194560"/>
            <a:ext cx="1783080" cy="347472"/>
          </a:xfrm>
          <a:prstGeom prst="rect">
            <a:avLst/>
          </a:prstGeom>
          <a:noFill/>
        </p:spPr>
        <p:txBody>
          <a:bodyPr wrap="square" lIns="45720" rIns="45720" anchor="ctr">
            <a:spAutoFit/>
          </a:bodyPr>
          <a:lstStyle/>
          <a:p>
            <a:pPr algn="l"/>
            <a:r>
              <a:rPr sz="2300" b="1">
                <a:solidFill>
                  <a:srgbClr val="37BEEB"/>
                </a:solidFill>
                <a:latin typeface="Arial"/>
              </a:rPr>
              <a:t>0,558</a:t>
            </a:r>
          </a:p>
        </p:txBody>
      </p:sp>
      <p:sp>
        <p:nvSpPr>
          <p:cNvPr id="17" name="TextBox 16"/>
          <p:cNvSpPr txBox="1"/>
          <p:nvPr/>
        </p:nvSpPr>
        <p:spPr>
          <a:xfrm>
            <a:off x="3063239" y="2569463"/>
            <a:ext cx="1783080" cy="146304"/>
          </a:xfrm>
          <a:prstGeom prst="rect">
            <a:avLst/>
          </a:prstGeom>
          <a:noFill/>
        </p:spPr>
        <p:txBody>
          <a:bodyPr wrap="square" lIns="45720" rIns="45720" anchor="ctr">
            <a:spAutoFit/>
          </a:bodyPr>
          <a:lstStyle/>
          <a:p>
            <a:pPr algn="l"/>
            <a:r>
              <a:rPr sz="800" b="0">
                <a:solidFill>
                  <a:srgbClr val="5C6974"/>
                </a:solidFill>
                <a:latin typeface="Arial"/>
              </a:rPr>
              <a:t>−0,014 vs S1</a:t>
            </a:r>
          </a:p>
        </p:txBody>
      </p:sp>
      <p:sp>
        <p:nvSpPr>
          <p:cNvPr id="18" name="Rounded Rectangle 17"/>
          <p:cNvSpPr/>
          <p:nvPr/>
        </p:nvSpPr>
        <p:spPr>
          <a:xfrm>
            <a:off x="525780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94960" y="1965960"/>
            <a:ext cx="1783080" cy="228600"/>
          </a:xfrm>
          <a:prstGeom prst="rect">
            <a:avLst/>
          </a:prstGeom>
          <a:noFill/>
        </p:spPr>
        <p:txBody>
          <a:bodyPr wrap="square" lIns="45720" rIns="45720" anchor="ctr">
            <a:spAutoFit/>
          </a:bodyPr>
          <a:lstStyle/>
          <a:p>
            <a:pPr algn="l"/>
            <a:r>
              <a:rPr sz="1000" b="1">
                <a:solidFill>
                  <a:srgbClr val="5C6974"/>
                </a:solidFill>
                <a:latin typeface="Arial"/>
              </a:rPr>
              <a:t>Erreurs 2→0</a:t>
            </a:r>
          </a:p>
        </p:txBody>
      </p:sp>
      <p:sp>
        <p:nvSpPr>
          <p:cNvPr id="20" name="TextBox 19"/>
          <p:cNvSpPr txBox="1"/>
          <p:nvPr/>
        </p:nvSpPr>
        <p:spPr>
          <a:xfrm>
            <a:off x="5394960" y="2194560"/>
            <a:ext cx="1783080" cy="347472"/>
          </a:xfrm>
          <a:prstGeom prst="rect">
            <a:avLst/>
          </a:prstGeom>
          <a:noFill/>
        </p:spPr>
        <p:txBody>
          <a:bodyPr wrap="square" lIns="45720" rIns="45720" anchor="ctr">
            <a:spAutoFit/>
          </a:bodyPr>
          <a:lstStyle/>
          <a:p>
            <a:pPr algn="l"/>
            <a:r>
              <a:rPr sz="2300" b="1">
                <a:solidFill>
                  <a:srgbClr val="37BEEB"/>
                </a:solidFill>
                <a:latin typeface="Arial"/>
              </a:rPr>
              <a:t>10</a:t>
            </a:r>
          </a:p>
        </p:txBody>
      </p:sp>
      <p:sp>
        <p:nvSpPr>
          <p:cNvPr id="21" name="TextBox 20"/>
          <p:cNvSpPr txBox="1"/>
          <p:nvPr/>
        </p:nvSpPr>
        <p:spPr>
          <a:xfrm>
            <a:off x="5394960" y="2569463"/>
            <a:ext cx="1783080" cy="146304"/>
          </a:xfrm>
          <a:prstGeom prst="rect">
            <a:avLst/>
          </a:prstGeom>
          <a:noFill/>
        </p:spPr>
        <p:txBody>
          <a:bodyPr wrap="square" lIns="45720" rIns="45720" anchor="ctr">
            <a:spAutoFit/>
          </a:bodyPr>
          <a:lstStyle/>
          <a:p>
            <a:pPr algn="l"/>
            <a:r>
              <a:rPr sz="800" b="0">
                <a:solidFill>
                  <a:srgbClr val="5C6974"/>
                </a:solidFill>
                <a:latin typeface="Arial"/>
              </a:rPr>
              <a:t>sur le test</a:t>
            </a:r>
          </a:p>
        </p:txBody>
      </p:sp>
      <p:sp>
        <p:nvSpPr>
          <p:cNvPr id="22" name="Rounded Rectangle 21"/>
          <p:cNvSpPr/>
          <p:nvPr/>
        </p:nvSpPr>
        <p:spPr>
          <a:xfrm>
            <a:off x="594360" y="3154680"/>
            <a:ext cx="5257800" cy="2331720"/>
          </a:xfrm>
          <a:prstGeom prst="roundRect">
            <a:avLst>
              <a:gd name="adj" fmla="val 8000"/>
            </a:avLst>
          </a:prstGeom>
          <a:solidFill>
            <a:srgbClr val="EAF8F0"/>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337560"/>
            <a:ext cx="4754880" cy="292608"/>
          </a:xfrm>
          <a:prstGeom prst="rect">
            <a:avLst/>
          </a:prstGeom>
          <a:noFill/>
        </p:spPr>
        <p:txBody>
          <a:bodyPr wrap="square" lIns="45720" rIns="45720" anchor="ctr">
            <a:spAutoFit/>
          </a:bodyPr>
          <a:lstStyle/>
          <a:p>
            <a:pPr algn="l"/>
            <a:r>
              <a:rPr sz="1200" b="1">
                <a:solidFill>
                  <a:srgbClr val="23925B"/>
                </a:solidFill>
                <a:latin typeface="Arial"/>
              </a:rPr>
              <a:t>CE QUE CETTE OPTION APPORTE</a:t>
            </a:r>
          </a:p>
        </p:txBody>
      </p:sp>
      <p:sp>
        <p:nvSpPr>
          <p:cNvPr id="24" name="TextBox 23"/>
          <p:cNvSpPr txBox="1"/>
          <p:nvPr/>
        </p:nvSpPr>
        <p:spPr>
          <a:xfrm>
            <a:off x="82296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combine données structurées et texte</a:t>
            </a:r>
          </a:p>
          <a:p>
            <a:pPr>
              <a:spcAft>
                <a:spcPts val="800"/>
              </a:spcAft>
              <a:defRPr sz="1600">
                <a:solidFill>
                  <a:srgbClr val="1C2530"/>
                </a:solidFill>
                <a:latin typeface="Arial"/>
              </a:defRPr>
            </a:pPr>
            <a:r>
              <a:t>• exclut nationalite_hors_ue</a:t>
            </a:r>
          </a:p>
          <a:p>
            <a:pPr>
              <a:spcAft>
                <a:spcPts val="800"/>
              </a:spcAft>
              <a:defRPr sz="1600">
                <a:solidFill>
                  <a:srgbClr val="1C2530"/>
                </a:solidFill>
                <a:latin typeface="Arial"/>
              </a:defRPr>
            </a:pPr>
            <a:r>
              <a:t>• coût de performance mesuré</a:t>
            </a:r>
          </a:p>
        </p:txBody>
      </p:sp>
      <p:sp>
        <p:nvSpPr>
          <p:cNvPr id="25" name="Rounded Rectangle 24"/>
          <p:cNvSpPr/>
          <p:nvPr/>
        </p:nvSpPr>
        <p:spPr>
          <a:xfrm>
            <a:off x="6172200" y="3154680"/>
            <a:ext cx="5257800" cy="233172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3337560"/>
            <a:ext cx="4754880" cy="292608"/>
          </a:xfrm>
          <a:prstGeom prst="rect">
            <a:avLst/>
          </a:prstGeom>
          <a:noFill/>
        </p:spPr>
        <p:txBody>
          <a:bodyPr wrap="square" lIns="45720" rIns="45720" anchor="ctr">
            <a:spAutoFit/>
          </a:bodyPr>
          <a:lstStyle/>
          <a:p>
            <a:pPr algn="l"/>
            <a:r>
              <a:rPr sz="1200" b="1">
                <a:solidFill>
                  <a:srgbClr val="DA3641"/>
                </a:solidFill>
                <a:latin typeface="Arial"/>
              </a:rPr>
              <a:t>CE QUI EMPÊCHE DE LA RETENIR SEULE</a:t>
            </a:r>
          </a:p>
        </p:txBody>
      </p:sp>
      <p:sp>
        <p:nvSpPr>
          <p:cNvPr id="27" name="TextBox 26"/>
          <p:cNvSpPr txBox="1"/>
          <p:nvPr/>
        </p:nvSpPr>
        <p:spPr>
          <a:xfrm>
            <a:off x="640080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proxys toujours possibles</a:t>
            </a:r>
          </a:p>
          <a:p>
            <a:pPr>
              <a:spcAft>
                <a:spcPts val="800"/>
              </a:spcAft>
              <a:defRPr sz="1600">
                <a:solidFill>
                  <a:srgbClr val="1C2530"/>
                </a:solidFill>
                <a:latin typeface="Arial"/>
              </a:defRPr>
            </a:pPr>
            <a:r>
              <a:t>• charge de revue humaine à valider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477054"/>
          </a:xfrm>
          <a:prstGeom prst="rect">
            <a:avLst/>
          </a:prstGeom>
          <a:noFill/>
        </p:spPr>
        <p:txBody>
          <a:bodyPr wrap="square" lIns="45720" rIns="45720" anchor="t">
            <a:spAutoFit/>
          </a:bodyPr>
          <a:lstStyle/>
          <a:p>
            <a:pPr algn="l"/>
            <a:r>
              <a:rPr sz="2500" b="1" dirty="0">
                <a:solidFill>
                  <a:srgbClr val="1C2530"/>
                </a:solidFill>
                <a:latin typeface="Arial"/>
              </a:rPr>
              <a:t>S3 : </a:t>
            </a:r>
            <a:r>
              <a:rPr sz="2500" b="1" dirty="0" err="1">
                <a:solidFill>
                  <a:srgbClr val="1C2530"/>
                </a:solidFill>
                <a:latin typeface="Arial"/>
              </a:rPr>
              <a:t>que</a:t>
            </a:r>
            <a:r>
              <a:rPr sz="2500" b="1" dirty="0">
                <a:solidFill>
                  <a:srgbClr val="1C2530"/>
                </a:solidFill>
                <a:latin typeface="Arial"/>
              </a:rPr>
              <a:t> </a:t>
            </a:r>
            <a:r>
              <a:rPr sz="2500" b="1" dirty="0" err="1">
                <a:solidFill>
                  <a:srgbClr val="1C2530"/>
                </a:solidFill>
                <a:latin typeface="Arial"/>
              </a:rPr>
              <a:t>vaut</a:t>
            </a:r>
            <a:r>
              <a:rPr sz="2500" b="1" dirty="0">
                <a:solidFill>
                  <a:srgbClr val="1C2530"/>
                </a:solidFill>
                <a:latin typeface="Arial"/>
              </a:rPr>
              <a:t> la </a:t>
            </a:r>
            <a:r>
              <a:rPr sz="2500" b="1" dirty="0" err="1">
                <a:solidFill>
                  <a:srgbClr val="1C2530"/>
                </a:solidFill>
                <a:latin typeface="Arial"/>
              </a:rPr>
              <a:t>synthèse</a:t>
            </a:r>
            <a:r>
              <a:rPr sz="2500" b="1" dirty="0">
                <a:solidFill>
                  <a:srgbClr val="1C2530"/>
                </a:solidFill>
                <a:latin typeface="Arial"/>
              </a:rPr>
              <a:t> </a:t>
            </a:r>
            <a:r>
              <a:rPr sz="2500" b="1" dirty="0" err="1">
                <a:solidFill>
                  <a:srgbClr val="1C2530"/>
                </a:solidFill>
                <a:latin typeface="Arial"/>
              </a:rPr>
              <a:t>d’entretien</a:t>
            </a:r>
            <a:r>
              <a:rPr sz="2500" b="1" dirty="0">
                <a:solidFill>
                  <a:srgbClr val="1C2530"/>
                </a:solidFill>
                <a:latin typeface="Arial"/>
              </a:rPr>
              <a:t> </a:t>
            </a:r>
            <a:r>
              <a:rPr sz="2500" b="1" dirty="0" err="1">
                <a:solidFill>
                  <a:srgbClr val="1C2530"/>
                </a:solidFill>
                <a:latin typeface="Arial"/>
              </a:rPr>
              <a:t>seule</a:t>
            </a:r>
            <a:r>
              <a:rPr sz="2500" b="1" dirty="0">
                <a:solidFill>
                  <a:srgbClr val="1C2530"/>
                </a:solidFill>
                <a:latin typeface="Arial"/>
              </a:rPr>
              <a:t> ?</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Un diagnostic utile, pas le choix final</a:t>
            </a:r>
          </a:p>
        </p:txBody>
      </p:sp>
      <p:sp>
        <p:nvSpPr>
          <p:cNvPr id="7" name="Rounded Rectangle 6"/>
          <p:cNvSpPr/>
          <p:nvPr/>
        </p:nvSpPr>
        <p:spPr>
          <a:xfrm>
            <a:off x="502920" y="1325880"/>
            <a:ext cx="685800" cy="384048"/>
          </a:xfrm>
          <a:prstGeom prst="roundRect">
            <a:avLst>
              <a:gd name="adj" fmla="val 8000"/>
            </a:avLst>
          </a:prstGeom>
          <a:solidFill>
            <a:srgbClr val="6548AA"/>
          </a:solidFill>
          <a:ln>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25880"/>
            <a:ext cx="685800" cy="384048"/>
          </a:xfrm>
          <a:prstGeom prst="rect">
            <a:avLst/>
          </a:prstGeom>
          <a:noFill/>
        </p:spPr>
        <p:txBody>
          <a:bodyPr wrap="square" lIns="45720" rIns="45720" anchor="ctr">
            <a:spAutoFit/>
          </a:bodyPr>
          <a:lstStyle/>
          <a:p>
            <a:pPr algn="ctr"/>
            <a:r>
              <a:rPr sz="1200" b="1">
                <a:solidFill>
                  <a:srgbClr val="FFFFFF"/>
                </a:solidFill>
                <a:latin typeface="Arial"/>
              </a:rPr>
              <a:t>S3</a:t>
            </a:r>
          </a:p>
        </p:txBody>
      </p:sp>
      <p:sp>
        <p:nvSpPr>
          <p:cNvPr id="9" name="TextBox 8"/>
          <p:cNvSpPr txBox="1"/>
          <p:nvPr/>
        </p:nvSpPr>
        <p:spPr>
          <a:xfrm>
            <a:off x="1344168" y="1289304"/>
            <a:ext cx="9875520" cy="438912"/>
          </a:xfrm>
          <a:prstGeom prst="rect">
            <a:avLst/>
          </a:prstGeom>
          <a:noFill/>
        </p:spPr>
        <p:txBody>
          <a:bodyPr wrap="square" lIns="45720" rIns="45720" anchor="ctr">
            <a:spAutoFit/>
          </a:bodyPr>
          <a:lstStyle/>
          <a:p>
            <a:pPr algn="l"/>
            <a:r>
              <a:rPr sz="1800" b="1">
                <a:solidFill>
                  <a:srgbClr val="6548AA"/>
                </a:solidFill>
                <a:latin typeface="Arial"/>
              </a:rPr>
              <a:t>Critère : contribution du texte au repérage</a:t>
            </a:r>
          </a:p>
        </p:txBody>
      </p:sp>
      <p:sp>
        <p:nvSpPr>
          <p:cNvPr id="10" name="Rounded Rectangle 9"/>
          <p:cNvSpPr/>
          <p:nvPr/>
        </p:nvSpPr>
        <p:spPr>
          <a:xfrm>
            <a:off x="59436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965960"/>
            <a:ext cx="1783080" cy="228600"/>
          </a:xfrm>
          <a:prstGeom prst="rect">
            <a:avLst/>
          </a:prstGeom>
          <a:noFill/>
        </p:spPr>
        <p:txBody>
          <a:bodyPr wrap="square" lIns="45720" rIns="45720" anchor="ctr">
            <a:spAutoFit/>
          </a:bodyPr>
          <a:lstStyle/>
          <a:p>
            <a:pPr algn="l"/>
            <a:r>
              <a:rPr sz="1000" b="1">
                <a:solidFill>
                  <a:srgbClr val="5C6974"/>
                </a:solidFill>
                <a:latin typeface="Arial"/>
              </a:rPr>
              <a:t>F1 macro</a:t>
            </a:r>
          </a:p>
        </p:txBody>
      </p:sp>
      <p:sp>
        <p:nvSpPr>
          <p:cNvPr id="12" name="TextBox 11"/>
          <p:cNvSpPr txBox="1"/>
          <p:nvPr/>
        </p:nvSpPr>
        <p:spPr>
          <a:xfrm>
            <a:off x="731520" y="2194560"/>
            <a:ext cx="1783080" cy="347472"/>
          </a:xfrm>
          <a:prstGeom prst="rect">
            <a:avLst/>
          </a:prstGeom>
          <a:noFill/>
        </p:spPr>
        <p:txBody>
          <a:bodyPr wrap="square" lIns="45720" rIns="45720" anchor="ctr">
            <a:spAutoFit/>
          </a:bodyPr>
          <a:lstStyle/>
          <a:p>
            <a:pPr algn="l"/>
            <a:r>
              <a:rPr sz="2300" b="1">
                <a:solidFill>
                  <a:srgbClr val="6548AA"/>
                </a:solidFill>
                <a:latin typeface="Arial"/>
              </a:rPr>
              <a:t>0,635</a:t>
            </a:r>
          </a:p>
        </p:txBody>
      </p:sp>
      <p:sp>
        <p:nvSpPr>
          <p:cNvPr id="13" name="TextBox 12"/>
          <p:cNvSpPr txBox="1"/>
          <p:nvPr/>
        </p:nvSpPr>
        <p:spPr>
          <a:xfrm>
            <a:off x="731520" y="2569463"/>
            <a:ext cx="1783080" cy="146304"/>
          </a:xfrm>
          <a:prstGeom prst="rect">
            <a:avLst/>
          </a:prstGeom>
          <a:noFill/>
        </p:spPr>
        <p:txBody>
          <a:bodyPr wrap="square" lIns="45720" rIns="45720" anchor="ctr">
            <a:spAutoFit/>
          </a:bodyPr>
          <a:lstStyle/>
          <a:p>
            <a:pPr algn="l"/>
            <a:r>
              <a:rPr sz="800" b="0">
                <a:solidFill>
                  <a:srgbClr val="5C6974"/>
                </a:solidFill>
                <a:latin typeface="Arial"/>
              </a:rPr>
              <a:t>validation croisée</a:t>
            </a:r>
          </a:p>
        </p:txBody>
      </p:sp>
      <p:sp>
        <p:nvSpPr>
          <p:cNvPr id="14" name="Rounded Rectangle 13"/>
          <p:cNvSpPr/>
          <p:nvPr/>
        </p:nvSpPr>
        <p:spPr>
          <a:xfrm>
            <a:off x="2926079"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63239" y="1965960"/>
            <a:ext cx="1783080" cy="228600"/>
          </a:xfrm>
          <a:prstGeom prst="rect">
            <a:avLst/>
          </a:prstGeom>
          <a:noFill/>
        </p:spPr>
        <p:txBody>
          <a:bodyPr wrap="square" lIns="45720" rIns="45720" anchor="ctr">
            <a:spAutoFit/>
          </a:bodyPr>
          <a:lstStyle/>
          <a:p>
            <a:pPr algn="l"/>
            <a:r>
              <a:rPr sz="1000" b="1">
                <a:solidFill>
                  <a:srgbClr val="5C6974"/>
                </a:solidFill>
                <a:latin typeface="Arial"/>
              </a:rPr>
              <a:t>Rappel classe 2</a:t>
            </a:r>
          </a:p>
        </p:txBody>
      </p:sp>
      <p:sp>
        <p:nvSpPr>
          <p:cNvPr id="16" name="TextBox 15"/>
          <p:cNvSpPr txBox="1"/>
          <p:nvPr/>
        </p:nvSpPr>
        <p:spPr>
          <a:xfrm>
            <a:off x="3063239" y="2194560"/>
            <a:ext cx="1783080" cy="347472"/>
          </a:xfrm>
          <a:prstGeom prst="rect">
            <a:avLst/>
          </a:prstGeom>
          <a:noFill/>
        </p:spPr>
        <p:txBody>
          <a:bodyPr wrap="square" lIns="45720" rIns="45720" anchor="ctr">
            <a:spAutoFit/>
          </a:bodyPr>
          <a:lstStyle/>
          <a:p>
            <a:pPr algn="l"/>
            <a:r>
              <a:rPr sz="2300" b="1">
                <a:solidFill>
                  <a:srgbClr val="6548AA"/>
                </a:solidFill>
                <a:latin typeface="Arial"/>
              </a:rPr>
              <a:t>0,661</a:t>
            </a:r>
          </a:p>
        </p:txBody>
      </p:sp>
      <p:sp>
        <p:nvSpPr>
          <p:cNvPr id="17" name="TextBox 16"/>
          <p:cNvSpPr txBox="1"/>
          <p:nvPr/>
        </p:nvSpPr>
        <p:spPr>
          <a:xfrm>
            <a:off x="3063239" y="2569463"/>
            <a:ext cx="1783080" cy="146304"/>
          </a:xfrm>
          <a:prstGeom prst="rect">
            <a:avLst/>
          </a:prstGeom>
          <a:noFill/>
        </p:spPr>
        <p:txBody>
          <a:bodyPr wrap="square" lIns="45720" rIns="45720" anchor="ctr">
            <a:spAutoFit/>
          </a:bodyPr>
          <a:lstStyle/>
          <a:p>
            <a:pPr algn="l"/>
            <a:r>
              <a:rPr sz="800" b="0">
                <a:solidFill>
                  <a:srgbClr val="5C6974"/>
                </a:solidFill>
                <a:latin typeface="Arial"/>
              </a:rPr>
              <a:t>meilleur rappel</a:t>
            </a:r>
          </a:p>
        </p:txBody>
      </p:sp>
      <p:sp>
        <p:nvSpPr>
          <p:cNvPr id="18" name="Rounded Rectangle 17"/>
          <p:cNvSpPr/>
          <p:nvPr/>
        </p:nvSpPr>
        <p:spPr>
          <a:xfrm>
            <a:off x="525780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94960" y="1965960"/>
            <a:ext cx="1783080" cy="228600"/>
          </a:xfrm>
          <a:prstGeom prst="rect">
            <a:avLst/>
          </a:prstGeom>
          <a:noFill/>
        </p:spPr>
        <p:txBody>
          <a:bodyPr wrap="square" lIns="45720" rIns="45720" anchor="ctr">
            <a:spAutoFit/>
          </a:bodyPr>
          <a:lstStyle/>
          <a:p>
            <a:pPr algn="l"/>
            <a:r>
              <a:rPr sz="1000" b="1">
                <a:solidFill>
                  <a:srgbClr val="5C6974"/>
                </a:solidFill>
                <a:latin typeface="Arial"/>
              </a:rPr>
              <a:t>Erreurs 2→0</a:t>
            </a:r>
          </a:p>
        </p:txBody>
      </p:sp>
      <p:sp>
        <p:nvSpPr>
          <p:cNvPr id="20" name="TextBox 19"/>
          <p:cNvSpPr txBox="1"/>
          <p:nvPr/>
        </p:nvSpPr>
        <p:spPr>
          <a:xfrm>
            <a:off x="5394960" y="2194560"/>
            <a:ext cx="1783080" cy="347472"/>
          </a:xfrm>
          <a:prstGeom prst="rect">
            <a:avLst/>
          </a:prstGeom>
          <a:noFill/>
        </p:spPr>
        <p:txBody>
          <a:bodyPr wrap="square" lIns="45720" rIns="45720" anchor="ctr">
            <a:spAutoFit/>
          </a:bodyPr>
          <a:lstStyle/>
          <a:p>
            <a:pPr algn="l"/>
            <a:r>
              <a:rPr sz="2300" b="1">
                <a:solidFill>
                  <a:srgbClr val="6548AA"/>
                </a:solidFill>
                <a:latin typeface="Arial"/>
              </a:rPr>
              <a:t>12</a:t>
            </a:r>
          </a:p>
        </p:txBody>
      </p:sp>
      <p:sp>
        <p:nvSpPr>
          <p:cNvPr id="21" name="TextBox 20"/>
          <p:cNvSpPr txBox="1"/>
          <p:nvPr/>
        </p:nvSpPr>
        <p:spPr>
          <a:xfrm>
            <a:off x="5394960" y="2569463"/>
            <a:ext cx="1783080" cy="146304"/>
          </a:xfrm>
          <a:prstGeom prst="rect">
            <a:avLst/>
          </a:prstGeom>
          <a:noFill/>
        </p:spPr>
        <p:txBody>
          <a:bodyPr wrap="square" lIns="45720" rIns="45720" anchor="ctr">
            <a:spAutoFit/>
          </a:bodyPr>
          <a:lstStyle/>
          <a:p>
            <a:pPr algn="l"/>
            <a:r>
              <a:rPr sz="800" b="0">
                <a:solidFill>
                  <a:srgbClr val="5C6974"/>
                </a:solidFill>
                <a:latin typeface="Arial"/>
              </a:rPr>
              <a:t>sur le test</a:t>
            </a:r>
          </a:p>
        </p:txBody>
      </p:sp>
      <p:sp>
        <p:nvSpPr>
          <p:cNvPr id="22" name="Rounded Rectangle 21"/>
          <p:cNvSpPr/>
          <p:nvPr/>
        </p:nvSpPr>
        <p:spPr>
          <a:xfrm>
            <a:off x="594360" y="3154680"/>
            <a:ext cx="5257800" cy="2331720"/>
          </a:xfrm>
          <a:prstGeom prst="roundRect">
            <a:avLst>
              <a:gd name="adj" fmla="val 8000"/>
            </a:avLst>
          </a:prstGeom>
          <a:solidFill>
            <a:srgbClr val="EAF8F0"/>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337560"/>
            <a:ext cx="4754880" cy="292608"/>
          </a:xfrm>
          <a:prstGeom prst="rect">
            <a:avLst/>
          </a:prstGeom>
          <a:noFill/>
        </p:spPr>
        <p:txBody>
          <a:bodyPr wrap="square" lIns="45720" rIns="45720" anchor="ctr">
            <a:spAutoFit/>
          </a:bodyPr>
          <a:lstStyle/>
          <a:p>
            <a:pPr algn="l"/>
            <a:r>
              <a:rPr sz="1200" b="1">
                <a:solidFill>
                  <a:srgbClr val="23925B"/>
                </a:solidFill>
                <a:latin typeface="Arial"/>
              </a:rPr>
              <a:t>CE QUE CETTE OPTION APPORTE</a:t>
            </a:r>
          </a:p>
        </p:txBody>
      </p:sp>
      <p:sp>
        <p:nvSpPr>
          <p:cNvPr id="24" name="TextBox 23"/>
          <p:cNvSpPr txBox="1"/>
          <p:nvPr/>
        </p:nvSpPr>
        <p:spPr>
          <a:xfrm>
            <a:off x="82296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meilleur rappel de la classe 2</a:t>
            </a:r>
          </a:p>
          <a:p>
            <a:pPr>
              <a:spcAft>
                <a:spcPts val="800"/>
              </a:spcAft>
              <a:defRPr sz="1600">
                <a:solidFill>
                  <a:srgbClr val="1C2530"/>
                </a:solidFill>
                <a:latin typeface="Arial"/>
              </a:defRPr>
            </a:pPr>
            <a:r>
              <a:t>• montre la valeur du texte</a:t>
            </a:r>
          </a:p>
        </p:txBody>
      </p:sp>
      <p:sp>
        <p:nvSpPr>
          <p:cNvPr id="25" name="Rounded Rectangle 24"/>
          <p:cNvSpPr/>
          <p:nvPr/>
        </p:nvSpPr>
        <p:spPr>
          <a:xfrm>
            <a:off x="6172200" y="3154680"/>
            <a:ext cx="5257800" cy="233172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3337560"/>
            <a:ext cx="4754880" cy="292608"/>
          </a:xfrm>
          <a:prstGeom prst="rect">
            <a:avLst/>
          </a:prstGeom>
          <a:noFill/>
        </p:spPr>
        <p:txBody>
          <a:bodyPr wrap="square" lIns="45720" rIns="45720" anchor="ctr">
            <a:spAutoFit/>
          </a:bodyPr>
          <a:lstStyle/>
          <a:p>
            <a:pPr algn="l"/>
            <a:r>
              <a:rPr sz="1200" b="1">
                <a:solidFill>
                  <a:srgbClr val="DA3641"/>
                </a:solidFill>
                <a:latin typeface="Arial"/>
              </a:rPr>
              <a:t>CE QUI EMPÊCHE DE LA RETENIR SEULE</a:t>
            </a:r>
          </a:p>
        </p:txBody>
      </p:sp>
      <p:sp>
        <p:nvSpPr>
          <p:cNvPr id="27" name="TextBox 26"/>
          <p:cNvSpPr txBox="1"/>
          <p:nvPr/>
        </p:nvSpPr>
        <p:spPr>
          <a:xfrm>
            <a:off x="640080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plus faible F1</a:t>
            </a:r>
          </a:p>
          <a:p>
            <a:pPr>
              <a:spcAft>
                <a:spcPts val="800"/>
              </a:spcAft>
              <a:defRPr sz="1600">
                <a:solidFill>
                  <a:srgbClr val="1C2530"/>
                </a:solidFill>
                <a:latin typeface="Arial"/>
              </a:defRPr>
            </a:pPr>
            <a:r>
              <a:t>• 12 erreurs critiques sur le test</a:t>
            </a:r>
          </a:p>
          <a:p>
            <a:pPr>
              <a:spcAft>
                <a:spcPts val="800"/>
              </a:spcAft>
              <a:defRPr sz="1600">
                <a:solidFill>
                  <a:srgbClr val="1C2530"/>
                </a:solidFill>
                <a:latin typeface="Arial"/>
              </a:defRPr>
            </a:pPr>
            <a:r>
              <a:t>• texte peu diversifié</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477054"/>
          </a:xfrm>
          <a:prstGeom prst="rect">
            <a:avLst/>
          </a:prstGeom>
          <a:noFill/>
        </p:spPr>
        <p:txBody>
          <a:bodyPr wrap="square" lIns="45720" rIns="45720" anchor="t">
            <a:spAutoFit/>
          </a:bodyPr>
          <a:lstStyle/>
          <a:p>
            <a:pPr algn="l"/>
            <a:r>
              <a:rPr sz="2500" b="1" dirty="0">
                <a:solidFill>
                  <a:srgbClr val="1C2530"/>
                </a:solidFill>
                <a:latin typeface="Arial"/>
              </a:rPr>
              <a:t>S4 : </a:t>
            </a:r>
            <a:r>
              <a:rPr sz="2500" b="1" dirty="0" err="1">
                <a:solidFill>
                  <a:srgbClr val="1C2530"/>
                </a:solidFill>
                <a:latin typeface="Arial"/>
              </a:rPr>
              <a:t>que</a:t>
            </a:r>
            <a:r>
              <a:rPr sz="2500" b="1" dirty="0">
                <a:solidFill>
                  <a:srgbClr val="1C2530"/>
                </a:solidFill>
                <a:latin typeface="Arial"/>
              </a:rPr>
              <a:t> valent les données </a:t>
            </a:r>
            <a:r>
              <a:rPr sz="2500" b="1" dirty="0" err="1">
                <a:solidFill>
                  <a:srgbClr val="1C2530"/>
                </a:solidFill>
                <a:latin typeface="Arial"/>
              </a:rPr>
              <a:t>tabulaires</a:t>
            </a:r>
            <a:r>
              <a:rPr sz="2500" b="1" dirty="0">
                <a:solidFill>
                  <a:srgbClr val="1C2530"/>
                </a:solidFill>
                <a:latin typeface="Arial"/>
              </a:rPr>
              <a:t> </a:t>
            </a:r>
            <a:r>
              <a:rPr sz="2500" b="1" dirty="0" err="1">
                <a:solidFill>
                  <a:srgbClr val="1C2530"/>
                </a:solidFill>
                <a:latin typeface="Arial"/>
              </a:rPr>
              <a:t>seules</a:t>
            </a:r>
            <a:r>
              <a:rPr sz="2500" b="1" dirty="0">
                <a:solidFill>
                  <a:srgbClr val="1C2530"/>
                </a:solidFill>
                <a:latin typeface="Arial"/>
              </a:rPr>
              <a:t> ?</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Un résultat à lire avec réserve</a:t>
            </a:r>
          </a:p>
        </p:txBody>
      </p:sp>
      <p:sp>
        <p:nvSpPr>
          <p:cNvPr id="7" name="Rounded Rectangle 6"/>
          <p:cNvSpPr/>
          <p:nvPr/>
        </p:nvSpPr>
        <p:spPr>
          <a:xfrm>
            <a:off x="502920" y="1325880"/>
            <a:ext cx="685800" cy="384048"/>
          </a:xfrm>
          <a:prstGeom prst="roundRect">
            <a:avLst>
              <a:gd name="adj" fmla="val 8000"/>
            </a:avLst>
          </a:prstGeom>
          <a:solidFill>
            <a:srgbClr val="23925B"/>
          </a:solidFill>
          <a:ln>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25880"/>
            <a:ext cx="685800" cy="384048"/>
          </a:xfrm>
          <a:prstGeom prst="rect">
            <a:avLst/>
          </a:prstGeom>
          <a:noFill/>
        </p:spPr>
        <p:txBody>
          <a:bodyPr wrap="square" lIns="45720" rIns="45720" anchor="ctr">
            <a:spAutoFit/>
          </a:bodyPr>
          <a:lstStyle/>
          <a:p>
            <a:pPr algn="ctr"/>
            <a:r>
              <a:rPr sz="1200" b="1">
                <a:solidFill>
                  <a:srgbClr val="FFFFFF"/>
                </a:solidFill>
                <a:latin typeface="Arial"/>
              </a:rPr>
              <a:t>S4</a:t>
            </a:r>
          </a:p>
        </p:txBody>
      </p:sp>
      <p:sp>
        <p:nvSpPr>
          <p:cNvPr id="9" name="TextBox 8"/>
          <p:cNvSpPr txBox="1"/>
          <p:nvPr/>
        </p:nvSpPr>
        <p:spPr>
          <a:xfrm>
            <a:off x="1344168" y="1289304"/>
            <a:ext cx="9875520" cy="438912"/>
          </a:xfrm>
          <a:prstGeom prst="rect">
            <a:avLst/>
          </a:prstGeom>
          <a:noFill/>
        </p:spPr>
        <p:txBody>
          <a:bodyPr wrap="square" lIns="45720" rIns="45720" anchor="ctr">
            <a:spAutoFit/>
          </a:bodyPr>
          <a:lstStyle/>
          <a:p>
            <a:pPr algn="l"/>
            <a:r>
              <a:rPr sz="1800" b="1">
                <a:solidFill>
                  <a:srgbClr val="23925B"/>
                </a:solidFill>
                <a:latin typeface="Arial"/>
              </a:rPr>
              <a:t>Critère : valeur du tabulaire, sans conclure trop vite</a:t>
            </a:r>
          </a:p>
        </p:txBody>
      </p:sp>
      <p:sp>
        <p:nvSpPr>
          <p:cNvPr id="10" name="Rounded Rectangle 9"/>
          <p:cNvSpPr/>
          <p:nvPr/>
        </p:nvSpPr>
        <p:spPr>
          <a:xfrm>
            <a:off x="59436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965960"/>
            <a:ext cx="1783080" cy="228600"/>
          </a:xfrm>
          <a:prstGeom prst="rect">
            <a:avLst/>
          </a:prstGeom>
          <a:noFill/>
        </p:spPr>
        <p:txBody>
          <a:bodyPr wrap="square" lIns="45720" rIns="45720" anchor="ctr">
            <a:spAutoFit/>
          </a:bodyPr>
          <a:lstStyle/>
          <a:p>
            <a:pPr algn="l"/>
            <a:r>
              <a:rPr sz="1000" b="1">
                <a:solidFill>
                  <a:srgbClr val="5C6974"/>
                </a:solidFill>
                <a:latin typeface="Arial"/>
              </a:rPr>
              <a:t>F1 macro</a:t>
            </a:r>
          </a:p>
        </p:txBody>
      </p:sp>
      <p:sp>
        <p:nvSpPr>
          <p:cNvPr id="12" name="TextBox 11"/>
          <p:cNvSpPr txBox="1"/>
          <p:nvPr/>
        </p:nvSpPr>
        <p:spPr>
          <a:xfrm>
            <a:off x="731520" y="2194560"/>
            <a:ext cx="1783080" cy="347472"/>
          </a:xfrm>
          <a:prstGeom prst="rect">
            <a:avLst/>
          </a:prstGeom>
          <a:noFill/>
        </p:spPr>
        <p:txBody>
          <a:bodyPr wrap="square" lIns="45720" rIns="45720" anchor="ctr">
            <a:spAutoFit/>
          </a:bodyPr>
          <a:lstStyle/>
          <a:p>
            <a:pPr algn="l"/>
            <a:r>
              <a:rPr sz="2300" b="1">
                <a:solidFill>
                  <a:srgbClr val="23925B"/>
                </a:solidFill>
                <a:latin typeface="Arial"/>
              </a:rPr>
              <a:t>0,672</a:t>
            </a:r>
          </a:p>
        </p:txBody>
      </p:sp>
      <p:sp>
        <p:nvSpPr>
          <p:cNvPr id="13" name="TextBox 12"/>
          <p:cNvSpPr txBox="1"/>
          <p:nvPr/>
        </p:nvSpPr>
        <p:spPr>
          <a:xfrm>
            <a:off x="731520" y="2569463"/>
            <a:ext cx="1783080" cy="146304"/>
          </a:xfrm>
          <a:prstGeom prst="rect">
            <a:avLst/>
          </a:prstGeom>
          <a:noFill/>
        </p:spPr>
        <p:txBody>
          <a:bodyPr wrap="square" lIns="45720" rIns="45720" anchor="ctr">
            <a:spAutoFit/>
          </a:bodyPr>
          <a:lstStyle/>
          <a:p>
            <a:pPr algn="l"/>
            <a:r>
              <a:rPr sz="800" b="0">
                <a:solidFill>
                  <a:srgbClr val="5C6974"/>
                </a:solidFill>
                <a:latin typeface="Arial"/>
              </a:rPr>
              <a:t>validation croisée</a:t>
            </a:r>
          </a:p>
        </p:txBody>
      </p:sp>
      <p:sp>
        <p:nvSpPr>
          <p:cNvPr id="14" name="Rounded Rectangle 13"/>
          <p:cNvSpPr/>
          <p:nvPr/>
        </p:nvSpPr>
        <p:spPr>
          <a:xfrm>
            <a:off x="2926079"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63239" y="1965960"/>
            <a:ext cx="1783080" cy="228600"/>
          </a:xfrm>
          <a:prstGeom prst="rect">
            <a:avLst/>
          </a:prstGeom>
          <a:noFill/>
        </p:spPr>
        <p:txBody>
          <a:bodyPr wrap="square" lIns="45720" rIns="45720" anchor="ctr">
            <a:spAutoFit/>
          </a:bodyPr>
          <a:lstStyle/>
          <a:p>
            <a:pPr algn="l"/>
            <a:r>
              <a:rPr sz="1000" b="1">
                <a:solidFill>
                  <a:srgbClr val="5C6974"/>
                </a:solidFill>
                <a:latin typeface="Arial"/>
              </a:rPr>
              <a:t>Rappel classe 2</a:t>
            </a:r>
          </a:p>
        </p:txBody>
      </p:sp>
      <p:sp>
        <p:nvSpPr>
          <p:cNvPr id="16" name="TextBox 15"/>
          <p:cNvSpPr txBox="1"/>
          <p:nvPr/>
        </p:nvSpPr>
        <p:spPr>
          <a:xfrm>
            <a:off x="3063239" y="2194560"/>
            <a:ext cx="1783080" cy="347472"/>
          </a:xfrm>
          <a:prstGeom prst="rect">
            <a:avLst/>
          </a:prstGeom>
          <a:noFill/>
        </p:spPr>
        <p:txBody>
          <a:bodyPr wrap="square" lIns="45720" rIns="45720" anchor="ctr">
            <a:spAutoFit/>
          </a:bodyPr>
          <a:lstStyle/>
          <a:p>
            <a:pPr algn="l"/>
            <a:r>
              <a:rPr sz="2300" b="1">
                <a:solidFill>
                  <a:srgbClr val="23925B"/>
                </a:solidFill>
                <a:latin typeface="Arial"/>
              </a:rPr>
              <a:t>0,589</a:t>
            </a:r>
          </a:p>
        </p:txBody>
      </p:sp>
      <p:sp>
        <p:nvSpPr>
          <p:cNvPr id="17" name="TextBox 16"/>
          <p:cNvSpPr txBox="1"/>
          <p:nvPr/>
        </p:nvSpPr>
        <p:spPr>
          <a:xfrm>
            <a:off x="3063239" y="2569463"/>
            <a:ext cx="1783080" cy="146304"/>
          </a:xfrm>
          <a:prstGeom prst="rect">
            <a:avLst/>
          </a:prstGeom>
          <a:noFill/>
        </p:spPr>
        <p:txBody>
          <a:bodyPr wrap="square" lIns="45720" rIns="45720" anchor="ctr">
            <a:spAutoFit/>
          </a:bodyPr>
          <a:lstStyle/>
          <a:p>
            <a:pPr algn="l"/>
            <a:r>
              <a:rPr sz="800" b="0">
                <a:solidFill>
                  <a:srgbClr val="5C6974"/>
                </a:solidFill>
                <a:latin typeface="Arial"/>
              </a:rPr>
              <a:t>validation croisée</a:t>
            </a:r>
          </a:p>
        </p:txBody>
      </p:sp>
      <p:sp>
        <p:nvSpPr>
          <p:cNvPr id="18" name="Rounded Rectangle 17"/>
          <p:cNvSpPr/>
          <p:nvPr/>
        </p:nvSpPr>
        <p:spPr>
          <a:xfrm>
            <a:off x="5257800" y="1874519"/>
            <a:ext cx="205740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94960" y="1965960"/>
            <a:ext cx="1783080" cy="228600"/>
          </a:xfrm>
          <a:prstGeom prst="rect">
            <a:avLst/>
          </a:prstGeom>
          <a:noFill/>
        </p:spPr>
        <p:txBody>
          <a:bodyPr wrap="square" lIns="45720" rIns="45720" anchor="ctr">
            <a:spAutoFit/>
          </a:bodyPr>
          <a:lstStyle/>
          <a:p>
            <a:pPr algn="l"/>
            <a:r>
              <a:rPr sz="1000" b="1">
                <a:solidFill>
                  <a:srgbClr val="5C6974"/>
                </a:solidFill>
                <a:latin typeface="Arial"/>
              </a:rPr>
              <a:t>Erreurs 2→0</a:t>
            </a:r>
          </a:p>
        </p:txBody>
      </p:sp>
      <p:sp>
        <p:nvSpPr>
          <p:cNvPr id="20" name="TextBox 19"/>
          <p:cNvSpPr txBox="1"/>
          <p:nvPr/>
        </p:nvSpPr>
        <p:spPr>
          <a:xfrm>
            <a:off x="5394960" y="2194560"/>
            <a:ext cx="1783080" cy="347472"/>
          </a:xfrm>
          <a:prstGeom prst="rect">
            <a:avLst/>
          </a:prstGeom>
          <a:noFill/>
        </p:spPr>
        <p:txBody>
          <a:bodyPr wrap="square" lIns="45720" rIns="45720" anchor="ctr">
            <a:spAutoFit/>
          </a:bodyPr>
          <a:lstStyle/>
          <a:p>
            <a:pPr algn="l"/>
            <a:r>
              <a:rPr sz="2300" b="1">
                <a:solidFill>
                  <a:srgbClr val="23925B"/>
                </a:solidFill>
                <a:latin typeface="Arial"/>
              </a:rPr>
              <a:t>8</a:t>
            </a:r>
          </a:p>
        </p:txBody>
      </p:sp>
      <p:sp>
        <p:nvSpPr>
          <p:cNvPr id="21" name="TextBox 20"/>
          <p:cNvSpPr txBox="1"/>
          <p:nvPr/>
        </p:nvSpPr>
        <p:spPr>
          <a:xfrm>
            <a:off x="5394960" y="2569463"/>
            <a:ext cx="1783080" cy="146304"/>
          </a:xfrm>
          <a:prstGeom prst="rect">
            <a:avLst/>
          </a:prstGeom>
          <a:noFill/>
        </p:spPr>
        <p:txBody>
          <a:bodyPr wrap="square" lIns="45720" rIns="45720" anchor="ctr">
            <a:spAutoFit/>
          </a:bodyPr>
          <a:lstStyle/>
          <a:p>
            <a:pPr algn="l"/>
            <a:r>
              <a:rPr sz="800" b="0">
                <a:solidFill>
                  <a:srgbClr val="5C6974"/>
                </a:solidFill>
                <a:latin typeface="Arial"/>
              </a:rPr>
              <a:t>sur le test</a:t>
            </a:r>
          </a:p>
        </p:txBody>
      </p:sp>
      <p:sp>
        <p:nvSpPr>
          <p:cNvPr id="22" name="Rounded Rectangle 21"/>
          <p:cNvSpPr/>
          <p:nvPr/>
        </p:nvSpPr>
        <p:spPr>
          <a:xfrm>
            <a:off x="594360" y="3154680"/>
            <a:ext cx="5257800" cy="2331720"/>
          </a:xfrm>
          <a:prstGeom prst="roundRect">
            <a:avLst>
              <a:gd name="adj" fmla="val 8000"/>
            </a:avLst>
          </a:prstGeom>
          <a:solidFill>
            <a:srgbClr val="EAF8F0"/>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337560"/>
            <a:ext cx="4754880" cy="292608"/>
          </a:xfrm>
          <a:prstGeom prst="rect">
            <a:avLst/>
          </a:prstGeom>
          <a:noFill/>
        </p:spPr>
        <p:txBody>
          <a:bodyPr wrap="square" lIns="45720" rIns="45720" anchor="ctr">
            <a:spAutoFit/>
          </a:bodyPr>
          <a:lstStyle/>
          <a:p>
            <a:pPr algn="l"/>
            <a:r>
              <a:rPr sz="1200" b="1">
                <a:solidFill>
                  <a:srgbClr val="23925B"/>
                </a:solidFill>
                <a:latin typeface="Arial"/>
              </a:rPr>
              <a:t>CE QUE CETTE OPTION APPORTE</a:t>
            </a:r>
          </a:p>
        </p:txBody>
      </p:sp>
      <p:sp>
        <p:nvSpPr>
          <p:cNvPr id="24" name="TextBox 23"/>
          <p:cNvSpPr txBox="1"/>
          <p:nvPr/>
        </p:nvSpPr>
        <p:spPr>
          <a:xfrm>
            <a:off x="82296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8 erreurs critiques sur 10 cas test</a:t>
            </a:r>
          </a:p>
          <a:p>
            <a:pPr>
              <a:spcAft>
                <a:spcPts val="800"/>
              </a:spcAft>
              <a:defRPr sz="1600">
                <a:solidFill>
                  <a:srgbClr val="1C2530"/>
                </a:solidFill>
                <a:latin typeface="Arial"/>
              </a:defRPr>
            </a:pPr>
            <a:r>
              <a:t>• score tabulaire compétitif</a:t>
            </a:r>
          </a:p>
        </p:txBody>
      </p:sp>
      <p:sp>
        <p:nvSpPr>
          <p:cNvPr id="25" name="Rounded Rectangle 24"/>
          <p:cNvSpPr/>
          <p:nvPr/>
        </p:nvSpPr>
        <p:spPr>
          <a:xfrm>
            <a:off x="6172200" y="3154680"/>
            <a:ext cx="5257800" cy="233172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3337560"/>
            <a:ext cx="4754880" cy="292608"/>
          </a:xfrm>
          <a:prstGeom prst="rect">
            <a:avLst/>
          </a:prstGeom>
          <a:noFill/>
        </p:spPr>
        <p:txBody>
          <a:bodyPr wrap="square" lIns="45720" rIns="45720" anchor="ctr">
            <a:spAutoFit/>
          </a:bodyPr>
          <a:lstStyle/>
          <a:p>
            <a:pPr algn="l"/>
            <a:r>
              <a:rPr sz="1200" b="1">
                <a:solidFill>
                  <a:srgbClr val="DA3641"/>
                </a:solidFill>
                <a:latin typeface="Arial"/>
              </a:rPr>
              <a:t>CE QUI EMPÊCHE DE LA RETENIR SEULE</a:t>
            </a:r>
          </a:p>
        </p:txBody>
      </p:sp>
      <p:sp>
        <p:nvSpPr>
          <p:cNvPr id="27" name="TextBox 26"/>
          <p:cNvSpPr txBox="1"/>
          <p:nvPr/>
        </p:nvSpPr>
        <p:spPr>
          <a:xfrm>
            <a:off x="6400800" y="3767328"/>
            <a:ext cx="4663440" cy="1371600"/>
          </a:xfrm>
          <a:prstGeom prst="rect">
            <a:avLst/>
          </a:prstGeom>
          <a:noFill/>
        </p:spPr>
        <p:txBody>
          <a:bodyPr wrap="square" lIns="73152" rIns="45720">
            <a:spAutoFit/>
          </a:bodyPr>
          <a:lstStyle/>
          <a:p>
            <a:pPr>
              <a:spcAft>
                <a:spcPts val="800"/>
              </a:spcAft>
              <a:defRPr sz="1600">
                <a:solidFill>
                  <a:srgbClr val="1C2530"/>
                </a:solidFill>
                <a:latin typeface="Arial"/>
              </a:defRPr>
            </a:pPr>
            <a:r>
              <a:t>• conserve actuellement la nationalité</a:t>
            </a:r>
          </a:p>
          <a:p>
            <a:pPr>
              <a:spcAft>
                <a:spcPts val="800"/>
              </a:spcAft>
              <a:defRPr sz="1600">
                <a:solidFill>
                  <a:srgbClr val="1C2530"/>
                </a:solidFill>
                <a:latin typeface="Arial"/>
              </a:defRPr>
            </a:pPr>
            <a:r>
              <a:t>• seulement 10 erreurs critiques au total</a:t>
            </a:r>
          </a:p>
          <a:p>
            <a:pPr>
              <a:spcAft>
                <a:spcPts val="800"/>
              </a:spcAft>
              <a:defRPr sz="1600">
                <a:solidFill>
                  <a:srgbClr val="1C2530"/>
                </a:solidFill>
                <a:latin typeface="Arial"/>
              </a:defRPr>
            </a:pPr>
            <a:r>
              <a:t>• pas équivalent à S2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La revue humaine se déclenche par une règle OU</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La confiance est la probabilité la plus élevée du modèle, pas une certitude</a:t>
            </a:r>
          </a:p>
        </p:txBody>
      </p:sp>
      <p:sp>
        <p:nvSpPr>
          <p:cNvPr id="7" name="Rounded Rectangle 6"/>
          <p:cNvSpPr/>
          <p:nvPr/>
        </p:nvSpPr>
        <p:spPr>
          <a:xfrm>
            <a:off x="502920" y="1325880"/>
            <a:ext cx="2743200" cy="640080"/>
          </a:xfrm>
          <a:prstGeom prst="roundRect">
            <a:avLst>
              <a:gd name="adj" fmla="val 8000"/>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35608"/>
            <a:ext cx="2377440" cy="365760"/>
          </a:xfrm>
          <a:prstGeom prst="rect">
            <a:avLst/>
          </a:prstGeom>
          <a:noFill/>
        </p:spPr>
        <p:txBody>
          <a:bodyPr wrap="square" lIns="45720" rIns="45720" anchor="ctr">
            <a:spAutoFit/>
          </a:bodyPr>
          <a:lstStyle/>
          <a:p>
            <a:pPr algn="ctr"/>
            <a:r>
              <a:rPr sz="1400" b="1">
                <a:solidFill>
                  <a:srgbClr val="FFFFFF"/>
                </a:solidFill>
                <a:latin typeface="Arial"/>
              </a:rPr>
              <a:t>NOUVELLE PRÉDICTION</a:t>
            </a:r>
          </a:p>
        </p:txBody>
      </p:sp>
      <p:cxnSp>
        <p:nvCxnSpPr>
          <p:cNvPr id="9" name="Connector 8"/>
          <p:cNvCxnSpPr/>
          <p:nvPr/>
        </p:nvCxnSpPr>
        <p:spPr>
          <a:xfrm>
            <a:off x="3246120" y="1645920"/>
            <a:ext cx="640080" cy="1"/>
          </a:xfrm>
          <a:prstGeom prst="line">
            <a:avLst/>
          </a:prstGeom>
          <a:ln w="38100">
            <a:solidFill>
              <a:srgbClr val="00125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886200" y="1234440"/>
            <a:ext cx="4160520" cy="822960"/>
          </a:xfrm>
          <a:prstGeom prst="roundRect">
            <a:avLst>
              <a:gd name="adj" fmla="val 8000"/>
            </a:avLst>
          </a:prstGeom>
          <a:solidFill>
            <a:srgbClr val="E8F4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60520" y="1417320"/>
            <a:ext cx="3611880" cy="347472"/>
          </a:xfrm>
          <a:prstGeom prst="rect">
            <a:avLst/>
          </a:prstGeom>
          <a:noFill/>
        </p:spPr>
        <p:txBody>
          <a:bodyPr wrap="square" lIns="45720" rIns="45720" anchor="ctr">
            <a:spAutoFit/>
          </a:bodyPr>
          <a:lstStyle/>
          <a:p>
            <a:pPr algn="ctr"/>
            <a:r>
              <a:rPr sz="2000" b="1">
                <a:solidFill>
                  <a:srgbClr val="00125B"/>
                </a:solidFill>
                <a:latin typeface="Arial"/>
              </a:rPr>
              <a:t>Confiance &lt; 0,70 ?</a:t>
            </a:r>
          </a:p>
        </p:txBody>
      </p:sp>
      <p:cxnSp>
        <p:nvCxnSpPr>
          <p:cNvPr id="12" name="Connector 11"/>
          <p:cNvCxnSpPr/>
          <p:nvPr/>
        </p:nvCxnSpPr>
        <p:spPr>
          <a:xfrm>
            <a:off x="8046720" y="1645920"/>
            <a:ext cx="685800" cy="1"/>
          </a:xfrm>
          <a:prstGeom prst="line">
            <a:avLst/>
          </a:prstGeom>
          <a:ln w="38100">
            <a:solidFill>
              <a:srgbClr val="DA3641"/>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732520" y="1444752"/>
            <a:ext cx="2423160" cy="384048"/>
          </a:xfrm>
          <a:prstGeom prst="roundRect">
            <a:avLst>
              <a:gd name="adj" fmla="val 8000"/>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732520" y="1444752"/>
            <a:ext cx="2423160" cy="384048"/>
          </a:xfrm>
          <a:prstGeom prst="rect">
            <a:avLst/>
          </a:prstGeom>
          <a:noFill/>
        </p:spPr>
        <p:txBody>
          <a:bodyPr wrap="square" lIns="45720" rIns="45720" anchor="ctr">
            <a:spAutoFit/>
          </a:bodyPr>
          <a:lstStyle/>
          <a:p>
            <a:pPr algn="ctr"/>
            <a:r>
              <a:rPr sz="1400" b="1">
                <a:solidFill>
                  <a:srgbClr val="FFFFFF"/>
                </a:solidFill>
                <a:latin typeface="Arial"/>
              </a:rPr>
              <a:t>OUI → À REVOIR</a:t>
            </a:r>
          </a:p>
        </p:txBody>
      </p:sp>
      <p:cxnSp>
        <p:nvCxnSpPr>
          <p:cNvPr id="15" name="Connector 14"/>
          <p:cNvCxnSpPr/>
          <p:nvPr/>
        </p:nvCxnSpPr>
        <p:spPr>
          <a:xfrm>
            <a:off x="5961888" y="2057400"/>
            <a:ext cx="1" cy="685800"/>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80" y="2267712"/>
            <a:ext cx="594360" cy="219456"/>
          </a:xfrm>
          <a:prstGeom prst="rect">
            <a:avLst/>
          </a:prstGeom>
          <a:noFill/>
        </p:spPr>
        <p:txBody>
          <a:bodyPr wrap="square" lIns="45720" rIns="45720" anchor="ctr">
            <a:spAutoFit/>
          </a:bodyPr>
          <a:lstStyle/>
          <a:p>
            <a:pPr algn="l"/>
            <a:r>
              <a:rPr sz="1000" b="1">
                <a:solidFill>
                  <a:srgbClr val="5C6974"/>
                </a:solidFill>
                <a:latin typeface="Arial"/>
              </a:rPr>
              <a:t>NON</a:t>
            </a:r>
          </a:p>
        </p:txBody>
      </p:sp>
      <p:sp>
        <p:nvSpPr>
          <p:cNvPr id="17" name="Rounded Rectangle 16"/>
          <p:cNvSpPr/>
          <p:nvPr/>
        </p:nvSpPr>
        <p:spPr>
          <a:xfrm>
            <a:off x="3566160" y="2743200"/>
            <a:ext cx="4800600" cy="1051560"/>
          </a:xfrm>
          <a:prstGeom prst="roundRect">
            <a:avLst>
              <a:gd name="adj" fmla="val 8000"/>
            </a:avLst>
          </a:prstGeom>
          <a:solidFill>
            <a:srgbClr val="FFF3E7"/>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840480" y="3017520"/>
            <a:ext cx="4251960" cy="411480"/>
          </a:xfrm>
          <a:prstGeom prst="rect">
            <a:avLst/>
          </a:prstGeom>
          <a:noFill/>
        </p:spPr>
        <p:txBody>
          <a:bodyPr wrap="square" lIns="45720" rIns="45720" anchor="ctr">
            <a:spAutoFit/>
          </a:bodyPr>
          <a:lstStyle/>
          <a:p>
            <a:pPr algn="ctr"/>
            <a:r>
              <a:rPr sz="1800" b="1">
                <a:solidFill>
                  <a:srgbClr val="1C2530"/>
                </a:solidFill>
                <a:latin typeface="Arial"/>
              </a:rPr>
              <a:t>Prédiction = 0  ET  P(classe 2) ≥ 0,20 ?</a:t>
            </a:r>
          </a:p>
        </p:txBody>
      </p:sp>
      <p:cxnSp>
        <p:nvCxnSpPr>
          <p:cNvPr id="19" name="Connector 18"/>
          <p:cNvCxnSpPr/>
          <p:nvPr/>
        </p:nvCxnSpPr>
        <p:spPr>
          <a:xfrm>
            <a:off x="8366760" y="3273552"/>
            <a:ext cx="365760" cy="1"/>
          </a:xfrm>
          <a:prstGeom prst="line">
            <a:avLst/>
          </a:prstGeom>
          <a:ln w="38100">
            <a:solidFill>
              <a:srgbClr val="DA364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3072384"/>
            <a:ext cx="2423160" cy="384048"/>
          </a:xfrm>
          <a:prstGeom prst="roundRect">
            <a:avLst>
              <a:gd name="adj" fmla="val 8000"/>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732520" y="3072384"/>
            <a:ext cx="2423160" cy="384048"/>
          </a:xfrm>
          <a:prstGeom prst="rect">
            <a:avLst/>
          </a:prstGeom>
          <a:noFill/>
        </p:spPr>
        <p:txBody>
          <a:bodyPr wrap="square" lIns="45720" rIns="45720" anchor="ctr">
            <a:spAutoFit/>
          </a:bodyPr>
          <a:lstStyle/>
          <a:p>
            <a:pPr algn="ctr"/>
            <a:r>
              <a:rPr sz="1400" b="1">
                <a:solidFill>
                  <a:srgbClr val="FFFFFF"/>
                </a:solidFill>
                <a:latin typeface="Arial"/>
              </a:rPr>
              <a:t>OUI → À REVOIR</a:t>
            </a:r>
          </a:p>
        </p:txBody>
      </p:sp>
      <p:cxnSp>
        <p:nvCxnSpPr>
          <p:cNvPr id="22" name="Connector 21"/>
          <p:cNvCxnSpPr/>
          <p:nvPr/>
        </p:nvCxnSpPr>
        <p:spPr>
          <a:xfrm>
            <a:off x="5961888" y="3794760"/>
            <a:ext cx="1" cy="612648"/>
          </a:xfrm>
          <a:prstGeom prst="line">
            <a:avLst/>
          </a:prstGeom>
          <a:ln w="25400">
            <a:solidFill>
              <a:srgbClr val="23925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126480" y="4005072"/>
            <a:ext cx="594360" cy="219456"/>
          </a:xfrm>
          <a:prstGeom prst="rect">
            <a:avLst/>
          </a:prstGeom>
          <a:noFill/>
        </p:spPr>
        <p:txBody>
          <a:bodyPr wrap="square" lIns="45720" rIns="45720" anchor="ctr">
            <a:spAutoFit/>
          </a:bodyPr>
          <a:lstStyle/>
          <a:p>
            <a:pPr algn="l"/>
            <a:r>
              <a:rPr sz="1000" b="1">
                <a:solidFill>
                  <a:srgbClr val="5C6974"/>
                </a:solidFill>
                <a:latin typeface="Arial"/>
              </a:rPr>
              <a:t>NON</a:t>
            </a:r>
          </a:p>
        </p:txBody>
      </p:sp>
      <p:sp>
        <p:nvSpPr>
          <p:cNvPr id="24" name="Rounded Rectangle 23"/>
          <p:cNvSpPr/>
          <p:nvPr/>
        </p:nvSpPr>
        <p:spPr>
          <a:xfrm>
            <a:off x="4663440" y="4407408"/>
            <a:ext cx="2606040" cy="384048"/>
          </a:xfrm>
          <a:prstGeom prst="roundRect">
            <a:avLst>
              <a:gd name="adj" fmla="val 8000"/>
            </a:avLst>
          </a:prstGeom>
          <a:solidFill>
            <a:srgbClr val="23925B"/>
          </a:solidFill>
          <a:ln>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63440" y="4407408"/>
            <a:ext cx="2606040" cy="384048"/>
          </a:xfrm>
          <a:prstGeom prst="rect">
            <a:avLst/>
          </a:prstGeom>
          <a:noFill/>
        </p:spPr>
        <p:txBody>
          <a:bodyPr wrap="square" lIns="45720" rIns="45720" anchor="ctr">
            <a:spAutoFit/>
          </a:bodyPr>
          <a:lstStyle/>
          <a:p>
            <a:pPr algn="ctr"/>
            <a:r>
              <a:rPr sz="1300" b="1">
                <a:solidFill>
                  <a:srgbClr val="FFFFFF"/>
                </a:solidFill>
                <a:latin typeface="Arial"/>
              </a:rPr>
              <a:t>RÉPONSE DU MODÈLE</a:t>
            </a:r>
          </a:p>
        </p:txBody>
      </p:sp>
      <p:sp>
        <p:nvSpPr>
          <p:cNvPr id="26" name="Rounded Rectangle 25"/>
          <p:cNvSpPr/>
          <p:nvPr/>
        </p:nvSpPr>
        <p:spPr>
          <a:xfrm>
            <a:off x="685800" y="5074920"/>
            <a:ext cx="10744200" cy="676656"/>
          </a:xfrm>
          <a:prstGeom prst="roundRect">
            <a:avLst>
              <a:gd name="adj" fmla="val 8000"/>
            </a:avLst>
          </a:prstGeom>
          <a:solidFill>
            <a:srgbClr val="FFFFFF"/>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239512"/>
            <a:ext cx="5074920" cy="292608"/>
          </a:xfrm>
          <a:prstGeom prst="rect">
            <a:avLst/>
          </a:prstGeom>
          <a:noFill/>
        </p:spPr>
        <p:txBody>
          <a:bodyPr wrap="square" lIns="45720" rIns="45720" anchor="ctr">
            <a:spAutoFit/>
          </a:bodyPr>
          <a:lstStyle/>
          <a:p>
            <a:pPr algn="l"/>
            <a:r>
              <a:rPr sz="1300" b="1">
                <a:solidFill>
                  <a:srgbClr val="00125B"/>
                </a:solidFill>
                <a:latin typeface="Arial"/>
              </a:rPr>
              <a:t>Notebook : règle combinée évaluée (0,70 + garde-fou classe 2)</a:t>
            </a:r>
          </a:p>
        </p:txBody>
      </p:sp>
      <p:sp>
        <p:nvSpPr>
          <p:cNvPr id="28" name="TextBox 27"/>
          <p:cNvSpPr txBox="1"/>
          <p:nvPr/>
        </p:nvSpPr>
        <p:spPr>
          <a:xfrm>
            <a:off x="6400800" y="5239512"/>
            <a:ext cx="4526280" cy="292608"/>
          </a:xfrm>
          <a:prstGeom prst="rect">
            <a:avLst/>
          </a:prstGeom>
          <a:noFill/>
        </p:spPr>
        <p:txBody>
          <a:bodyPr wrap="square" lIns="45720" rIns="45720" anchor="ctr">
            <a:spAutoFit/>
          </a:bodyPr>
          <a:lstStyle/>
          <a:p>
            <a:pPr algn="r"/>
            <a:r>
              <a:rPr sz="1300" b="1">
                <a:solidFill>
                  <a:srgbClr val="DA3641"/>
                </a:solidFill>
                <a:latin typeface="Arial"/>
              </a:rPr>
              <a:t>API actuelle : seuil simple de 0,55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La règle couvre davantage d’erreurs, mais oriente ~40 % des dossiers en revue</a:t>
            </a:r>
          </a:p>
        </p:txBody>
      </p:sp>
      <p:sp>
        <p:nvSpPr>
          <p:cNvPr id="6" name="TextBox 5"/>
          <p:cNvSpPr txBox="1"/>
          <p:nvPr/>
        </p:nvSpPr>
        <p:spPr>
          <a:xfrm>
            <a:off x="411480" y="1005840"/>
            <a:ext cx="10698480" cy="310896"/>
          </a:xfrm>
          <a:prstGeom prst="rect">
            <a:avLst/>
          </a:prstGeom>
          <a:noFill/>
        </p:spPr>
        <p:txBody>
          <a:bodyPr wrap="square" lIns="45720" rIns="45720" anchor="t">
            <a:spAutoFit/>
          </a:bodyPr>
          <a:lstStyle/>
          <a:p>
            <a:pPr algn="l"/>
            <a:r>
              <a:rPr sz="1100" b="0">
                <a:solidFill>
                  <a:srgbClr val="5C6974"/>
                </a:solidFill>
                <a:latin typeface="Arial"/>
              </a:rPr>
              <a:t>Choix sur OOF et lecture sur le test restent séparés</a:t>
            </a:r>
          </a:p>
        </p:txBody>
      </p:sp>
      <p:sp>
        <p:nvSpPr>
          <p:cNvPr id="7" name="Rounded Rectangle 6"/>
          <p:cNvSpPr/>
          <p:nvPr/>
        </p:nvSpPr>
        <p:spPr>
          <a:xfrm>
            <a:off x="502920" y="1325880"/>
            <a:ext cx="5440680" cy="4251960"/>
          </a:xfrm>
          <a:prstGeom prst="roundRect">
            <a:avLst>
              <a:gd name="adj" fmla="val 8000"/>
            </a:avLst>
          </a:prstGeom>
          <a:solidFill>
            <a:srgbClr val="E8F4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77240" y="1572768"/>
            <a:ext cx="2011680"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572768"/>
            <a:ext cx="2011680" cy="384048"/>
          </a:xfrm>
          <a:prstGeom prst="rect">
            <a:avLst/>
          </a:prstGeom>
          <a:noFill/>
        </p:spPr>
        <p:txBody>
          <a:bodyPr wrap="square" lIns="45720" rIns="45720" anchor="ctr">
            <a:spAutoFit/>
          </a:bodyPr>
          <a:lstStyle/>
          <a:p>
            <a:pPr algn="ctr"/>
            <a:r>
              <a:rPr sz="1200" b="1">
                <a:solidFill>
                  <a:srgbClr val="FFFFFF"/>
                </a:solidFill>
                <a:latin typeface="Arial"/>
              </a:rPr>
              <a:t>CHOIX SUR OOF</a:t>
            </a:r>
          </a:p>
        </p:txBody>
      </p:sp>
      <p:sp>
        <p:nvSpPr>
          <p:cNvPr id="10" name="Rounded Rectangle 9"/>
          <p:cNvSpPr/>
          <p:nvPr/>
        </p:nvSpPr>
        <p:spPr>
          <a:xfrm>
            <a:off x="822960" y="2212848"/>
            <a:ext cx="214884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304288"/>
            <a:ext cx="1874520" cy="228600"/>
          </a:xfrm>
          <a:prstGeom prst="rect">
            <a:avLst/>
          </a:prstGeom>
          <a:noFill/>
        </p:spPr>
        <p:txBody>
          <a:bodyPr wrap="square" lIns="45720" rIns="45720" anchor="ctr">
            <a:spAutoFit/>
          </a:bodyPr>
          <a:lstStyle/>
          <a:p>
            <a:pPr algn="l"/>
            <a:r>
              <a:rPr sz="1000" b="1">
                <a:solidFill>
                  <a:srgbClr val="5C6974"/>
                </a:solidFill>
                <a:latin typeface="Arial"/>
              </a:rPr>
              <a:t>Seuil combiné</a:t>
            </a:r>
          </a:p>
        </p:txBody>
      </p:sp>
      <p:sp>
        <p:nvSpPr>
          <p:cNvPr id="12" name="TextBox 11"/>
          <p:cNvSpPr txBox="1"/>
          <p:nvPr/>
        </p:nvSpPr>
        <p:spPr>
          <a:xfrm>
            <a:off x="960120" y="2532888"/>
            <a:ext cx="1874520" cy="347472"/>
          </a:xfrm>
          <a:prstGeom prst="rect">
            <a:avLst/>
          </a:prstGeom>
          <a:noFill/>
        </p:spPr>
        <p:txBody>
          <a:bodyPr wrap="square" lIns="45720" rIns="45720" anchor="ctr">
            <a:spAutoFit/>
          </a:bodyPr>
          <a:lstStyle/>
          <a:p>
            <a:pPr algn="l"/>
            <a:r>
              <a:rPr sz="2300" b="1">
                <a:solidFill>
                  <a:srgbClr val="0070E6"/>
                </a:solidFill>
                <a:latin typeface="Arial"/>
              </a:rPr>
              <a:t>0,70</a:t>
            </a:r>
          </a:p>
        </p:txBody>
      </p:sp>
      <p:sp>
        <p:nvSpPr>
          <p:cNvPr id="13" name="Rounded Rectangle 12"/>
          <p:cNvSpPr/>
          <p:nvPr/>
        </p:nvSpPr>
        <p:spPr>
          <a:xfrm>
            <a:off x="3246120" y="2212848"/>
            <a:ext cx="2148840" cy="914400"/>
          </a:xfrm>
          <a:prstGeom prst="roundRect">
            <a:avLst>
              <a:gd name="adj" fmla="val 8000"/>
            </a:avLst>
          </a:prstGeom>
          <a:solidFill>
            <a:srgbClr val="FFFFFF"/>
          </a:solidFill>
          <a:ln w="12700">
            <a:solidFill>
              <a:srgbClr val="DD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83279" y="2304288"/>
            <a:ext cx="1874520" cy="228600"/>
          </a:xfrm>
          <a:prstGeom prst="rect">
            <a:avLst/>
          </a:prstGeom>
          <a:noFill/>
        </p:spPr>
        <p:txBody>
          <a:bodyPr wrap="square" lIns="45720" rIns="45720" anchor="ctr">
            <a:spAutoFit/>
          </a:bodyPr>
          <a:lstStyle/>
          <a:p>
            <a:pPr algn="l"/>
            <a:r>
              <a:rPr sz="1000" b="1">
                <a:solidFill>
                  <a:srgbClr val="5C6974"/>
                </a:solidFill>
                <a:latin typeface="Arial"/>
              </a:rPr>
              <a:t>Couverture des erreurs critiques</a:t>
            </a:r>
          </a:p>
        </p:txBody>
      </p:sp>
      <p:sp>
        <p:nvSpPr>
          <p:cNvPr id="15" name="TextBox 14"/>
          <p:cNvSpPr txBox="1"/>
          <p:nvPr/>
        </p:nvSpPr>
        <p:spPr>
          <a:xfrm>
            <a:off x="3383279" y="2532888"/>
            <a:ext cx="1874520" cy="347472"/>
          </a:xfrm>
          <a:prstGeom prst="rect">
            <a:avLst/>
          </a:prstGeom>
          <a:noFill/>
        </p:spPr>
        <p:txBody>
          <a:bodyPr wrap="square" lIns="45720" rIns="45720" anchor="ctr">
            <a:spAutoFit/>
          </a:bodyPr>
          <a:lstStyle/>
          <a:p>
            <a:pPr algn="l"/>
            <a:r>
              <a:rPr sz="2300" b="1">
                <a:solidFill>
                  <a:srgbClr val="0070E6"/>
                </a:solidFill>
                <a:latin typeface="Arial"/>
              </a:rPr>
              <a:t>≈ 72,5 %</a:t>
            </a:r>
          </a:p>
        </p:txBody>
      </p:sp>
      <p:sp>
        <p:nvSpPr>
          <p:cNvPr id="16" name="Rounded Rectangle 15"/>
          <p:cNvSpPr/>
          <p:nvPr/>
        </p:nvSpPr>
        <p:spPr>
          <a:xfrm>
            <a:off x="822960" y="3456432"/>
            <a:ext cx="4663440" cy="1133856"/>
          </a:xfrm>
          <a:prstGeom prst="roundRect">
            <a:avLst>
              <a:gd name="adj" fmla="val 8000"/>
            </a:avLst>
          </a:prstGeom>
          <a:solidFill>
            <a:srgbClr val="FFF3E7"/>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3602736"/>
            <a:ext cx="1280160" cy="411480"/>
          </a:xfrm>
          <a:prstGeom prst="rect">
            <a:avLst/>
          </a:prstGeom>
          <a:noFill/>
        </p:spPr>
        <p:txBody>
          <a:bodyPr wrap="square" lIns="45720" rIns="45720" anchor="ctr">
            <a:spAutoFit/>
          </a:bodyPr>
          <a:lstStyle/>
          <a:p>
            <a:pPr algn="l"/>
            <a:r>
              <a:rPr sz="2700" b="1">
                <a:solidFill>
                  <a:srgbClr val="F17E2F"/>
                </a:solidFill>
                <a:latin typeface="Arial"/>
              </a:rPr>
              <a:t>≈ 40 %</a:t>
            </a:r>
          </a:p>
        </p:txBody>
      </p:sp>
      <p:sp>
        <p:nvSpPr>
          <p:cNvPr id="18" name="TextBox 17"/>
          <p:cNvSpPr txBox="1"/>
          <p:nvPr/>
        </p:nvSpPr>
        <p:spPr>
          <a:xfrm>
            <a:off x="2331720" y="3584448"/>
            <a:ext cx="2788920" cy="566928"/>
          </a:xfrm>
          <a:prstGeom prst="rect">
            <a:avLst/>
          </a:prstGeom>
          <a:noFill/>
        </p:spPr>
        <p:txBody>
          <a:bodyPr wrap="square" lIns="45720" rIns="45720" anchor="ctr">
            <a:spAutoFit/>
          </a:bodyPr>
          <a:lstStyle/>
          <a:p>
            <a:pPr algn="l"/>
            <a:r>
              <a:rPr sz="1600" b="1">
                <a:solidFill>
                  <a:srgbClr val="1C2530"/>
                </a:solidFill>
                <a:latin typeface="Arial"/>
              </a:rPr>
              <a:t>des dossiers orientés
vers une revue humaine</a:t>
            </a:r>
          </a:p>
        </p:txBody>
      </p:sp>
      <p:sp>
        <p:nvSpPr>
          <p:cNvPr id="19" name="TextBox 18"/>
          <p:cNvSpPr txBox="1"/>
          <p:nvPr/>
        </p:nvSpPr>
        <p:spPr>
          <a:xfrm>
            <a:off x="868680" y="4828032"/>
            <a:ext cx="4572000" cy="438912"/>
          </a:xfrm>
          <a:prstGeom prst="rect">
            <a:avLst/>
          </a:prstGeom>
          <a:noFill/>
        </p:spPr>
        <p:txBody>
          <a:bodyPr wrap="square" lIns="45720" rIns="45720" anchor="ctr">
            <a:spAutoFit/>
          </a:bodyPr>
          <a:lstStyle/>
          <a:p>
            <a:pPr algn="ctr"/>
            <a:r>
              <a:rPr sz="1400" b="1">
                <a:solidFill>
                  <a:srgbClr val="00125B"/>
                </a:solidFill>
                <a:latin typeface="Arial"/>
              </a:rPr>
              <a:t>Question de capacité : combien de dossiers un conseiller peut-il réellement revoir ?</a:t>
            </a:r>
          </a:p>
        </p:txBody>
      </p:sp>
      <p:sp>
        <p:nvSpPr>
          <p:cNvPr id="20" name="Rounded Rectangle 19"/>
          <p:cNvSpPr/>
          <p:nvPr/>
        </p:nvSpPr>
        <p:spPr>
          <a:xfrm>
            <a:off x="6236208" y="1325880"/>
            <a:ext cx="5440680" cy="425196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510528" y="1572768"/>
            <a:ext cx="2331720" cy="384048"/>
          </a:xfrm>
          <a:prstGeom prst="roundRect">
            <a:avLst>
              <a:gd name="adj" fmla="val 8000"/>
            </a:avLst>
          </a:prstGeom>
          <a:solidFill>
            <a:srgbClr val="00125B"/>
          </a:solidFill>
          <a:ln>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10528" y="1572768"/>
            <a:ext cx="2331720" cy="384048"/>
          </a:xfrm>
          <a:prstGeom prst="rect">
            <a:avLst/>
          </a:prstGeom>
          <a:noFill/>
        </p:spPr>
        <p:txBody>
          <a:bodyPr wrap="square" lIns="45720" rIns="45720" anchor="ctr">
            <a:spAutoFit/>
          </a:bodyPr>
          <a:lstStyle/>
          <a:p>
            <a:pPr algn="ctr"/>
            <a:r>
              <a:rPr sz="1200" b="1">
                <a:solidFill>
                  <a:srgbClr val="FFFFFF"/>
                </a:solidFill>
                <a:latin typeface="Arial"/>
              </a:rPr>
              <a:t>LECTURE SUR LE TEST</a:t>
            </a:r>
          </a:p>
        </p:txBody>
      </p:sp>
      <p:sp>
        <p:nvSpPr>
          <p:cNvPr id="23" name="TextBox 22"/>
          <p:cNvSpPr txBox="1"/>
          <p:nvPr/>
        </p:nvSpPr>
        <p:spPr>
          <a:xfrm>
            <a:off x="6629400" y="2240280"/>
            <a:ext cx="1965960" cy="594360"/>
          </a:xfrm>
          <a:prstGeom prst="rect">
            <a:avLst/>
          </a:prstGeom>
          <a:noFill/>
        </p:spPr>
        <p:txBody>
          <a:bodyPr wrap="square" lIns="45720" rIns="45720" anchor="ctr">
            <a:spAutoFit/>
          </a:bodyPr>
          <a:lstStyle/>
          <a:p>
            <a:pPr algn="ctr"/>
            <a:r>
              <a:rPr sz="3400" b="1">
                <a:solidFill>
                  <a:srgbClr val="DA3641"/>
                </a:solidFill>
                <a:latin typeface="Arial"/>
              </a:rPr>
              <a:t>8 / 10</a:t>
            </a:r>
          </a:p>
        </p:txBody>
      </p:sp>
      <p:sp>
        <p:nvSpPr>
          <p:cNvPr id="24" name="TextBox 23"/>
          <p:cNvSpPr txBox="1"/>
          <p:nvPr/>
        </p:nvSpPr>
        <p:spPr>
          <a:xfrm>
            <a:off x="8549640" y="2304288"/>
            <a:ext cx="2560320" cy="457200"/>
          </a:xfrm>
          <a:prstGeom prst="rect">
            <a:avLst/>
          </a:prstGeom>
          <a:noFill/>
        </p:spPr>
        <p:txBody>
          <a:bodyPr wrap="square" lIns="45720" rIns="45720" anchor="ctr">
            <a:spAutoFit/>
          </a:bodyPr>
          <a:lstStyle/>
          <a:p>
            <a:pPr algn="l"/>
            <a:r>
              <a:rPr sz="1800" b="1">
                <a:solidFill>
                  <a:srgbClr val="1C2530"/>
                </a:solidFill>
                <a:latin typeface="Arial"/>
              </a:rPr>
              <a:t>erreurs critiques signalées</a:t>
            </a:r>
          </a:p>
        </p:txBody>
      </p:sp>
      <p:sp>
        <p:nvSpPr>
          <p:cNvPr id="25" name="TextBox 24"/>
          <p:cNvSpPr txBox="1"/>
          <p:nvPr/>
        </p:nvSpPr>
        <p:spPr>
          <a:xfrm>
            <a:off x="6629400" y="3182112"/>
            <a:ext cx="4572000" cy="347472"/>
          </a:xfrm>
          <a:prstGeom prst="rect">
            <a:avLst/>
          </a:prstGeom>
          <a:noFill/>
        </p:spPr>
        <p:txBody>
          <a:bodyPr wrap="square" lIns="45720" rIns="45720" anchor="ctr">
            <a:spAutoFit/>
          </a:bodyPr>
          <a:lstStyle/>
          <a:p>
            <a:pPr algn="ctr"/>
            <a:r>
              <a:rPr sz="1600" b="1">
                <a:solidFill>
                  <a:srgbClr val="DA3641"/>
                </a:solidFill>
                <a:latin typeface="Arial"/>
              </a:rPr>
              <a:t>Deux erreurs critiques ne sont pas signalées.</a:t>
            </a:r>
          </a:p>
        </p:txBody>
      </p:sp>
      <p:sp>
        <p:nvSpPr>
          <p:cNvPr id="26" name="Rounded Rectangle 25"/>
          <p:cNvSpPr/>
          <p:nvPr/>
        </p:nvSpPr>
        <p:spPr>
          <a:xfrm>
            <a:off x="6629400" y="3767328"/>
            <a:ext cx="4572000" cy="1133856"/>
          </a:xfrm>
          <a:prstGeom prst="roundRect">
            <a:avLst>
              <a:gd name="adj" fmla="val 8000"/>
            </a:avLst>
          </a:prstGeom>
          <a:solidFill>
            <a:srgbClr val="FFFFFF"/>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03720" y="4005072"/>
            <a:ext cx="4023360" cy="566928"/>
          </a:xfrm>
          <a:prstGeom prst="rect">
            <a:avLst/>
          </a:prstGeom>
          <a:noFill/>
        </p:spPr>
        <p:txBody>
          <a:bodyPr wrap="square" lIns="45720" rIns="45720" anchor="ctr">
            <a:spAutoFit/>
          </a:bodyPr>
          <a:lstStyle/>
          <a:p>
            <a:pPr algn="ctr"/>
            <a:r>
              <a:rPr sz="1600" b="1">
                <a:solidFill>
                  <a:srgbClr val="1C2530"/>
                </a:solidFill>
                <a:latin typeface="Arial"/>
              </a:rPr>
              <a:t>Ce résultat ne signifie pas 80 %
de rappel général de la classe 2.</a:t>
            </a:r>
          </a:p>
        </p:txBody>
      </p:sp>
      <p:sp>
        <p:nvSpPr>
          <p:cNvPr id="28" name="TextBox 27"/>
          <p:cNvSpPr txBox="1"/>
          <p:nvPr/>
        </p:nvSpPr>
        <p:spPr>
          <a:xfrm>
            <a:off x="6629400" y="5047488"/>
            <a:ext cx="4572000" cy="347472"/>
          </a:xfrm>
          <a:prstGeom prst="rect">
            <a:avLst/>
          </a:prstGeom>
          <a:noFill/>
        </p:spPr>
        <p:txBody>
          <a:bodyPr wrap="square" lIns="45720" rIns="45720" anchor="ctr">
            <a:spAutoFit/>
          </a:bodyPr>
          <a:lstStyle/>
          <a:p>
            <a:pPr algn="ctr"/>
            <a:r>
              <a:rPr sz="1300" b="0">
                <a:solidFill>
                  <a:srgbClr val="5C6974"/>
                </a:solidFill>
                <a:latin typeface="Arial"/>
              </a:rPr>
              <a:t>Il ne prouve pas non plus que les erreurs signalées auraient été corrigées.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S2 est retenu : un coût connu pour exclure la variable sensible directe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 score maximal n’est pas le seul critère</a:t>
            </a:r>
          </a:p>
        </p:txBody>
      </p:sp>
      <p:sp>
        <p:nvSpPr>
          <p:cNvPr id="7" name="Rounded Rectangle 6"/>
          <p:cNvSpPr/>
          <p:nvPr/>
        </p:nvSpPr>
        <p:spPr>
          <a:xfrm>
            <a:off x="548640" y="1298448"/>
            <a:ext cx="11018520" cy="768096"/>
          </a:xfrm>
          <a:prstGeom prst="roundRect">
            <a:avLst>
              <a:gd name="adj" fmla="val 8000"/>
            </a:avLst>
          </a:prstGeom>
          <a:solidFill>
            <a:srgbClr val="FFFFFF"/>
          </a:solidFill>
          <a:ln w="1778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3232" y="1481328"/>
            <a:ext cx="594360"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481328"/>
            <a:ext cx="594360" cy="384048"/>
          </a:xfrm>
          <a:prstGeom prst="rect">
            <a:avLst/>
          </a:prstGeom>
          <a:noFill/>
        </p:spPr>
        <p:txBody>
          <a:bodyPr wrap="square" lIns="45720" rIns="45720" anchor="ctr">
            <a:spAutoFit/>
          </a:bodyPr>
          <a:lstStyle/>
          <a:p>
            <a:pPr algn="ctr"/>
            <a:r>
              <a:rPr sz="1200" b="1">
                <a:solidFill>
                  <a:srgbClr val="FFFFFF"/>
                </a:solidFill>
                <a:latin typeface="Arial"/>
              </a:rPr>
              <a:t>S1</a:t>
            </a:r>
          </a:p>
        </p:txBody>
      </p:sp>
      <p:sp>
        <p:nvSpPr>
          <p:cNvPr id="10" name="TextBox 9"/>
          <p:cNvSpPr txBox="1"/>
          <p:nvPr/>
        </p:nvSpPr>
        <p:spPr>
          <a:xfrm>
            <a:off x="1508760" y="1463039"/>
            <a:ext cx="1188720" cy="347472"/>
          </a:xfrm>
          <a:prstGeom prst="rect">
            <a:avLst/>
          </a:prstGeom>
          <a:noFill/>
        </p:spPr>
        <p:txBody>
          <a:bodyPr wrap="square" lIns="45720" rIns="45720" anchor="ctr">
            <a:spAutoFit/>
          </a:bodyPr>
          <a:lstStyle/>
          <a:p>
            <a:pPr algn="l"/>
            <a:r>
              <a:rPr sz="1500" b="1">
                <a:solidFill>
                  <a:srgbClr val="1C2530"/>
                </a:solidFill>
                <a:latin typeface="Arial"/>
              </a:rPr>
              <a:t>F1 0,708</a:t>
            </a:r>
          </a:p>
        </p:txBody>
      </p:sp>
      <p:sp>
        <p:nvSpPr>
          <p:cNvPr id="11" name="TextBox 10"/>
          <p:cNvSpPr txBox="1"/>
          <p:nvPr/>
        </p:nvSpPr>
        <p:spPr>
          <a:xfrm>
            <a:off x="2816352" y="1444751"/>
            <a:ext cx="2926080" cy="384048"/>
          </a:xfrm>
          <a:prstGeom prst="rect">
            <a:avLst/>
          </a:prstGeom>
          <a:noFill/>
        </p:spPr>
        <p:txBody>
          <a:bodyPr wrap="square" lIns="45720" rIns="45720" anchor="ctr">
            <a:spAutoFit/>
          </a:bodyPr>
          <a:lstStyle/>
          <a:p>
            <a:pPr algn="l"/>
            <a:r>
              <a:rPr sz="1500" b="0">
                <a:solidFill>
                  <a:srgbClr val="1C2530"/>
                </a:solidFill>
                <a:latin typeface="Arial"/>
              </a:rPr>
              <a:t>Référence maximale</a:t>
            </a:r>
          </a:p>
        </p:txBody>
      </p:sp>
      <p:sp>
        <p:nvSpPr>
          <p:cNvPr id="12" name="TextBox 11"/>
          <p:cNvSpPr txBox="1"/>
          <p:nvPr/>
        </p:nvSpPr>
        <p:spPr>
          <a:xfrm>
            <a:off x="5852160" y="1426464"/>
            <a:ext cx="5394960" cy="420624"/>
          </a:xfrm>
          <a:prstGeom prst="rect">
            <a:avLst/>
          </a:prstGeom>
          <a:noFill/>
        </p:spPr>
        <p:txBody>
          <a:bodyPr wrap="square" lIns="45720" rIns="45720" anchor="ctr">
            <a:spAutoFit/>
          </a:bodyPr>
          <a:lstStyle/>
          <a:p>
            <a:pPr algn="l"/>
            <a:r>
              <a:rPr sz="1500" b="1">
                <a:solidFill>
                  <a:srgbClr val="0070E6"/>
                </a:solidFill>
                <a:latin typeface="Arial"/>
              </a:rPr>
              <a:t>Non retenu : variable sensible directe</a:t>
            </a:r>
          </a:p>
        </p:txBody>
      </p:sp>
      <p:sp>
        <p:nvSpPr>
          <p:cNvPr id="13" name="Rounded Rectangle 12"/>
          <p:cNvSpPr/>
          <p:nvPr/>
        </p:nvSpPr>
        <p:spPr>
          <a:xfrm>
            <a:off x="548640" y="2258568"/>
            <a:ext cx="11018520" cy="768096"/>
          </a:xfrm>
          <a:prstGeom prst="roundRect">
            <a:avLst>
              <a:gd name="adj" fmla="val 8000"/>
            </a:avLst>
          </a:prstGeom>
          <a:solidFill>
            <a:srgbClr val="E8F4FF"/>
          </a:solidFill>
          <a:ln w="1778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713232" y="2441448"/>
            <a:ext cx="594360" cy="384048"/>
          </a:xfrm>
          <a:prstGeom prst="roundRect">
            <a:avLst>
              <a:gd name="adj" fmla="val 8000"/>
            </a:avLst>
          </a:prstGeom>
          <a:solidFill>
            <a:srgbClr val="37BEEB"/>
          </a:solidFill>
          <a:ln>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13232" y="2441448"/>
            <a:ext cx="594360" cy="384048"/>
          </a:xfrm>
          <a:prstGeom prst="rect">
            <a:avLst/>
          </a:prstGeom>
          <a:noFill/>
        </p:spPr>
        <p:txBody>
          <a:bodyPr wrap="square" lIns="45720" rIns="45720" anchor="ctr">
            <a:spAutoFit/>
          </a:bodyPr>
          <a:lstStyle/>
          <a:p>
            <a:pPr algn="ctr"/>
            <a:r>
              <a:rPr sz="1200" b="1">
                <a:solidFill>
                  <a:srgbClr val="FFFFFF"/>
                </a:solidFill>
                <a:latin typeface="Arial"/>
              </a:rPr>
              <a:t>S2</a:t>
            </a:r>
          </a:p>
        </p:txBody>
      </p:sp>
      <p:sp>
        <p:nvSpPr>
          <p:cNvPr id="16" name="TextBox 15"/>
          <p:cNvSpPr txBox="1"/>
          <p:nvPr/>
        </p:nvSpPr>
        <p:spPr>
          <a:xfrm>
            <a:off x="1508760" y="2423160"/>
            <a:ext cx="1188720" cy="347472"/>
          </a:xfrm>
          <a:prstGeom prst="rect">
            <a:avLst/>
          </a:prstGeom>
          <a:noFill/>
        </p:spPr>
        <p:txBody>
          <a:bodyPr wrap="square" lIns="45720" rIns="45720" anchor="ctr">
            <a:spAutoFit/>
          </a:bodyPr>
          <a:lstStyle/>
          <a:p>
            <a:pPr algn="l"/>
            <a:r>
              <a:rPr sz="1500" b="1">
                <a:solidFill>
                  <a:srgbClr val="1C2530"/>
                </a:solidFill>
                <a:latin typeface="Arial"/>
              </a:rPr>
              <a:t>F1 0,681</a:t>
            </a:r>
          </a:p>
        </p:txBody>
      </p:sp>
      <p:sp>
        <p:nvSpPr>
          <p:cNvPr id="17" name="TextBox 16"/>
          <p:cNvSpPr txBox="1"/>
          <p:nvPr/>
        </p:nvSpPr>
        <p:spPr>
          <a:xfrm>
            <a:off x="2816352" y="2404872"/>
            <a:ext cx="2926080" cy="384048"/>
          </a:xfrm>
          <a:prstGeom prst="rect">
            <a:avLst/>
          </a:prstGeom>
          <a:noFill/>
        </p:spPr>
        <p:txBody>
          <a:bodyPr wrap="square" lIns="45720" rIns="45720" anchor="ctr">
            <a:spAutoFit/>
          </a:bodyPr>
          <a:lstStyle/>
          <a:p>
            <a:pPr algn="l"/>
            <a:r>
              <a:rPr sz="1500" b="0">
                <a:solidFill>
                  <a:srgbClr val="1C2530"/>
                </a:solidFill>
                <a:latin typeface="Arial"/>
              </a:rPr>
              <a:t>Tabulaire + texte</a:t>
            </a:r>
          </a:p>
        </p:txBody>
      </p:sp>
      <p:sp>
        <p:nvSpPr>
          <p:cNvPr id="18" name="TextBox 17"/>
          <p:cNvSpPr txBox="1"/>
          <p:nvPr/>
        </p:nvSpPr>
        <p:spPr>
          <a:xfrm>
            <a:off x="5852160" y="2386584"/>
            <a:ext cx="5394960" cy="420624"/>
          </a:xfrm>
          <a:prstGeom prst="rect">
            <a:avLst/>
          </a:prstGeom>
          <a:noFill/>
        </p:spPr>
        <p:txBody>
          <a:bodyPr wrap="square" lIns="45720" rIns="45720" anchor="ctr">
            <a:spAutoFit/>
          </a:bodyPr>
          <a:lstStyle/>
          <a:p>
            <a:pPr algn="l"/>
            <a:r>
              <a:rPr sz="1500" b="1">
                <a:solidFill>
                  <a:srgbClr val="37BEEB"/>
                </a:solidFill>
                <a:latin typeface="Arial"/>
              </a:rPr>
              <a:t>RETENU : compromis mesuré</a:t>
            </a:r>
          </a:p>
        </p:txBody>
      </p:sp>
      <p:sp>
        <p:nvSpPr>
          <p:cNvPr id="19" name="Rounded Rectangle 18"/>
          <p:cNvSpPr/>
          <p:nvPr/>
        </p:nvSpPr>
        <p:spPr>
          <a:xfrm>
            <a:off x="548640" y="3218688"/>
            <a:ext cx="11018520" cy="768096"/>
          </a:xfrm>
          <a:prstGeom prst="roundRect">
            <a:avLst>
              <a:gd name="adj" fmla="val 8000"/>
            </a:avLst>
          </a:prstGeom>
          <a:solidFill>
            <a:srgbClr val="FFFFFF"/>
          </a:solidFill>
          <a:ln w="1778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13232" y="3401568"/>
            <a:ext cx="594360" cy="384048"/>
          </a:xfrm>
          <a:prstGeom prst="roundRect">
            <a:avLst>
              <a:gd name="adj" fmla="val 8000"/>
            </a:avLst>
          </a:prstGeom>
          <a:solidFill>
            <a:srgbClr val="6548AA"/>
          </a:solidFill>
          <a:ln>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3401568"/>
            <a:ext cx="594360" cy="384048"/>
          </a:xfrm>
          <a:prstGeom prst="rect">
            <a:avLst/>
          </a:prstGeom>
          <a:noFill/>
        </p:spPr>
        <p:txBody>
          <a:bodyPr wrap="square" lIns="45720" rIns="45720" anchor="ctr">
            <a:spAutoFit/>
          </a:bodyPr>
          <a:lstStyle/>
          <a:p>
            <a:pPr algn="ctr"/>
            <a:r>
              <a:rPr sz="1200" b="1">
                <a:solidFill>
                  <a:srgbClr val="FFFFFF"/>
                </a:solidFill>
                <a:latin typeface="Arial"/>
              </a:rPr>
              <a:t>S3</a:t>
            </a:r>
          </a:p>
        </p:txBody>
      </p:sp>
      <p:sp>
        <p:nvSpPr>
          <p:cNvPr id="22" name="TextBox 21"/>
          <p:cNvSpPr txBox="1"/>
          <p:nvPr/>
        </p:nvSpPr>
        <p:spPr>
          <a:xfrm>
            <a:off x="1508760" y="3383280"/>
            <a:ext cx="1188720" cy="347472"/>
          </a:xfrm>
          <a:prstGeom prst="rect">
            <a:avLst/>
          </a:prstGeom>
          <a:noFill/>
        </p:spPr>
        <p:txBody>
          <a:bodyPr wrap="square" lIns="45720" rIns="45720" anchor="ctr">
            <a:spAutoFit/>
          </a:bodyPr>
          <a:lstStyle/>
          <a:p>
            <a:pPr algn="l"/>
            <a:r>
              <a:rPr sz="1500" b="1">
                <a:solidFill>
                  <a:srgbClr val="1C2530"/>
                </a:solidFill>
                <a:latin typeface="Arial"/>
              </a:rPr>
              <a:t>F1 0,635</a:t>
            </a:r>
          </a:p>
        </p:txBody>
      </p:sp>
      <p:sp>
        <p:nvSpPr>
          <p:cNvPr id="23" name="TextBox 22"/>
          <p:cNvSpPr txBox="1"/>
          <p:nvPr/>
        </p:nvSpPr>
        <p:spPr>
          <a:xfrm>
            <a:off x="2816352" y="3364992"/>
            <a:ext cx="2926080" cy="384048"/>
          </a:xfrm>
          <a:prstGeom prst="rect">
            <a:avLst/>
          </a:prstGeom>
          <a:noFill/>
        </p:spPr>
        <p:txBody>
          <a:bodyPr wrap="square" lIns="45720" rIns="45720" anchor="ctr">
            <a:spAutoFit/>
          </a:bodyPr>
          <a:lstStyle/>
          <a:p>
            <a:pPr algn="l"/>
            <a:r>
              <a:rPr sz="1500" b="0">
                <a:solidFill>
                  <a:srgbClr val="1C2530"/>
                </a:solidFill>
                <a:latin typeface="Arial"/>
              </a:rPr>
              <a:t>Meilleur rappel cl. 2</a:t>
            </a:r>
          </a:p>
        </p:txBody>
      </p:sp>
      <p:sp>
        <p:nvSpPr>
          <p:cNvPr id="24" name="TextBox 23"/>
          <p:cNvSpPr txBox="1"/>
          <p:nvPr/>
        </p:nvSpPr>
        <p:spPr>
          <a:xfrm>
            <a:off x="5852160" y="3346704"/>
            <a:ext cx="5394960" cy="420624"/>
          </a:xfrm>
          <a:prstGeom prst="rect">
            <a:avLst/>
          </a:prstGeom>
          <a:noFill/>
        </p:spPr>
        <p:txBody>
          <a:bodyPr wrap="square" lIns="45720" rIns="45720" anchor="ctr">
            <a:spAutoFit/>
          </a:bodyPr>
          <a:lstStyle/>
          <a:p>
            <a:pPr algn="l"/>
            <a:r>
              <a:rPr sz="1500" b="1">
                <a:solidFill>
                  <a:srgbClr val="6548AA"/>
                </a:solidFill>
                <a:latin typeface="Arial"/>
              </a:rPr>
              <a:t>Diagnostic : valeur du texte</a:t>
            </a:r>
          </a:p>
        </p:txBody>
      </p:sp>
      <p:sp>
        <p:nvSpPr>
          <p:cNvPr id="25" name="Rounded Rectangle 24"/>
          <p:cNvSpPr/>
          <p:nvPr/>
        </p:nvSpPr>
        <p:spPr>
          <a:xfrm>
            <a:off x="548640" y="4178808"/>
            <a:ext cx="11018520" cy="768096"/>
          </a:xfrm>
          <a:prstGeom prst="roundRect">
            <a:avLst>
              <a:gd name="adj" fmla="val 8000"/>
            </a:avLst>
          </a:prstGeom>
          <a:solidFill>
            <a:srgbClr val="FFFFFF"/>
          </a:solidFill>
          <a:ln w="1778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713232" y="4361688"/>
            <a:ext cx="594360" cy="384048"/>
          </a:xfrm>
          <a:prstGeom prst="roundRect">
            <a:avLst>
              <a:gd name="adj" fmla="val 8000"/>
            </a:avLst>
          </a:prstGeom>
          <a:solidFill>
            <a:srgbClr val="23925B"/>
          </a:solidFill>
          <a:ln>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4361688"/>
            <a:ext cx="594360" cy="384048"/>
          </a:xfrm>
          <a:prstGeom prst="rect">
            <a:avLst/>
          </a:prstGeom>
          <a:noFill/>
        </p:spPr>
        <p:txBody>
          <a:bodyPr wrap="square" lIns="45720" rIns="45720" anchor="ctr">
            <a:spAutoFit/>
          </a:bodyPr>
          <a:lstStyle/>
          <a:p>
            <a:pPr algn="ctr"/>
            <a:r>
              <a:rPr sz="1200" b="1">
                <a:solidFill>
                  <a:srgbClr val="FFFFFF"/>
                </a:solidFill>
                <a:latin typeface="Arial"/>
              </a:rPr>
              <a:t>S4</a:t>
            </a:r>
          </a:p>
        </p:txBody>
      </p:sp>
      <p:sp>
        <p:nvSpPr>
          <p:cNvPr id="28" name="TextBox 27"/>
          <p:cNvSpPr txBox="1"/>
          <p:nvPr/>
        </p:nvSpPr>
        <p:spPr>
          <a:xfrm>
            <a:off x="1508760" y="4343400"/>
            <a:ext cx="1188720" cy="347472"/>
          </a:xfrm>
          <a:prstGeom prst="rect">
            <a:avLst/>
          </a:prstGeom>
          <a:noFill/>
        </p:spPr>
        <p:txBody>
          <a:bodyPr wrap="square" lIns="45720" rIns="45720" anchor="ctr">
            <a:spAutoFit/>
          </a:bodyPr>
          <a:lstStyle/>
          <a:p>
            <a:pPr algn="l"/>
            <a:r>
              <a:rPr sz="1500" b="1">
                <a:solidFill>
                  <a:srgbClr val="1C2530"/>
                </a:solidFill>
                <a:latin typeface="Arial"/>
              </a:rPr>
              <a:t>F1 0,672</a:t>
            </a:r>
          </a:p>
        </p:txBody>
      </p:sp>
      <p:sp>
        <p:nvSpPr>
          <p:cNvPr id="29" name="TextBox 28"/>
          <p:cNvSpPr txBox="1"/>
          <p:nvPr/>
        </p:nvSpPr>
        <p:spPr>
          <a:xfrm>
            <a:off x="2816352" y="4325112"/>
            <a:ext cx="2926080" cy="384048"/>
          </a:xfrm>
          <a:prstGeom prst="rect">
            <a:avLst/>
          </a:prstGeom>
          <a:noFill/>
        </p:spPr>
        <p:txBody>
          <a:bodyPr wrap="square" lIns="45720" rIns="45720" anchor="ctr">
            <a:spAutoFit/>
          </a:bodyPr>
          <a:lstStyle/>
          <a:p>
            <a:pPr algn="l"/>
            <a:r>
              <a:rPr sz="1500" b="0">
                <a:solidFill>
                  <a:srgbClr val="1C2530"/>
                </a:solidFill>
                <a:latin typeface="Arial"/>
              </a:rPr>
              <a:t>8 erreurs 2→0</a:t>
            </a:r>
          </a:p>
        </p:txBody>
      </p:sp>
      <p:sp>
        <p:nvSpPr>
          <p:cNvPr id="30" name="TextBox 29"/>
          <p:cNvSpPr txBox="1"/>
          <p:nvPr/>
        </p:nvSpPr>
        <p:spPr>
          <a:xfrm>
            <a:off x="5852160" y="4306824"/>
            <a:ext cx="5394960" cy="420624"/>
          </a:xfrm>
          <a:prstGeom prst="rect">
            <a:avLst/>
          </a:prstGeom>
          <a:noFill/>
        </p:spPr>
        <p:txBody>
          <a:bodyPr wrap="square" lIns="45720" rIns="45720" anchor="ctr">
            <a:spAutoFit/>
          </a:bodyPr>
          <a:lstStyle/>
          <a:p>
            <a:pPr algn="l"/>
            <a:r>
              <a:rPr sz="1500" b="1">
                <a:solidFill>
                  <a:srgbClr val="23925B"/>
                </a:solidFill>
                <a:latin typeface="Arial"/>
              </a:rPr>
              <a:t>Réserve : nationalité conservée, 10 cas</a:t>
            </a:r>
          </a:p>
        </p:txBody>
      </p:sp>
      <p:sp>
        <p:nvSpPr>
          <p:cNvPr id="31" name="Rounded Rectangle 30"/>
          <p:cNvSpPr/>
          <p:nvPr/>
        </p:nvSpPr>
        <p:spPr>
          <a:xfrm>
            <a:off x="685800" y="5349240"/>
            <a:ext cx="10744200" cy="530352"/>
          </a:xfrm>
          <a:prstGeom prst="roundRect">
            <a:avLst>
              <a:gd name="adj" fmla="val 8000"/>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14400" y="5422392"/>
            <a:ext cx="10287000" cy="347472"/>
          </a:xfrm>
          <a:prstGeom prst="rect">
            <a:avLst/>
          </a:prstGeom>
          <a:noFill/>
        </p:spPr>
        <p:txBody>
          <a:bodyPr wrap="square" lIns="45720" rIns="45720" anchor="ctr">
            <a:spAutoFit/>
          </a:bodyPr>
          <a:lstStyle/>
          <a:p>
            <a:pPr algn="ctr"/>
            <a:r>
              <a:rPr sz="1600" b="1">
                <a:solidFill>
                  <a:srgbClr val="FFFFFF"/>
                </a:solidFill>
                <a:latin typeface="Arial"/>
              </a:rPr>
              <a:t>Décision : S2 + revue humaine, avec capacité et intégration encore à valider.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 service accompagne le parcours d’un dossier, de la saisie à la trace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Les endpoints restent en coulisse ; l’usage est la colonne vertébrale</a:t>
            </a:r>
          </a:p>
        </p:txBody>
      </p:sp>
      <p:sp>
        <p:nvSpPr>
          <p:cNvPr id="7" name="Rounded Rectangle 6"/>
          <p:cNvSpPr/>
          <p:nvPr/>
        </p:nvSpPr>
        <p:spPr>
          <a:xfrm>
            <a:off x="411480" y="1600200"/>
            <a:ext cx="1828800" cy="1874519"/>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97280" y="1380744"/>
            <a:ext cx="457200"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380744"/>
            <a:ext cx="457200" cy="384048"/>
          </a:xfrm>
          <a:prstGeom prst="rect">
            <a:avLst/>
          </a:prstGeom>
          <a:noFill/>
        </p:spPr>
        <p:txBody>
          <a:bodyPr wrap="square" lIns="45720" rIns="45720" anchor="ctr">
            <a:spAutoFit/>
          </a:bodyPr>
          <a:lstStyle/>
          <a:p>
            <a:pPr algn="ctr"/>
            <a:r>
              <a:rPr sz="1100" b="1">
                <a:solidFill>
                  <a:srgbClr val="FFFFFF"/>
                </a:solidFill>
                <a:latin typeface="Arial"/>
              </a:rPr>
              <a:t>1</a:t>
            </a:r>
          </a:p>
        </p:txBody>
      </p:sp>
      <p:sp>
        <p:nvSpPr>
          <p:cNvPr id="10" name="TextBox 9"/>
          <p:cNvSpPr txBox="1"/>
          <p:nvPr/>
        </p:nvSpPr>
        <p:spPr>
          <a:xfrm>
            <a:off x="548640" y="1938528"/>
            <a:ext cx="1554480" cy="685800"/>
          </a:xfrm>
          <a:prstGeom prst="rect">
            <a:avLst/>
          </a:prstGeom>
          <a:noFill/>
        </p:spPr>
        <p:txBody>
          <a:bodyPr wrap="square" lIns="45720" rIns="45720" anchor="ctr">
            <a:spAutoFit/>
          </a:bodyPr>
          <a:lstStyle/>
          <a:p>
            <a:pPr algn="ctr"/>
            <a:r>
              <a:rPr sz="1900" b="1">
                <a:solidFill>
                  <a:srgbClr val="0070E6"/>
                </a:solidFill>
                <a:latin typeface="Arial"/>
              </a:rPr>
              <a:t>Saisir
le dossier</a:t>
            </a:r>
          </a:p>
        </p:txBody>
      </p:sp>
      <p:cxnSp>
        <p:nvCxnSpPr>
          <p:cNvPr id="11" name="Connector 10"/>
          <p:cNvCxnSpPr/>
          <p:nvPr/>
        </p:nvCxnSpPr>
        <p:spPr>
          <a:xfrm>
            <a:off x="2240280" y="2542032"/>
            <a:ext cx="438912"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600200"/>
            <a:ext cx="1828800" cy="1874519"/>
          </a:xfrm>
          <a:prstGeom prst="roundRect">
            <a:avLst>
              <a:gd name="adj" fmla="val 8000"/>
            </a:avLst>
          </a:prstGeom>
          <a:solidFill>
            <a:srgbClr val="FFFFFF"/>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429000" y="1380744"/>
            <a:ext cx="457200" cy="384048"/>
          </a:xfrm>
          <a:prstGeom prst="roundRect">
            <a:avLst>
              <a:gd name="adj" fmla="val 8000"/>
            </a:avLst>
          </a:prstGeom>
          <a:solidFill>
            <a:srgbClr val="37BEEB"/>
          </a:solidFill>
          <a:ln>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1380744"/>
            <a:ext cx="457200" cy="384048"/>
          </a:xfrm>
          <a:prstGeom prst="rect">
            <a:avLst/>
          </a:prstGeom>
          <a:noFill/>
        </p:spPr>
        <p:txBody>
          <a:bodyPr wrap="square" lIns="45720" rIns="45720" anchor="ctr">
            <a:spAutoFit/>
          </a:bodyPr>
          <a:lstStyle/>
          <a:p>
            <a:pPr algn="ctr"/>
            <a:r>
              <a:rPr sz="1100" b="1">
                <a:solidFill>
                  <a:srgbClr val="FFFFFF"/>
                </a:solidFill>
                <a:latin typeface="Arial"/>
              </a:rPr>
              <a:t>2</a:t>
            </a:r>
          </a:p>
        </p:txBody>
      </p:sp>
      <p:sp>
        <p:nvSpPr>
          <p:cNvPr id="15" name="TextBox 14"/>
          <p:cNvSpPr txBox="1"/>
          <p:nvPr/>
        </p:nvSpPr>
        <p:spPr>
          <a:xfrm>
            <a:off x="2880360" y="1938528"/>
            <a:ext cx="1554480" cy="685800"/>
          </a:xfrm>
          <a:prstGeom prst="rect">
            <a:avLst/>
          </a:prstGeom>
          <a:noFill/>
        </p:spPr>
        <p:txBody>
          <a:bodyPr wrap="square" lIns="45720" rIns="45720" anchor="ctr">
            <a:spAutoFit/>
          </a:bodyPr>
          <a:lstStyle/>
          <a:p>
            <a:pPr algn="ctr"/>
            <a:r>
              <a:rPr sz="1900" b="1">
                <a:solidFill>
                  <a:srgbClr val="37BEEB"/>
                </a:solidFill>
                <a:latin typeface="Arial"/>
              </a:rPr>
              <a:t>Calculer
la prédiction</a:t>
            </a:r>
          </a:p>
        </p:txBody>
      </p:sp>
      <p:cxnSp>
        <p:nvCxnSpPr>
          <p:cNvPr id="16" name="Connector 15"/>
          <p:cNvCxnSpPr/>
          <p:nvPr/>
        </p:nvCxnSpPr>
        <p:spPr>
          <a:xfrm>
            <a:off x="4572000" y="2542032"/>
            <a:ext cx="438912"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74920" y="1600200"/>
            <a:ext cx="1828800" cy="1874519"/>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760720" y="1380744"/>
            <a:ext cx="457200" cy="384048"/>
          </a:xfrm>
          <a:prstGeom prst="roundRect">
            <a:avLst>
              <a:gd name="adj" fmla="val 8000"/>
            </a:avLst>
          </a:prstGeom>
          <a:solidFill>
            <a:srgbClr val="F17E2F"/>
          </a:solidFill>
          <a:ln>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760720" y="1380744"/>
            <a:ext cx="457200" cy="384048"/>
          </a:xfrm>
          <a:prstGeom prst="rect">
            <a:avLst/>
          </a:prstGeom>
          <a:noFill/>
        </p:spPr>
        <p:txBody>
          <a:bodyPr wrap="square" lIns="45720" rIns="45720" anchor="ctr">
            <a:spAutoFit/>
          </a:bodyPr>
          <a:lstStyle/>
          <a:p>
            <a:pPr algn="ctr"/>
            <a:r>
              <a:rPr sz="1100" b="1">
                <a:solidFill>
                  <a:srgbClr val="FFFFFF"/>
                </a:solidFill>
                <a:latin typeface="Arial"/>
              </a:rPr>
              <a:t>3</a:t>
            </a:r>
          </a:p>
        </p:txBody>
      </p:sp>
      <p:sp>
        <p:nvSpPr>
          <p:cNvPr id="20" name="TextBox 19"/>
          <p:cNvSpPr txBox="1"/>
          <p:nvPr/>
        </p:nvSpPr>
        <p:spPr>
          <a:xfrm>
            <a:off x="5212080" y="1938528"/>
            <a:ext cx="1554480" cy="685800"/>
          </a:xfrm>
          <a:prstGeom prst="rect">
            <a:avLst/>
          </a:prstGeom>
          <a:noFill/>
        </p:spPr>
        <p:txBody>
          <a:bodyPr wrap="square" lIns="45720" rIns="45720" anchor="ctr">
            <a:spAutoFit/>
          </a:bodyPr>
          <a:lstStyle/>
          <a:p>
            <a:pPr algn="ctr"/>
            <a:r>
              <a:rPr sz="1900" b="1">
                <a:solidFill>
                  <a:srgbClr val="F17E2F"/>
                </a:solidFill>
                <a:latin typeface="Arial"/>
              </a:rPr>
              <a:t>Décider
revue ou réponse</a:t>
            </a:r>
          </a:p>
        </p:txBody>
      </p:sp>
      <p:cxnSp>
        <p:nvCxnSpPr>
          <p:cNvPr id="21" name="Connector 20"/>
          <p:cNvCxnSpPr/>
          <p:nvPr/>
        </p:nvCxnSpPr>
        <p:spPr>
          <a:xfrm>
            <a:off x="6903720" y="2542032"/>
            <a:ext cx="438911"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406640" y="1600200"/>
            <a:ext cx="1828800" cy="1874519"/>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092440" y="1380744"/>
            <a:ext cx="457200" cy="384048"/>
          </a:xfrm>
          <a:prstGeom prst="roundRect">
            <a:avLst>
              <a:gd name="adj" fmla="val 8000"/>
            </a:avLst>
          </a:prstGeom>
          <a:solidFill>
            <a:srgbClr val="6548AA"/>
          </a:solidFill>
          <a:ln>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92440" y="1380744"/>
            <a:ext cx="457200" cy="384048"/>
          </a:xfrm>
          <a:prstGeom prst="rect">
            <a:avLst/>
          </a:prstGeom>
          <a:noFill/>
        </p:spPr>
        <p:txBody>
          <a:bodyPr wrap="square" lIns="45720" rIns="45720" anchor="ctr">
            <a:spAutoFit/>
          </a:bodyPr>
          <a:lstStyle/>
          <a:p>
            <a:pPr algn="ctr"/>
            <a:r>
              <a:rPr sz="1100" b="1">
                <a:solidFill>
                  <a:srgbClr val="FFFFFF"/>
                </a:solidFill>
                <a:latin typeface="Arial"/>
              </a:rPr>
              <a:t>4</a:t>
            </a:r>
          </a:p>
        </p:txBody>
      </p:sp>
      <p:sp>
        <p:nvSpPr>
          <p:cNvPr id="25" name="TextBox 24"/>
          <p:cNvSpPr txBox="1"/>
          <p:nvPr/>
        </p:nvSpPr>
        <p:spPr>
          <a:xfrm>
            <a:off x="7543800" y="1938528"/>
            <a:ext cx="1554480" cy="685800"/>
          </a:xfrm>
          <a:prstGeom prst="rect">
            <a:avLst/>
          </a:prstGeom>
          <a:noFill/>
        </p:spPr>
        <p:txBody>
          <a:bodyPr wrap="square" lIns="45720" rIns="45720" anchor="ctr">
            <a:spAutoFit/>
          </a:bodyPr>
          <a:lstStyle/>
          <a:p>
            <a:pPr algn="ctr"/>
            <a:r>
              <a:rPr sz="1900" b="1">
                <a:solidFill>
                  <a:srgbClr val="6548AA"/>
                </a:solidFill>
                <a:latin typeface="Arial"/>
              </a:rPr>
              <a:t>Tracer
le résultat</a:t>
            </a:r>
          </a:p>
        </p:txBody>
      </p:sp>
      <p:cxnSp>
        <p:nvCxnSpPr>
          <p:cNvPr id="26" name="Connector 25"/>
          <p:cNvCxnSpPr/>
          <p:nvPr/>
        </p:nvCxnSpPr>
        <p:spPr>
          <a:xfrm>
            <a:off x="9235440" y="2542032"/>
            <a:ext cx="438912"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8359" y="1600200"/>
            <a:ext cx="1828800" cy="1874519"/>
          </a:xfrm>
          <a:prstGeom prst="roundRect">
            <a:avLst>
              <a:gd name="adj" fmla="val 8000"/>
            </a:avLst>
          </a:prstGeom>
          <a:solidFill>
            <a:srgbClr val="FFFFFF"/>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424159" y="1380744"/>
            <a:ext cx="457200" cy="384048"/>
          </a:xfrm>
          <a:prstGeom prst="roundRect">
            <a:avLst>
              <a:gd name="adj" fmla="val 8000"/>
            </a:avLst>
          </a:prstGeom>
          <a:solidFill>
            <a:srgbClr val="23925B"/>
          </a:solidFill>
          <a:ln>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424159" y="1380744"/>
            <a:ext cx="457200" cy="384048"/>
          </a:xfrm>
          <a:prstGeom prst="rect">
            <a:avLst/>
          </a:prstGeom>
          <a:noFill/>
        </p:spPr>
        <p:txBody>
          <a:bodyPr wrap="square" lIns="45720" rIns="45720" anchor="ctr">
            <a:spAutoFit/>
          </a:bodyPr>
          <a:lstStyle/>
          <a:p>
            <a:pPr algn="ctr"/>
            <a:r>
              <a:rPr sz="1100" b="1">
                <a:solidFill>
                  <a:srgbClr val="FFFFFF"/>
                </a:solidFill>
                <a:latin typeface="Arial"/>
              </a:rPr>
              <a:t>5</a:t>
            </a:r>
          </a:p>
        </p:txBody>
      </p:sp>
      <p:sp>
        <p:nvSpPr>
          <p:cNvPr id="30" name="TextBox 29"/>
          <p:cNvSpPr txBox="1"/>
          <p:nvPr/>
        </p:nvSpPr>
        <p:spPr>
          <a:xfrm>
            <a:off x="9875519" y="1938528"/>
            <a:ext cx="1554480" cy="685800"/>
          </a:xfrm>
          <a:prstGeom prst="rect">
            <a:avLst/>
          </a:prstGeom>
          <a:noFill/>
        </p:spPr>
        <p:txBody>
          <a:bodyPr wrap="square" lIns="45720" rIns="45720" anchor="ctr">
            <a:spAutoFit/>
          </a:bodyPr>
          <a:lstStyle/>
          <a:p>
            <a:pPr algn="ctr"/>
            <a:r>
              <a:rPr sz="1900" b="1">
                <a:solidFill>
                  <a:srgbClr val="23925B"/>
                </a:solidFill>
                <a:latin typeface="Arial"/>
              </a:rPr>
              <a:t>Recevoir
le feedback</a:t>
            </a:r>
          </a:p>
        </p:txBody>
      </p:sp>
      <p:sp>
        <p:nvSpPr>
          <p:cNvPr id="31" name="Rounded Rectangle 30"/>
          <p:cNvSpPr/>
          <p:nvPr/>
        </p:nvSpPr>
        <p:spPr>
          <a:xfrm>
            <a:off x="731520" y="4096512"/>
            <a:ext cx="10698480" cy="1078992"/>
          </a:xfrm>
          <a:prstGeom prst="roundRect">
            <a:avLst>
              <a:gd name="adj" fmla="val 8000"/>
            </a:avLst>
          </a:prstGeom>
          <a:solidFill>
            <a:srgbClr val="E8F4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60120" y="4315968"/>
            <a:ext cx="1600200" cy="256032"/>
          </a:xfrm>
          <a:prstGeom prst="rect">
            <a:avLst/>
          </a:prstGeom>
          <a:noFill/>
        </p:spPr>
        <p:txBody>
          <a:bodyPr wrap="square" lIns="45720" rIns="45720" anchor="ctr">
            <a:spAutoFit/>
          </a:bodyPr>
          <a:lstStyle/>
          <a:p>
            <a:pPr algn="l"/>
            <a:r>
              <a:rPr sz="1200" b="1">
                <a:solidFill>
                  <a:srgbClr val="0070E6"/>
                </a:solidFill>
                <a:latin typeface="Arial"/>
              </a:rPr>
              <a:t>Réponse visible</a:t>
            </a:r>
          </a:p>
        </p:txBody>
      </p:sp>
      <p:sp>
        <p:nvSpPr>
          <p:cNvPr id="33" name="TextBox 32"/>
          <p:cNvSpPr txBox="1"/>
          <p:nvPr/>
        </p:nvSpPr>
        <p:spPr>
          <a:xfrm>
            <a:off x="2423160" y="4242816"/>
            <a:ext cx="8595360" cy="457200"/>
          </a:xfrm>
          <a:prstGeom prst="rect">
            <a:avLst/>
          </a:prstGeom>
          <a:noFill/>
        </p:spPr>
        <p:txBody>
          <a:bodyPr wrap="square" lIns="45720" rIns="45720" anchor="ctr">
            <a:spAutoFit/>
          </a:bodyPr>
          <a:lstStyle/>
          <a:p>
            <a:pPr algn="ctr"/>
            <a:r>
              <a:rPr sz="1700" b="1">
                <a:solidFill>
                  <a:srgbClr val="1C2530"/>
                </a:solidFill>
                <a:latin typeface="Arial"/>
              </a:rPr>
              <a:t>classe prédite • confiance • statut ok / à revoir • version du modèle • request_id</a:t>
            </a:r>
          </a:p>
        </p:txBody>
      </p:sp>
      <p:sp>
        <p:nvSpPr>
          <p:cNvPr id="34" name="TextBox 33"/>
          <p:cNvSpPr txBox="1"/>
          <p:nvPr/>
        </p:nvSpPr>
        <p:spPr>
          <a:xfrm>
            <a:off x="777240" y="5468112"/>
            <a:ext cx="10607040" cy="365760"/>
          </a:xfrm>
          <a:prstGeom prst="rect">
            <a:avLst/>
          </a:prstGeom>
          <a:noFill/>
        </p:spPr>
        <p:txBody>
          <a:bodyPr wrap="square" lIns="45720" rIns="45720" anchor="ctr">
            <a:spAutoFit/>
          </a:bodyPr>
          <a:lstStyle/>
          <a:p>
            <a:pPr algn="ctr"/>
            <a:r>
              <a:rPr sz="1400" b="0">
                <a:solidFill>
                  <a:srgbClr val="5C6974"/>
                </a:solidFill>
                <a:latin typeface="Arial"/>
              </a:rPr>
              <a:t>Santé, métriques, historique, réentraînement et rollback soutiennent ce parcours sans le remplacer.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 conseiller voit l’incertitude et sait quand reprendre la main</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La classe prédite n’est jamais affichée seule</a:t>
            </a:r>
          </a:p>
        </p:txBody>
      </p:sp>
      <p:pic>
        <p:nvPicPr>
          <p:cNvPr id="7" name="Picture 6" descr="image.png"/>
          <p:cNvPicPr>
            <a:picLocks noChangeAspect="1"/>
          </p:cNvPicPr>
          <p:nvPr/>
        </p:nvPicPr>
        <p:blipFill>
          <a:blip r:embed="rId2"/>
          <a:srcRect b="21182"/>
          <a:stretch>
            <a:fillRect/>
          </a:stretch>
        </p:blipFill>
        <p:spPr>
          <a:xfrm>
            <a:off x="6385562" y="1097280"/>
            <a:ext cx="5602222" cy="5031939"/>
          </a:xfrm>
          <a:prstGeom prst="rect">
            <a:avLst/>
          </a:prstGeom>
        </p:spPr>
      </p:pic>
      <p:sp>
        <p:nvSpPr>
          <p:cNvPr id="8" name="Rounded Rectangle 7"/>
          <p:cNvSpPr/>
          <p:nvPr/>
        </p:nvSpPr>
        <p:spPr>
          <a:xfrm>
            <a:off x="502920" y="1353312"/>
            <a:ext cx="4800600" cy="438912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77240" y="1627632"/>
            <a:ext cx="438912"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1627632"/>
            <a:ext cx="438912" cy="384048"/>
          </a:xfrm>
          <a:prstGeom prst="rect">
            <a:avLst/>
          </a:prstGeom>
          <a:noFill/>
        </p:spPr>
        <p:txBody>
          <a:bodyPr wrap="square" lIns="45720" rIns="45720" anchor="ctr">
            <a:spAutoFit/>
          </a:bodyPr>
          <a:lstStyle/>
          <a:p>
            <a:pPr algn="ctr"/>
            <a:r>
              <a:rPr sz="1100" b="1">
                <a:solidFill>
                  <a:srgbClr val="FFFFFF"/>
                </a:solidFill>
                <a:latin typeface="Arial"/>
              </a:rPr>
              <a:t>1</a:t>
            </a:r>
          </a:p>
        </p:txBody>
      </p:sp>
      <p:sp>
        <p:nvSpPr>
          <p:cNvPr id="11" name="TextBox 10"/>
          <p:cNvSpPr txBox="1"/>
          <p:nvPr/>
        </p:nvSpPr>
        <p:spPr>
          <a:xfrm>
            <a:off x="1353312" y="1609344"/>
            <a:ext cx="3520440" cy="411480"/>
          </a:xfrm>
          <a:prstGeom prst="rect">
            <a:avLst/>
          </a:prstGeom>
          <a:noFill/>
        </p:spPr>
        <p:txBody>
          <a:bodyPr wrap="square" lIns="45720" rIns="45720" anchor="ctr">
            <a:spAutoFit/>
          </a:bodyPr>
          <a:lstStyle/>
          <a:p>
            <a:pPr algn="l"/>
            <a:r>
              <a:rPr sz="1700" b="1">
                <a:solidFill>
                  <a:srgbClr val="1C2530"/>
                </a:solidFill>
                <a:latin typeface="Arial"/>
              </a:rPr>
              <a:t>Saisir un dossier</a:t>
            </a:r>
          </a:p>
        </p:txBody>
      </p:sp>
      <p:sp>
        <p:nvSpPr>
          <p:cNvPr id="12" name="Rounded Rectangle 11"/>
          <p:cNvSpPr/>
          <p:nvPr/>
        </p:nvSpPr>
        <p:spPr>
          <a:xfrm>
            <a:off x="777240" y="2340864"/>
            <a:ext cx="438912"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2340864"/>
            <a:ext cx="438912" cy="384048"/>
          </a:xfrm>
          <a:prstGeom prst="rect">
            <a:avLst/>
          </a:prstGeom>
          <a:noFill/>
        </p:spPr>
        <p:txBody>
          <a:bodyPr wrap="square" lIns="45720" rIns="45720" anchor="ctr">
            <a:spAutoFit/>
          </a:bodyPr>
          <a:lstStyle/>
          <a:p>
            <a:pPr algn="ctr"/>
            <a:r>
              <a:rPr sz="1100" b="1">
                <a:solidFill>
                  <a:srgbClr val="FFFFFF"/>
                </a:solidFill>
                <a:latin typeface="Arial"/>
              </a:rPr>
              <a:t>2</a:t>
            </a:r>
          </a:p>
        </p:txBody>
      </p:sp>
      <p:sp>
        <p:nvSpPr>
          <p:cNvPr id="14" name="TextBox 13"/>
          <p:cNvSpPr txBox="1"/>
          <p:nvPr/>
        </p:nvSpPr>
        <p:spPr>
          <a:xfrm>
            <a:off x="1353312" y="2322576"/>
            <a:ext cx="3520440" cy="411480"/>
          </a:xfrm>
          <a:prstGeom prst="rect">
            <a:avLst/>
          </a:prstGeom>
          <a:noFill/>
        </p:spPr>
        <p:txBody>
          <a:bodyPr wrap="square" lIns="45720" rIns="45720" anchor="ctr">
            <a:spAutoFit/>
          </a:bodyPr>
          <a:lstStyle/>
          <a:p>
            <a:pPr algn="l"/>
            <a:r>
              <a:rPr sz="1700" b="1">
                <a:solidFill>
                  <a:srgbClr val="1C2530"/>
                </a:solidFill>
                <a:latin typeface="Arial"/>
              </a:rPr>
              <a:t>Lancer une prédiction</a:t>
            </a:r>
          </a:p>
        </p:txBody>
      </p:sp>
      <p:sp>
        <p:nvSpPr>
          <p:cNvPr id="15" name="Rounded Rectangle 14"/>
          <p:cNvSpPr/>
          <p:nvPr/>
        </p:nvSpPr>
        <p:spPr>
          <a:xfrm>
            <a:off x="777240" y="3054096"/>
            <a:ext cx="438912"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3054096"/>
            <a:ext cx="438912" cy="384048"/>
          </a:xfrm>
          <a:prstGeom prst="rect">
            <a:avLst/>
          </a:prstGeom>
          <a:noFill/>
        </p:spPr>
        <p:txBody>
          <a:bodyPr wrap="square" lIns="45720" rIns="45720" anchor="ctr">
            <a:spAutoFit/>
          </a:bodyPr>
          <a:lstStyle/>
          <a:p>
            <a:pPr algn="ctr"/>
            <a:r>
              <a:rPr sz="1100" b="1">
                <a:solidFill>
                  <a:srgbClr val="FFFFFF"/>
                </a:solidFill>
                <a:latin typeface="Arial"/>
              </a:rPr>
              <a:t>3</a:t>
            </a:r>
          </a:p>
        </p:txBody>
      </p:sp>
      <p:sp>
        <p:nvSpPr>
          <p:cNvPr id="17" name="TextBox 16"/>
          <p:cNvSpPr txBox="1"/>
          <p:nvPr/>
        </p:nvSpPr>
        <p:spPr>
          <a:xfrm>
            <a:off x="1353312" y="3035808"/>
            <a:ext cx="3520440" cy="411480"/>
          </a:xfrm>
          <a:prstGeom prst="rect">
            <a:avLst/>
          </a:prstGeom>
          <a:noFill/>
        </p:spPr>
        <p:txBody>
          <a:bodyPr wrap="square" lIns="45720" rIns="45720" anchor="ctr">
            <a:spAutoFit/>
          </a:bodyPr>
          <a:lstStyle/>
          <a:p>
            <a:pPr algn="l"/>
            <a:r>
              <a:rPr sz="1700" b="1">
                <a:solidFill>
                  <a:srgbClr val="1C2530"/>
                </a:solidFill>
                <a:latin typeface="Arial"/>
              </a:rPr>
              <a:t>Lire classe + confiance</a:t>
            </a:r>
          </a:p>
        </p:txBody>
      </p:sp>
      <p:sp>
        <p:nvSpPr>
          <p:cNvPr id="18" name="Rounded Rectangle 17"/>
          <p:cNvSpPr/>
          <p:nvPr/>
        </p:nvSpPr>
        <p:spPr>
          <a:xfrm>
            <a:off x="777240" y="3767328"/>
            <a:ext cx="438912"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3767328"/>
            <a:ext cx="438912" cy="384048"/>
          </a:xfrm>
          <a:prstGeom prst="rect">
            <a:avLst/>
          </a:prstGeom>
          <a:noFill/>
        </p:spPr>
        <p:txBody>
          <a:bodyPr wrap="square" lIns="45720" rIns="45720" anchor="ctr">
            <a:spAutoFit/>
          </a:bodyPr>
          <a:lstStyle/>
          <a:p>
            <a:pPr algn="ctr"/>
            <a:r>
              <a:rPr sz="1100" b="1">
                <a:solidFill>
                  <a:srgbClr val="FFFFFF"/>
                </a:solidFill>
                <a:latin typeface="Arial"/>
              </a:rPr>
              <a:t>4</a:t>
            </a:r>
          </a:p>
        </p:txBody>
      </p:sp>
      <p:sp>
        <p:nvSpPr>
          <p:cNvPr id="20" name="TextBox 19"/>
          <p:cNvSpPr txBox="1"/>
          <p:nvPr/>
        </p:nvSpPr>
        <p:spPr>
          <a:xfrm>
            <a:off x="1353312" y="3749040"/>
            <a:ext cx="3520440" cy="411480"/>
          </a:xfrm>
          <a:prstGeom prst="rect">
            <a:avLst/>
          </a:prstGeom>
          <a:noFill/>
        </p:spPr>
        <p:txBody>
          <a:bodyPr wrap="square" lIns="45720" rIns="45720" anchor="ctr">
            <a:spAutoFit/>
          </a:bodyPr>
          <a:lstStyle/>
          <a:p>
            <a:pPr algn="l"/>
            <a:r>
              <a:rPr sz="1700" b="1">
                <a:solidFill>
                  <a:srgbClr val="1C2530"/>
                </a:solidFill>
                <a:latin typeface="Arial"/>
              </a:rPr>
              <a:t>Voir le statut « à revoir »</a:t>
            </a:r>
          </a:p>
        </p:txBody>
      </p:sp>
      <p:sp>
        <p:nvSpPr>
          <p:cNvPr id="21" name="Rounded Rectangle 20"/>
          <p:cNvSpPr/>
          <p:nvPr/>
        </p:nvSpPr>
        <p:spPr>
          <a:xfrm>
            <a:off x="777240" y="4480560"/>
            <a:ext cx="438912" cy="384048"/>
          </a:xfrm>
          <a:prstGeom prst="roundRect">
            <a:avLst>
              <a:gd name="adj" fmla="val 8000"/>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4480560"/>
            <a:ext cx="438912" cy="384048"/>
          </a:xfrm>
          <a:prstGeom prst="rect">
            <a:avLst/>
          </a:prstGeom>
          <a:noFill/>
        </p:spPr>
        <p:txBody>
          <a:bodyPr wrap="square" lIns="45720" rIns="45720" anchor="ctr">
            <a:spAutoFit/>
          </a:bodyPr>
          <a:lstStyle/>
          <a:p>
            <a:pPr algn="ctr"/>
            <a:r>
              <a:rPr sz="1100" b="1">
                <a:solidFill>
                  <a:srgbClr val="FFFFFF"/>
                </a:solidFill>
                <a:latin typeface="Arial"/>
              </a:rPr>
              <a:t>5</a:t>
            </a:r>
          </a:p>
        </p:txBody>
      </p:sp>
      <p:sp>
        <p:nvSpPr>
          <p:cNvPr id="23" name="TextBox 22"/>
          <p:cNvSpPr txBox="1"/>
          <p:nvPr/>
        </p:nvSpPr>
        <p:spPr>
          <a:xfrm>
            <a:off x="1353312" y="4462272"/>
            <a:ext cx="3520440" cy="411480"/>
          </a:xfrm>
          <a:prstGeom prst="rect">
            <a:avLst/>
          </a:prstGeom>
          <a:noFill/>
        </p:spPr>
        <p:txBody>
          <a:bodyPr wrap="square" lIns="45720" rIns="45720" anchor="ctr">
            <a:spAutoFit/>
          </a:bodyPr>
          <a:lstStyle/>
          <a:p>
            <a:pPr algn="l"/>
            <a:r>
              <a:rPr sz="1700" b="1">
                <a:solidFill>
                  <a:srgbClr val="1C2530"/>
                </a:solidFill>
                <a:latin typeface="Arial"/>
              </a:rPr>
              <a:t>Retrouver la trace</a:t>
            </a:r>
          </a:p>
        </p:txBody>
      </p:sp>
      <p:sp>
        <p:nvSpPr>
          <p:cNvPr id="24" name="TextBox 23"/>
          <p:cNvSpPr txBox="1"/>
          <p:nvPr/>
        </p:nvSpPr>
        <p:spPr>
          <a:xfrm>
            <a:off x="777240" y="5230368"/>
            <a:ext cx="4251960" cy="347472"/>
          </a:xfrm>
          <a:prstGeom prst="rect">
            <a:avLst/>
          </a:prstGeom>
          <a:noFill/>
        </p:spPr>
        <p:txBody>
          <a:bodyPr wrap="square" lIns="45720" rIns="45720" anchor="ctr">
            <a:spAutoFit/>
          </a:bodyPr>
          <a:lstStyle/>
          <a:p>
            <a:pPr algn="ctr"/>
            <a:r>
              <a:rPr sz="1300" b="1">
                <a:solidFill>
                  <a:srgbClr val="DA3641"/>
                </a:solidFill>
                <a:latin typeface="Arial"/>
              </a:rPr>
              <a:t>La confiance = probabilité maximale du modèle, pas certitude.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Chaque prédiction reste rattachée à un modèle et à un identifiant</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La traçabilité permet d’expliquer, comparer et revenir en arrière</a:t>
            </a:r>
          </a:p>
        </p:txBody>
      </p:sp>
      <p:sp>
        <p:nvSpPr>
          <p:cNvPr id="7" name="Rounded Rectangle 6"/>
          <p:cNvSpPr/>
          <p:nvPr/>
        </p:nvSpPr>
        <p:spPr>
          <a:xfrm>
            <a:off x="320040" y="1508760"/>
            <a:ext cx="1965960" cy="109728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09928"/>
            <a:ext cx="1691640" cy="228600"/>
          </a:xfrm>
          <a:prstGeom prst="rect">
            <a:avLst/>
          </a:prstGeom>
          <a:noFill/>
        </p:spPr>
        <p:txBody>
          <a:bodyPr wrap="square" lIns="45720" rIns="45720" anchor="ctr">
            <a:spAutoFit/>
          </a:bodyPr>
          <a:lstStyle/>
          <a:p>
            <a:pPr algn="ctr"/>
            <a:r>
              <a:rPr sz="1300" b="1">
                <a:solidFill>
                  <a:srgbClr val="0070E6"/>
                </a:solidFill>
                <a:latin typeface="Arial"/>
              </a:rPr>
              <a:t>DOSSIER</a:t>
            </a:r>
          </a:p>
        </p:txBody>
      </p:sp>
      <p:sp>
        <p:nvSpPr>
          <p:cNvPr id="9" name="TextBox 8"/>
          <p:cNvSpPr txBox="1"/>
          <p:nvPr/>
        </p:nvSpPr>
        <p:spPr>
          <a:xfrm>
            <a:off x="429768" y="2057400"/>
            <a:ext cx="1746504" cy="274320"/>
          </a:xfrm>
          <a:prstGeom prst="rect">
            <a:avLst/>
          </a:prstGeom>
          <a:noFill/>
        </p:spPr>
        <p:txBody>
          <a:bodyPr wrap="square" lIns="45720" rIns="45720" anchor="ctr">
            <a:spAutoFit/>
          </a:bodyPr>
          <a:lstStyle/>
          <a:p>
            <a:pPr algn="ctr"/>
            <a:r>
              <a:rPr sz="1200" b="0">
                <a:solidFill>
                  <a:srgbClr val="1C2530"/>
                </a:solidFill>
                <a:latin typeface="Arial"/>
              </a:rPr>
              <a:t>entrée</a:t>
            </a:r>
          </a:p>
        </p:txBody>
      </p:sp>
      <p:cxnSp>
        <p:nvCxnSpPr>
          <p:cNvPr id="10" name="Connector 9"/>
          <p:cNvCxnSpPr/>
          <p:nvPr/>
        </p:nvCxnSpPr>
        <p:spPr>
          <a:xfrm>
            <a:off x="2286000" y="2057400"/>
            <a:ext cx="36576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697480" y="1508760"/>
            <a:ext cx="1965960" cy="1097280"/>
          </a:xfrm>
          <a:prstGeom prst="roundRect">
            <a:avLst>
              <a:gd name="adj" fmla="val 8000"/>
            </a:avLst>
          </a:prstGeom>
          <a:solidFill>
            <a:srgbClr val="FFFFFF"/>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34640" y="1709928"/>
            <a:ext cx="1691640" cy="228600"/>
          </a:xfrm>
          <a:prstGeom prst="rect">
            <a:avLst/>
          </a:prstGeom>
          <a:noFill/>
        </p:spPr>
        <p:txBody>
          <a:bodyPr wrap="square" lIns="45720" rIns="45720" anchor="ctr">
            <a:spAutoFit/>
          </a:bodyPr>
          <a:lstStyle/>
          <a:p>
            <a:pPr algn="ctr"/>
            <a:r>
              <a:rPr sz="1300" b="1">
                <a:solidFill>
                  <a:srgbClr val="37BEEB"/>
                </a:solidFill>
                <a:latin typeface="Arial"/>
              </a:rPr>
              <a:t>PRÉDICTION</a:t>
            </a:r>
          </a:p>
        </p:txBody>
      </p:sp>
      <p:sp>
        <p:nvSpPr>
          <p:cNvPr id="13" name="TextBox 12"/>
          <p:cNvSpPr txBox="1"/>
          <p:nvPr/>
        </p:nvSpPr>
        <p:spPr>
          <a:xfrm>
            <a:off x="2807208" y="2057400"/>
            <a:ext cx="1746504" cy="274320"/>
          </a:xfrm>
          <a:prstGeom prst="rect">
            <a:avLst/>
          </a:prstGeom>
          <a:noFill/>
        </p:spPr>
        <p:txBody>
          <a:bodyPr wrap="square" lIns="45720" rIns="45720" anchor="ctr">
            <a:spAutoFit/>
          </a:bodyPr>
          <a:lstStyle/>
          <a:p>
            <a:pPr algn="ctr"/>
            <a:r>
              <a:rPr sz="1200" b="0">
                <a:solidFill>
                  <a:srgbClr val="1C2530"/>
                </a:solidFill>
                <a:latin typeface="Arial"/>
              </a:rPr>
              <a:t>classe + confiance</a:t>
            </a:r>
          </a:p>
        </p:txBody>
      </p:sp>
      <p:cxnSp>
        <p:nvCxnSpPr>
          <p:cNvPr id="14" name="Connector 13"/>
          <p:cNvCxnSpPr/>
          <p:nvPr/>
        </p:nvCxnSpPr>
        <p:spPr>
          <a:xfrm>
            <a:off x="4663440" y="2057400"/>
            <a:ext cx="36576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74920" y="1508760"/>
            <a:ext cx="1965960" cy="1097280"/>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0" y="1709928"/>
            <a:ext cx="1691640" cy="228600"/>
          </a:xfrm>
          <a:prstGeom prst="rect">
            <a:avLst/>
          </a:prstGeom>
          <a:noFill/>
        </p:spPr>
        <p:txBody>
          <a:bodyPr wrap="square" lIns="45720" rIns="45720" anchor="ctr">
            <a:spAutoFit/>
          </a:bodyPr>
          <a:lstStyle/>
          <a:p>
            <a:pPr algn="ctr"/>
            <a:r>
              <a:rPr sz="1300" b="1">
                <a:solidFill>
                  <a:srgbClr val="6548AA"/>
                </a:solidFill>
                <a:latin typeface="Arial"/>
              </a:rPr>
              <a:t>TRACE</a:t>
            </a:r>
          </a:p>
        </p:txBody>
      </p:sp>
      <p:sp>
        <p:nvSpPr>
          <p:cNvPr id="17" name="TextBox 16"/>
          <p:cNvSpPr txBox="1"/>
          <p:nvPr/>
        </p:nvSpPr>
        <p:spPr>
          <a:xfrm>
            <a:off x="5184648" y="2057400"/>
            <a:ext cx="1746504" cy="274320"/>
          </a:xfrm>
          <a:prstGeom prst="rect">
            <a:avLst/>
          </a:prstGeom>
          <a:noFill/>
        </p:spPr>
        <p:txBody>
          <a:bodyPr wrap="square" lIns="45720" rIns="45720" anchor="ctr">
            <a:spAutoFit/>
          </a:bodyPr>
          <a:lstStyle/>
          <a:p>
            <a:pPr algn="ctr"/>
            <a:r>
              <a:rPr sz="1200" b="0">
                <a:solidFill>
                  <a:srgbClr val="1C2530"/>
                </a:solidFill>
                <a:latin typeface="Arial"/>
              </a:rPr>
              <a:t>request_id + version</a:t>
            </a:r>
          </a:p>
        </p:txBody>
      </p:sp>
      <p:cxnSp>
        <p:nvCxnSpPr>
          <p:cNvPr id="18" name="Connector 17"/>
          <p:cNvCxnSpPr/>
          <p:nvPr/>
        </p:nvCxnSpPr>
        <p:spPr>
          <a:xfrm>
            <a:off x="7040879" y="2057400"/>
            <a:ext cx="365761"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52360" y="1508760"/>
            <a:ext cx="1965960" cy="1097280"/>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589520" y="1709928"/>
            <a:ext cx="1691640" cy="228600"/>
          </a:xfrm>
          <a:prstGeom prst="rect">
            <a:avLst/>
          </a:prstGeom>
          <a:noFill/>
        </p:spPr>
        <p:txBody>
          <a:bodyPr wrap="square" lIns="45720" rIns="45720" anchor="ctr">
            <a:spAutoFit/>
          </a:bodyPr>
          <a:lstStyle/>
          <a:p>
            <a:pPr algn="ctr"/>
            <a:r>
              <a:rPr sz="1300" b="1">
                <a:solidFill>
                  <a:srgbClr val="F17E2F"/>
                </a:solidFill>
                <a:latin typeface="Arial"/>
              </a:rPr>
              <a:t>FEEDBACK</a:t>
            </a:r>
          </a:p>
        </p:txBody>
      </p:sp>
      <p:sp>
        <p:nvSpPr>
          <p:cNvPr id="21" name="TextBox 20"/>
          <p:cNvSpPr txBox="1"/>
          <p:nvPr/>
        </p:nvSpPr>
        <p:spPr>
          <a:xfrm>
            <a:off x="7562088" y="2057400"/>
            <a:ext cx="1746504" cy="274320"/>
          </a:xfrm>
          <a:prstGeom prst="rect">
            <a:avLst/>
          </a:prstGeom>
          <a:noFill/>
        </p:spPr>
        <p:txBody>
          <a:bodyPr wrap="square" lIns="45720" rIns="45720" anchor="ctr">
            <a:spAutoFit/>
          </a:bodyPr>
          <a:lstStyle/>
          <a:p>
            <a:pPr algn="ctr"/>
            <a:r>
              <a:rPr sz="1200" b="0">
                <a:solidFill>
                  <a:srgbClr val="1C2530"/>
                </a:solidFill>
                <a:latin typeface="Arial"/>
              </a:rPr>
              <a:t>retour terrain</a:t>
            </a:r>
          </a:p>
        </p:txBody>
      </p:sp>
      <p:cxnSp>
        <p:nvCxnSpPr>
          <p:cNvPr id="22" name="Connector 21"/>
          <p:cNvCxnSpPr/>
          <p:nvPr/>
        </p:nvCxnSpPr>
        <p:spPr>
          <a:xfrm>
            <a:off x="9418320" y="2057400"/>
            <a:ext cx="36576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829800" y="1508760"/>
            <a:ext cx="1965960" cy="1097280"/>
          </a:xfrm>
          <a:prstGeom prst="roundRect">
            <a:avLst>
              <a:gd name="adj" fmla="val 8000"/>
            </a:avLst>
          </a:prstGeom>
          <a:solidFill>
            <a:srgbClr val="FFFFFF"/>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966960" y="1709928"/>
            <a:ext cx="1691640" cy="228600"/>
          </a:xfrm>
          <a:prstGeom prst="rect">
            <a:avLst/>
          </a:prstGeom>
          <a:noFill/>
        </p:spPr>
        <p:txBody>
          <a:bodyPr wrap="square" lIns="45720" rIns="45720" anchor="ctr">
            <a:spAutoFit/>
          </a:bodyPr>
          <a:lstStyle/>
          <a:p>
            <a:pPr algn="ctr"/>
            <a:r>
              <a:rPr sz="1300" b="1">
                <a:solidFill>
                  <a:srgbClr val="23925B"/>
                </a:solidFill>
                <a:latin typeface="Arial"/>
              </a:rPr>
              <a:t>HISTORIQUE</a:t>
            </a:r>
          </a:p>
        </p:txBody>
      </p:sp>
      <p:sp>
        <p:nvSpPr>
          <p:cNvPr id="25" name="TextBox 24"/>
          <p:cNvSpPr txBox="1"/>
          <p:nvPr/>
        </p:nvSpPr>
        <p:spPr>
          <a:xfrm>
            <a:off x="9939528" y="2057400"/>
            <a:ext cx="1746504" cy="274320"/>
          </a:xfrm>
          <a:prstGeom prst="rect">
            <a:avLst/>
          </a:prstGeom>
          <a:noFill/>
        </p:spPr>
        <p:txBody>
          <a:bodyPr wrap="square" lIns="45720" rIns="45720" anchor="ctr">
            <a:spAutoFit/>
          </a:bodyPr>
          <a:lstStyle/>
          <a:p>
            <a:pPr algn="ctr"/>
            <a:r>
              <a:rPr sz="1200" b="0">
                <a:solidFill>
                  <a:srgbClr val="1C2530"/>
                </a:solidFill>
                <a:latin typeface="Arial"/>
              </a:rPr>
              <a:t>promotion / rejet</a:t>
            </a:r>
          </a:p>
        </p:txBody>
      </p:sp>
      <p:sp>
        <p:nvSpPr>
          <p:cNvPr id="26" name="Rounded Rectangle 25"/>
          <p:cNvSpPr/>
          <p:nvPr/>
        </p:nvSpPr>
        <p:spPr>
          <a:xfrm>
            <a:off x="640080" y="3246120"/>
            <a:ext cx="10972800" cy="1874519"/>
          </a:xfrm>
          <a:prstGeom prst="roundRect">
            <a:avLst>
              <a:gd name="adj" fmla="val 8000"/>
            </a:avLst>
          </a:prstGeom>
          <a:solidFill>
            <a:srgbClr val="E8F4FF"/>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3502152"/>
            <a:ext cx="2743200" cy="274320"/>
          </a:xfrm>
          <a:prstGeom prst="rect">
            <a:avLst/>
          </a:prstGeom>
          <a:noFill/>
        </p:spPr>
        <p:txBody>
          <a:bodyPr wrap="square" lIns="45720" rIns="45720" anchor="ctr">
            <a:spAutoFit/>
          </a:bodyPr>
          <a:lstStyle/>
          <a:p>
            <a:pPr algn="l"/>
            <a:r>
              <a:rPr sz="1300" b="1">
                <a:solidFill>
                  <a:srgbClr val="00125B"/>
                </a:solidFill>
                <a:latin typeface="Arial"/>
              </a:rPr>
              <a:t>CE QUI EST RÉELLEMENT TRACÉ</a:t>
            </a:r>
          </a:p>
        </p:txBody>
      </p:sp>
      <p:sp>
        <p:nvSpPr>
          <p:cNvPr id="28" name="TextBox 27"/>
          <p:cNvSpPr txBox="1"/>
          <p:nvPr/>
        </p:nvSpPr>
        <p:spPr>
          <a:xfrm>
            <a:off x="960120" y="3931920"/>
            <a:ext cx="2926080" cy="274320"/>
          </a:xfrm>
          <a:prstGeom prst="rect">
            <a:avLst/>
          </a:prstGeom>
          <a:noFill/>
        </p:spPr>
        <p:txBody>
          <a:bodyPr wrap="square" lIns="45720" rIns="45720" anchor="ctr">
            <a:spAutoFit/>
          </a:bodyPr>
          <a:lstStyle/>
          <a:p>
            <a:pPr algn="ctr"/>
            <a:r>
              <a:rPr sz="1500" b="1">
                <a:solidFill>
                  <a:srgbClr val="0070E6"/>
                </a:solidFill>
                <a:latin typeface="Arial"/>
              </a:rPr>
              <a:t>Inférence</a:t>
            </a:r>
          </a:p>
        </p:txBody>
      </p:sp>
      <p:sp>
        <p:nvSpPr>
          <p:cNvPr id="29" name="TextBox 28"/>
          <p:cNvSpPr txBox="1"/>
          <p:nvPr/>
        </p:nvSpPr>
        <p:spPr>
          <a:xfrm>
            <a:off x="960120" y="4297680"/>
            <a:ext cx="2926080" cy="566928"/>
          </a:xfrm>
          <a:prstGeom prst="rect">
            <a:avLst/>
          </a:prstGeom>
          <a:noFill/>
        </p:spPr>
        <p:txBody>
          <a:bodyPr wrap="square" lIns="45720" rIns="45720" anchor="ctr">
            <a:spAutoFit/>
          </a:bodyPr>
          <a:lstStyle/>
          <a:p>
            <a:pPr algn="ctr"/>
            <a:r>
              <a:rPr sz="1500" b="0">
                <a:solidFill>
                  <a:srgbClr val="1C2530"/>
                </a:solidFill>
                <a:latin typeface="Arial"/>
              </a:rPr>
              <a:t>request_id
version du modèle</a:t>
            </a:r>
          </a:p>
        </p:txBody>
      </p:sp>
      <p:sp>
        <p:nvSpPr>
          <p:cNvPr id="30" name="TextBox 29"/>
          <p:cNvSpPr txBox="1"/>
          <p:nvPr/>
        </p:nvSpPr>
        <p:spPr>
          <a:xfrm>
            <a:off x="4480560" y="3931920"/>
            <a:ext cx="2926080" cy="274320"/>
          </a:xfrm>
          <a:prstGeom prst="rect">
            <a:avLst/>
          </a:prstGeom>
          <a:noFill/>
        </p:spPr>
        <p:txBody>
          <a:bodyPr wrap="square" lIns="45720" rIns="45720" anchor="ctr">
            <a:spAutoFit/>
          </a:bodyPr>
          <a:lstStyle/>
          <a:p>
            <a:pPr algn="ctr"/>
            <a:r>
              <a:rPr sz="1500" b="1">
                <a:solidFill>
                  <a:srgbClr val="0070E6"/>
                </a:solidFill>
                <a:latin typeface="Arial"/>
              </a:rPr>
              <a:t>Cycle modèle</a:t>
            </a:r>
          </a:p>
        </p:txBody>
      </p:sp>
      <p:sp>
        <p:nvSpPr>
          <p:cNvPr id="31" name="TextBox 30"/>
          <p:cNvSpPr txBox="1"/>
          <p:nvPr/>
        </p:nvSpPr>
        <p:spPr>
          <a:xfrm>
            <a:off x="4480560" y="4297680"/>
            <a:ext cx="2926080" cy="566928"/>
          </a:xfrm>
          <a:prstGeom prst="rect">
            <a:avLst/>
          </a:prstGeom>
          <a:noFill/>
        </p:spPr>
        <p:txBody>
          <a:bodyPr wrap="square" lIns="45720" rIns="45720" anchor="ctr">
            <a:spAutoFit/>
          </a:bodyPr>
          <a:lstStyle/>
          <a:p>
            <a:pPr algn="ctr"/>
            <a:r>
              <a:rPr sz="1500" b="0">
                <a:solidFill>
                  <a:srgbClr val="1C2530"/>
                </a:solidFill>
                <a:latin typeface="Arial"/>
              </a:rPr>
              <a:t>run MLflow
paramètres et métriques</a:t>
            </a:r>
          </a:p>
        </p:txBody>
      </p:sp>
      <p:sp>
        <p:nvSpPr>
          <p:cNvPr id="32" name="TextBox 31"/>
          <p:cNvSpPr txBox="1"/>
          <p:nvPr/>
        </p:nvSpPr>
        <p:spPr>
          <a:xfrm>
            <a:off x="8001000" y="3931920"/>
            <a:ext cx="2926080" cy="274320"/>
          </a:xfrm>
          <a:prstGeom prst="rect">
            <a:avLst/>
          </a:prstGeom>
          <a:noFill/>
        </p:spPr>
        <p:txBody>
          <a:bodyPr wrap="square" lIns="45720" rIns="45720" anchor="ctr">
            <a:spAutoFit/>
          </a:bodyPr>
          <a:lstStyle/>
          <a:p>
            <a:pPr algn="ctr"/>
            <a:r>
              <a:rPr sz="1500" b="1">
                <a:solidFill>
                  <a:srgbClr val="0070E6"/>
                </a:solidFill>
                <a:latin typeface="Arial"/>
              </a:rPr>
              <a:t>Décision</a:t>
            </a:r>
          </a:p>
        </p:txBody>
      </p:sp>
      <p:sp>
        <p:nvSpPr>
          <p:cNvPr id="33" name="TextBox 32"/>
          <p:cNvSpPr txBox="1"/>
          <p:nvPr/>
        </p:nvSpPr>
        <p:spPr>
          <a:xfrm>
            <a:off x="8001000" y="4297680"/>
            <a:ext cx="2926080" cy="566928"/>
          </a:xfrm>
          <a:prstGeom prst="rect">
            <a:avLst/>
          </a:prstGeom>
          <a:noFill/>
        </p:spPr>
        <p:txBody>
          <a:bodyPr wrap="square" lIns="45720" rIns="45720" anchor="ctr">
            <a:spAutoFit/>
          </a:bodyPr>
          <a:lstStyle/>
          <a:p>
            <a:pPr algn="ctr"/>
            <a:r>
              <a:rPr sz="1500" b="0">
                <a:solidFill>
                  <a:srgbClr val="1C2530"/>
                </a:solidFill>
                <a:latin typeface="Arial"/>
              </a:rPr>
              <a:t>promotion ou rejet
rollback disponible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 monitoring sépare santé du service et comportement du modèle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Observer le service ne suffit pas à prouver la qualité du modèle</a:t>
            </a:r>
          </a:p>
        </p:txBody>
      </p:sp>
      <p:pic>
        <p:nvPicPr>
          <p:cNvPr id="7" name="Picture 6" descr="image.png"/>
          <p:cNvPicPr>
            <a:picLocks noChangeAspect="1"/>
          </p:cNvPicPr>
          <p:nvPr/>
        </p:nvPicPr>
        <p:blipFill>
          <a:blip r:embed="rId2"/>
          <a:stretch>
            <a:fillRect/>
          </a:stretch>
        </p:blipFill>
        <p:spPr>
          <a:xfrm>
            <a:off x="4600786" y="660675"/>
            <a:ext cx="7382199" cy="5536649"/>
          </a:xfrm>
          <a:prstGeom prst="rect">
            <a:avLst/>
          </a:prstGeom>
        </p:spPr>
      </p:pic>
      <p:sp>
        <p:nvSpPr>
          <p:cNvPr id="8" name="TextBox 7"/>
          <p:cNvSpPr txBox="1"/>
          <p:nvPr/>
        </p:nvSpPr>
        <p:spPr>
          <a:xfrm>
            <a:off x="594360" y="1325880"/>
            <a:ext cx="1828800" cy="274320"/>
          </a:xfrm>
          <a:prstGeom prst="rect">
            <a:avLst/>
          </a:prstGeom>
          <a:noFill/>
        </p:spPr>
        <p:txBody>
          <a:bodyPr wrap="square" lIns="45720" rIns="45720" anchor="ctr">
            <a:spAutoFit/>
          </a:bodyPr>
          <a:lstStyle/>
          <a:p>
            <a:pPr algn="l"/>
            <a:r>
              <a:rPr sz="1200" b="1">
                <a:solidFill>
                  <a:srgbClr val="0070E6"/>
                </a:solidFill>
                <a:latin typeface="Arial"/>
              </a:rPr>
              <a:t>ACTIVITÉ</a:t>
            </a:r>
          </a:p>
        </p:txBody>
      </p:sp>
      <p:sp>
        <p:nvSpPr>
          <p:cNvPr id="9" name="TextBox 8"/>
          <p:cNvSpPr txBox="1"/>
          <p:nvPr/>
        </p:nvSpPr>
        <p:spPr>
          <a:xfrm>
            <a:off x="640080" y="1673352"/>
            <a:ext cx="4434840" cy="1005840"/>
          </a:xfrm>
          <a:prstGeom prst="rect">
            <a:avLst/>
          </a:prstGeom>
          <a:noFill/>
        </p:spPr>
        <p:txBody>
          <a:bodyPr wrap="square" lIns="73152" rIns="45720">
            <a:spAutoFit/>
          </a:bodyPr>
          <a:lstStyle/>
          <a:p>
            <a:pPr>
              <a:spcAft>
                <a:spcPts val="300"/>
              </a:spcAft>
              <a:defRPr sz="1400">
                <a:solidFill>
                  <a:srgbClr val="1C2530"/>
                </a:solidFill>
                <a:latin typeface="Arial"/>
              </a:defRPr>
            </a:pPr>
            <a:r>
              <a:t>• volume de prédictions</a:t>
            </a:r>
          </a:p>
          <a:p>
            <a:pPr>
              <a:spcAft>
                <a:spcPts val="300"/>
              </a:spcAft>
              <a:defRPr sz="1400">
                <a:solidFill>
                  <a:srgbClr val="1C2530"/>
                </a:solidFill>
                <a:latin typeface="Arial"/>
              </a:defRPr>
            </a:pPr>
            <a:r>
              <a:t>• classes prédites</a:t>
            </a:r>
          </a:p>
          <a:p>
            <a:pPr>
              <a:spcAft>
                <a:spcPts val="300"/>
              </a:spcAft>
              <a:defRPr sz="1400">
                <a:solidFill>
                  <a:srgbClr val="1C2530"/>
                </a:solidFill>
                <a:latin typeface="Arial"/>
              </a:defRPr>
            </a:pPr>
            <a:r>
              <a:t>• événements de retrain</a:t>
            </a:r>
          </a:p>
        </p:txBody>
      </p:sp>
      <p:sp>
        <p:nvSpPr>
          <p:cNvPr id="10" name="TextBox 9"/>
          <p:cNvSpPr txBox="1"/>
          <p:nvPr/>
        </p:nvSpPr>
        <p:spPr>
          <a:xfrm>
            <a:off x="594360" y="2834639"/>
            <a:ext cx="1828800" cy="274320"/>
          </a:xfrm>
          <a:prstGeom prst="rect">
            <a:avLst/>
          </a:prstGeom>
          <a:noFill/>
        </p:spPr>
        <p:txBody>
          <a:bodyPr wrap="square" lIns="45720" rIns="45720" anchor="ctr">
            <a:spAutoFit/>
          </a:bodyPr>
          <a:lstStyle/>
          <a:p>
            <a:pPr algn="l"/>
            <a:r>
              <a:rPr sz="1200" b="1">
                <a:solidFill>
                  <a:srgbClr val="6548AA"/>
                </a:solidFill>
                <a:latin typeface="Arial"/>
              </a:rPr>
              <a:t>COMPORTEMENT</a:t>
            </a:r>
          </a:p>
        </p:txBody>
      </p:sp>
      <p:sp>
        <p:nvSpPr>
          <p:cNvPr id="11" name="TextBox 10"/>
          <p:cNvSpPr txBox="1"/>
          <p:nvPr/>
        </p:nvSpPr>
        <p:spPr>
          <a:xfrm>
            <a:off x="640080" y="3182111"/>
            <a:ext cx="4434840" cy="1005840"/>
          </a:xfrm>
          <a:prstGeom prst="rect">
            <a:avLst/>
          </a:prstGeom>
          <a:noFill/>
        </p:spPr>
        <p:txBody>
          <a:bodyPr wrap="square" lIns="73152" rIns="45720">
            <a:spAutoFit/>
          </a:bodyPr>
          <a:lstStyle/>
          <a:p>
            <a:pPr>
              <a:spcAft>
                <a:spcPts val="300"/>
              </a:spcAft>
              <a:defRPr sz="1400">
                <a:solidFill>
                  <a:srgbClr val="1C2530"/>
                </a:solidFill>
                <a:latin typeface="Arial"/>
              </a:defRPr>
            </a:pPr>
            <a:r>
              <a:t>• distribution des confiances</a:t>
            </a:r>
          </a:p>
          <a:p>
            <a:pPr>
              <a:spcAft>
                <a:spcPts val="300"/>
              </a:spcAft>
              <a:defRPr sz="1400">
                <a:solidFill>
                  <a:srgbClr val="1C2530"/>
                </a:solidFill>
                <a:latin typeface="Arial"/>
              </a:defRPr>
            </a:pPr>
            <a:r>
              <a:t>• taux d’abstention</a:t>
            </a:r>
          </a:p>
        </p:txBody>
      </p:sp>
      <p:sp>
        <p:nvSpPr>
          <p:cNvPr id="12" name="TextBox 11"/>
          <p:cNvSpPr txBox="1"/>
          <p:nvPr/>
        </p:nvSpPr>
        <p:spPr>
          <a:xfrm>
            <a:off x="594360" y="4089400"/>
            <a:ext cx="1828800" cy="274320"/>
          </a:xfrm>
          <a:prstGeom prst="rect">
            <a:avLst/>
          </a:prstGeom>
          <a:noFill/>
        </p:spPr>
        <p:txBody>
          <a:bodyPr wrap="square" lIns="45720" rIns="45720" anchor="ctr">
            <a:spAutoFit/>
          </a:bodyPr>
          <a:lstStyle/>
          <a:p>
            <a:pPr algn="l"/>
            <a:r>
              <a:rPr sz="1200" b="1">
                <a:solidFill>
                  <a:srgbClr val="23925B"/>
                </a:solidFill>
                <a:latin typeface="Arial"/>
              </a:rPr>
              <a:t>FIABILITÉ</a:t>
            </a:r>
          </a:p>
        </p:txBody>
      </p:sp>
      <p:sp>
        <p:nvSpPr>
          <p:cNvPr id="13" name="TextBox 12"/>
          <p:cNvSpPr txBox="1"/>
          <p:nvPr/>
        </p:nvSpPr>
        <p:spPr>
          <a:xfrm>
            <a:off x="640080" y="4436872"/>
            <a:ext cx="4434840" cy="1005840"/>
          </a:xfrm>
          <a:prstGeom prst="rect">
            <a:avLst/>
          </a:prstGeom>
          <a:noFill/>
        </p:spPr>
        <p:txBody>
          <a:bodyPr wrap="square" lIns="73152" rIns="45720">
            <a:spAutoFit/>
          </a:bodyPr>
          <a:lstStyle/>
          <a:p>
            <a:pPr>
              <a:spcAft>
                <a:spcPts val="300"/>
              </a:spcAft>
              <a:defRPr sz="1400">
                <a:solidFill>
                  <a:srgbClr val="1C2530"/>
                </a:solidFill>
                <a:latin typeface="Arial"/>
              </a:defRPr>
            </a:pPr>
            <a:r>
              <a:t>• latence API</a:t>
            </a:r>
          </a:p>
          <a:p>
            <a:pPr>
              <a:spcAft>
                <a:spcPts val="300"/>
              </a:spcAft>
              <a:defRPr sz="1400">
                <a:solidFill>
                  <a:srgbClr val="1C2530"/>
                </a:solidFill>
                <a:latin typeface="Arial"/>
              </a:defRPr>
            </a:pPr>
            <a:r>
              <a:t>• erreurs HTTP</a:t>
            </a:r>
          </a:p>
          <a:p>
            <a:pPr>
              <a:spcAft>
                <a:spcPts val="300"/>
              </a:spcAft>
              <a:defRPr sz="1400">
                <a:solidFill>
                  <a:srgbClr val="1C2530"/>
                </a:solidFill>
                <a:latin typeface="Arial"/>
              </a:defRPr>
            </a:pPr>
            <a:r>
              <a:t>• disponibilité des cibles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MLflow documente un candidat, mais “Finished” ne veut pas dire “promu”</a:t>
            </a:r>
          </a:p>
        </p:txBody>
      </p:sp>
      <p:sp>
        <p:nvSpPr>
          <p:cNvPr id="6" name="TextBox 5"/>
          <p:cNvSpPr txBox="1"/>
          <p:nvPr/>
        </p:nvSpPr>
        <p:spPr>
          <a:xfrm>
            <a:off x="411480" y="1048303"/>
            <a:ext cx="10698480" cy="310896"/>
          </a:xfrm>
          <a:prstGeom prst="rect">
            <a:avLst/>
          </a:prstGeom>
          <a:noFill/>
        </p:spPr>
        <p:txBody>
          <a:bodyPr wrap="square" lIns="45720" rIns="45720" anchor="t">
            <a:spAutoFit/>
          </a:bodyPr>
          <a:lstStyle/>
          <a:p>
            <a:pPr algn="l"/>
            <a:r>
              <a:rPr sz="1100" b="0" dirty="0">
                <a:solidFill>
                  <a:srgbClr val="5C6974"/>
                </a:solidFill>
                <a:latin typeface="Arial"/>
              </a:rPr>
              <a:t>Un run </a:t>
            </a:r>
            <a:r>
              <a:rPr sz="1100" b="0" dirty="0" err="1">
                <a:solidFill>
                  <a:srgbClr val="5C6974"/>
                </a:solidFill>
                <a:latin typeface="Arial"/>
              </a:rPr>
              <a:t>terminé</a:t>
            </a:r>
            <a:r>
              <a:rPr sz="1100" b="0" dirty="0">
                <a:solidFill>
                  <a:srgbClr val="5C6974"/>
                </a:solidFill>
                <a:latin typeface="Arial"/>
              </a:rPr>
              <a:t> </a:t>
            </a:r>
            <a:r>
              <a:rPr sz="1100" b="0" dirty="0" err="1">
                <a:solidFill>
                  <a:srgbClr val="5C6974"/>
                </a:solidFill>
                <a:latin typeface="Arial"/>
              </a:rPr>
              <a:t>peut</a:t>
            </a:r>
            <a:r>
              <a:rPr sz="1100" b="0" dirty="0">
                <a:solidFill>
                  <a:srgbClr val="5C6974"/>
                </a:solidFill>
                <a:latin typeface="Arial"/>
              </a:rPr>
              <a:t> encore </a:t>
            </a:r>
            <a:r>
              <a:rPr sz="1100" b="0" dirty="0" err="1">
                <a:solidFill>
                  <a:srgbClr val="5C6974"/>
                </a:solidFill>
                <a:latin typeface="Arial"/>
              </a:rPr>
              <a:t>être</a:t>
            </a:r>
            <a:r>
              <a:rPr sz="1100" b="0" dirty="0">
                <a:solidFill>
                  <a:srgbClr val="5C6974"/>
                </a:solidFill>
                <a:latin typeface="Arial"/>
              </a:rPr>
              <a:t> </a:t>
            </a:r>
            <a:r>
              <a:rPr sz="1100" b="0" dirty="0" err="1">
                <a:solidFill>
                  <a:srgbClr val="5C6974"/>
                </a:solidFill>
                <a:latin typeface="Arial"/>
              </a:rPr>
              <a:t>rejeté</a:t>
            </a:r>
            <a:endParaRPr sz="1100" b="0" dirty="0">
              <a:solidFill>
                <a:srgbClr val="5C6974"/>
              </a:solidFill>
              <a:latin typeface="Arial"/>
            </a:endParaRPr>
          </a:p>
        </p:txBody>
      </p:sp>
      <p:pic>
        <p:nvPicPr>
          <p:cNvPr id="7" name="Picture 6" descr="image.png"/>
          <p:cNvPicPr>
            <a:picLocks noChangeAspect="1"/>
          </p:cNvPicPr>
          <p:nvPr/>
        </p:nvPicPr>
        <p:blipFill>
          <a:blip r:embed="rId2"/>
          <a:stretch>
            <a:fillRect/>
          </a:stretch>
        </p:blipFill>
        <p:spPr>
          <a:xfrm>
            <a:off x="4709160" y="1359199"/>
            <a:ext cx="7371900" cy="4502103"/>
          </a:xfrm>
          <a:prstGeom prst="rect">
            <a:avLst/>
          </a:prstGeom>
        </p:spPr>
      </p:pic>
      <p:sp>
        <p:nvSpPr>
          <p:cNvPr id="8" name="Rounded Rectangle 7"/>
          <p:cNvSpPr/>
          <p:nvPr/>
        </p:nvSpPr>
        <p:spPr>
          <a:xfrm>
            <a:off x="502920" y="1417320"/>
            <a:ext cx="3840480" cy="4160520"/>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709928"/>
            <a:ext cx="3291840" cy="320040"/>
          </a:xfrm>
          <a:prstGeom prst="rect">
            <a:avLst/>
          </a:prstGeom>
          <a:noFill/>
        </p:spPr>
        <p:txBody>
          <a:bodyPr wrap="square" lIns="45720" rIns="45720" anchor="ctr">
            <a:spAutoFit/>
          </a:bodyPr>
          <a:lstStyle/>
          <a:p>
            <a:pPr algn="ctr"/>
            <a:r>
              <a:rPr sz="1300" b="1">
                <a:solidFill>
                  <a:srgbClr val="6548AA"/>
                </a:solidFill>
                <a:latin typeface="Arial"/>
              </a:rPr>
              <a:t>POUR RECONSTRUIRE L’HISTOIRE</a:t>
            </a:r>
          </a:p>
        </p:txBody>
      </p:sp>
      <p:sp>
        <p:nvSpPr>
          <p:cNvPr id="10" name="TextBox 9"/>
          <p:cNvSpPr txBox="1"/>
          <p:nvPr/>
        </p:nvSpPr>
        <p:spPr>
          <a:xfrm>
            <a:off x="868680" y="2249424"/>
            <a:ext cx="3108960" cy="2560320"/>
          </a:xfrm>
          <a:prstGeom prst="rect">
            <a:avLst/>
          </a:prstGeom>
          <a:noFill/>
        </p:spPr>
        <p:txBody>
          <a:bodyPr wrap="square" lIns="73152" rIns="45720">
            <a:spAutoFit/>
          </a:bodyPr>
          <a:lstStyle/>
          <a:p>
            <a:pPr>
              <a:spcAft>
                <a:spcPts val="900"/>
              </a:spcAft>
              <a:defRPr sz="1500">
                <a:solidFill>
                  <a:srgbClr val="1C2530"/>
                </a:solidFill>
                <a:latin typeface="Arial"/>
              </a:defRPr>
            </a:pPr>
            <a:r>
              <a:t>• paramètres d’entraînement</a:t>
            </a:r>
          </a:p>
          <a:p>
            <a:pPr>
              <a:spcAft>
                <a:spcPts val="900"/>
              </a:spcAft>
              <a:defRPr sz="1500">
                <a:solidFill>
                  <a:srgbClr val="1C2530"/>
                </a:solidFill>
                <a:latin typeface="Arial"/>
              </a:defRPr>
            </a:pPr>
            <a:r>
              <a:t>• métriques</a:t>
            </a:r>
          </a:p>
          <a:p>
            <a:pPr>
              <a:spcAft>
                <a:spcPts val="900"/>
              </a:spcAft>
              <a:defRPr sz="1500">
                <a:solidFill>
                  <a:srgbClr val="1C2530"/>
                </a:solidFill>
                <a:latin typeface="Arial"/>
              </a:defRPr>
            </a:pPr>
            <a:r>
              <a:t>• features utilisées</a:t>
            </a:r>
          </a:p>
          <a:p>
            <a:pPr>
              <a:spcAft>
                <a:spcPts val="900"/>
              </a:spcAft>
              <a:defRPr sz="1500">
                <a:solidFill>
                  <a:srgbClr val="1C2530"/>
                </a:solidFill>
                <a:latin typeface="Arial"/>
              </a:defRPr>
            </a:pPr>
            <a:r>
              <a:t>• artefacts du modèle</a:t>
            </a:r>
          </a:p>
          <a:p>
            <a:pPr>
              <a:spcAft>
                <a:spcPts val="900"/>
              </a:spcAft>
              <a:defRPr sz="1500">
                <a:solidFill>
                  <a:srgbClr val="1C2530"/>
                </a:solidFill>
                <a:latin typeface="Arial"/>
              </a:defRPr>
            </a:pPr>
            <a:r>
              <a:t>• identifiant du run</a:t>
            </a:r>
          </a:p>
          <a:p>
            <a:pPr>
              <a:spcAft>
                <a:spcPts val="900"/>
              </a:spcAft>
              <a:defRPr sz="1500">
                <a:solidFill>
                  <a:srgbClr val="1C2530"/>
                </a:solidFill>
                <a:latin typeface="Arial"/>
              </a:defRPr>
            </a:pPr>
            <a:r>
              <a:t>• décision de promotion ou rejet</a:t>
            </a:r>
          </a:p>
        </p:txBody>
      </p:sp>
      <p:sp>
        <p:nvSpPr>
          <p:cNvPr id="11" name="Rounded Rectangle 10"/>
          <p:cNvSpPr/>
          <p:nvPr/>
        </p:nvSpPr>
        <p:spPr>
          <a:xfrm>
            <a:off x="1143000" y="4956048"/>
            <a:ext cx="2560320" cy="384048"/>
          </a:xfrm>
          <a:prstGeom prst="roundRect">
            <a:avLst>
              <a:gd name="adj" fmla="val 8000"/>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3000" y="4956048"/>
            <a:ext cx="2560320" cy="384048"/>
          </a:xfrm>
          <a:prstGeom prst="rect">
            <a:avLst/>
          </a:prstGeom>
          <a:noFill/>
        </p:spPr>
        <p:txBody>
          <a:bodyPr wrap="square" lIns="45720" rIns="45720" anchor="ctr">
            <a:spAutoFit/>
          </a:bodyPr>
          <a:lstStyle/>
          <a:p>
            <a:pPr algn="ctr"/>
            <a:r>
              <a:rPr sz="1300" b="1">
                <a:solidFill>
                  <a:srgbClr val="FFFFFF"/>
                </a:solidFill>
                <a:latin typeface="Arial"/>
              </a:rPr>
              <a:t>FINISHED ≠ PROMU</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477054"/>
          </a:xfrm>
          <a:prstGeom prst="rect">
            <a:avLst/>
          </a:prstGeom>
          <a:noFill/>
        </p:spPr>
        <p:txBody>
          <a:bodyPr wrap="square" lIns="45720" rIns="45720" anchor="t">
            <a:spAutoFit/>
          </a:bodyPr>
          <a:lstStyle/>
          <a:p>
            <a:pPr algn="l"/>
            <a:r>
              <a:rPr lang="fr-FR" sz="2500" b="1" dirty="0">
                <a:solidFill>
                  <a:srgbClr val="1C2530"/>
                </a:solidFill>
                <a:latin typeface="Arial"/>
              </a:rPr>
              <a:t>Cycle </a:t>
            </a:r>
            <a:r>
              <a:rPr sz="2500" b="1" dirty="0">
                <a:solidFill>
                  <a:srgbClr val="1C2530"/>
                </a:solidFill>
                <a:latin typeface="Arial"/>
              </a:rPr>
              <a:t>SKIP, pas un </a:t>
            </a:r>
            <a:r>
              <a:rPr sz="2500" b="1" dirty="0" err="1">
                <a:solidFill>
                  <a:srgbClr val="1C2530"/>
                </a:solidFill>
                <a:latin typeface="Arial"/>
              </a:rPr>
              <a:t>entraînement</a:t>
            </a:r>
            <a:r>
              <a:rPr sz="2500" b="1" dirty="0">
                <a:solidFill>
                  <a:srgbClr val="1C2530"/>
                </a:solidFill>
                <a:latin typeface="Arial"/>
              </a:rPr>
              <a:t> </a:t>
            </a:r>
            <a:r>
              <a:rPr sz="2500" b="1" dirty="0" err="1">
                <a:solidFill>
                  <a:srgbClr val="1C2530"/>
                </a:solidFill>
                <a:latin typeface="Arial"/>
              </a:rPr>
              <a:t>ni</a:t>
            </a:r>
            <a:r>
              <a:rPr sz="2500" b="1" dirty="0">
                <a:solidFill>
                  <a:srgbClr val="1C2530"/>
                </a:solidFill>
                <a:latin typeface="Arial"/>
              </a:rPr>
              <a:t> </a:t>
            </a:r>
            <a:r>
              <a:rPr sz="2500" b="1" dirty="0" err="1">
                <a:solidFill>
                  <a:srgbClr val="1C2530"/>
                </a:solidFill>
                <a:latin typeface="Arial"/>
              </a:rPr>
              <a:t>une</a:t>
            </a:r>
            <a:r>
              <a:rPr sz="2500" b="1" dirty="0">
                <a:solidFill>
                  <a:srgbClr val="1C2530"/>
                </a:solidFill>
                <a:latin typeface="Arial"/>
              </a:rPr>
              <a:t> promotion</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 cycle général existe ; la capture indique des feedbacks insuffisants</a:t>
            </a:r>
          </a:p>
        </p:txBody>
      </p:sp>
      <p:sp>
        <p:nvSpPr>
          <p:cNvPr id="7" name="Rounded Rectangle 6"/>
          <p:cNvSpPr/>
          <p:nvPr/>
        </p:nvSpPr>
        <p:spPr>
          <a:xfrm>
            <a:off x="274320" y="1571481"/>
            <a:ext cx="1920240" cy="68580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708641"/>
            <a:ext cx="1737360" cy="365760"/>
          </a:xfrm>
          <a:prstGeom prst="rect">
            <a:avLst/>
          </a:prstGeom>
          <a:noFill/>
        </p:spPr>
        <p:txBody>
          <a:bodyPr wrap="square" lIns="45720" rIns="45720" anchor="ctr">
            <a:spAutoFit/>
          </a:bodyPr>
          <a:lstStyle/>
          <a:p>
            <a:pPr algn="ctr"/>
            <a:r>
              <a:rPr sz="1400" b="1">
                <a:solidFill>
                  <a:srgbClr val="0070E6"/>
                </a:solidFill>
                <a:latin typeface="Arial"/>
              </a:rPr>
              <a:t>Prédiction</a:t>
            </a:r>
          </a:p>
        </p:txBody>
      </p:sp>
      <p:cxnSp>
        <p:nvCxnSpPr>
          <p:cNvPr id="9" name="Connector 8"/>
          <p:cNvCxnSpPr/>
          <p:nvPr/>
        </p:nvCxnSpPr>
        <p:spPr>
          <a:xfrm>
            <a:off x="2194560" y="1918953"/>
            <a:ext cx="36576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39" y="1571481"/>
            <a:ext cx="1920240" cy="685800"/>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97480" y="1708641"/>
            <a:ext cx="1737360" cy="365760"/>
          </a:xfrm>
          <a:prstGeom prst="rect">
            <a:avLst/>
          </a:prstGeom>
          <a:noFill/>
        </p:spPr>
        <p:txBody>
          <a:bodyPr wrap="square" lIns="45720" rIns="45720" anchor="ctr">
            <a:spAutoFit/>
          </a:bodyPr>
          <a:lstStyle/>
          <a:p>
            <a:pPr algn="ctr"/>
            <a:r>
              <a:rPr sz="1400" b="1">
                <a:solidFill>
                  <a:srgbClr val="F17E2F"/>
                </a:solidFill>
                <a:latin typeface="Arial"/>
              </a:rPr>
              <a:t>Feedback</a:t>
            </a:r>
          </a:p>
        </p:txBody>
      </p:sp>
      <p:cxnSp>
        <p:nvCxnSpPr>
          <p:cNvPr id="12" name="Connector 11"/>
          <p:cNvCxnSpPr/>
          <p:nvPr/>
        </p:nvCxnSpPr>
        <p:spPr>
          <a:xfrm>
            <a:off x="4526280" y="1918953"/>
            <a:ext cx="365759"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937760" y="1571481"/>
            <a:ext cx="1920240" cy="685800"/>
          </a:xfrm>
          <a:prstGeom prst="roundRect">
            <a:avLst>
              <a:gd name="adj" fmla="val 8000"/>
            </a:avLst>
          </a:prstGeom>
          <a:solidFill>
            <a:srgbClr val="FFFFFF"/>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0" y="1708641"/>
            <a:ext cx="1737360" cy="365760"/>
          </a:xfrm>
          <a:prstGeom prst="rect">
            <a:avLst/>
          </a:prstGeom>
          <a:noFill/>
        </p:spPr>
        <p:txBody>
          <a:bodyPr wrap="square" lIns="45720" rIns="45720" anchor="ctr">
            <a:spAutoFit/>
          </a:bodyPr>
          <a:lstStyle/>
          <a:p>
            <a:pPr algn="ctr"/>
            <a:r>
              <a:rPr sz="1400" b="1">
                <a:solidFill>
                  <a:srgbClr val="23925B"/>
                </a:solidFill>
                <a:latin typeface="Arial"/>
              </a:rPr>
              <a:t>Retrain</a:t>
            </a:r>
          </a:p>
        </p:txBody>
      </p:sp>
      <p:cxnSp>
        <p:nvCxnSpPr>
          <p:cNvPr id="15" name="Connector 14"/>
          <p:cNvCxnSpPr/>
          <p:nvPr/>
        </p:nvCxnSpPr>
        <p:spPr>
          <a:xfrm>
            <a:off x="6858000" y="1918953"/>
            <a:ext cx="36576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1571481"/>
            <a:ext cx="1920240" cy="685800"/>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60919" y="1708641"/>
            <a:ext cx="1737360" cy="365760"/>
          </a:xfrm>
          <a:prstGeom prst="rect">
            <a:avLst/>
          </a:prstGeom>
          <a:noFill/>
        </p:spPr>
        <p:txBody>
          <a:bodyPr wrap="square" lIns="45720" rIns="45720" anchor="ctr">
            <a:spAutoFit/>
          </a:bodyPr>
          <a:lstStyle/>
          <a:p>
            <a:pPr algn="ctr"/>
            <a:r>
              <a:rPr sz="1400" b="1">
                <a:solidFill>
                  <a:srgbClr val="6548AA"/>
                </a:solidFill>
                <a:latin typeface="Arial"/>
              </a:rPr>
              <a:t>Comparer</a:t>
            </a:r>
          </a:p>
        </p:txBody>
      </p:sp>
      <p:cxnSp>
        <p:nvCxnSpPr>
          <p:cNvPr id="18" name="Connector 17"/>
          <p:cNvCxnSpPr/>
          <p:nvPr/>
        </p:nvCxnSpPr>
        <p:spPr>
          <a:xfrm>
            <a:off x="9189719" y="1918953"/>
            <a:ext cx="36576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601200" y="1571481"/>
            <a:ext cx="1920240" cy="685800"/>
          </a:xfrm>
          <a:prstGeom prst="roundRect">
            <a:avLst>
              <a:gd name="adj" fmla="val 8000"/>
            </a:avLst>
          </a:prstGeom>
          <a:solidFill>
            <a:srgbClr val="FFFFFF"/>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92640" y="1708641"/>
            <a:ext cx="1737360" cy="365760"/>
          </a:xfrm>
          <a:prstGeom prst="rect">
            <a:avLst/>
          </a:prstGeom>
          <a:noFill/>
        </p:spPr>
        <p:txBody>
          <a:bodyPr wrap="square" lIns="45720" rIns="45720" anchor="ctr">
            <a:spAutoFit/>
          </a:bodyPr>
          <a:lstStyle/>
          <a:p>
            <a:pPr algn="ctr"/>
            <a:r>
              <a:rPr sz="1400" b="1">
                <a:solidFill>
                  <a:srgbClr val="00125B"/>
                </a:solidFill>
                <a:latin typeface="Arial"/>
              </a:rPr>
              <a:t>Promouvoir
ou rejeter</a:t>
            </a:r>
          </a:p>
        </p:txBody>
      </p:sp>
      <p:sp>
        <p:nvSpPr>
          <p:cNvPr id="21" name="TextBox 20"/>
          <p:cNvSpPr txBox="1"/>
          <p:nvPr/>
        </p:nvSpPr>
        <p:spPr>
          <a:xfrm>
            <a:off x="274320" y="1234440"/>
            <a:ext cx="1508760" cy="219456"/>
          </a:xfrm>
          <a:prstGeom prst="rect">
            <a:avLst/>
          </a:prstGeom>
          <a:noFill/>
        </p:spPr>
        <p:txBody>
          <a:bodyPr wrap="square" lIns="45720" rIns="45720" anchor="ctr">
            <a:spAutoFit/>
          </a:bodyPr>
          <a:lstStyle/>
          <a:p>
            <a:pPr algn="l"/>
            <a:r>
              <a:rPr sz="1000" b="1">
                <a:solidFill>
                  <a:srgbClr val="5C6974"/>
                </a:solidFill>
                <a:latin typeface="Arial"/>
              </a:rPr>
              <a:t>CYCLE GÉNÉRAL</a:t>
            </a:r>
          </a:p>
        </p:txBody>
      </p:sp>
      <p:pic>
        <p:nvPicPr>
          <p:cNvPr id="22" name="Picture 21" descr="image.png"/>
          <p:cNvPicPr>
            <a:picLocks noChangeAspect="1"/>
          </p:cNvPicPr>
          <p:nvPr/>
        </p:nvPicPr>
        <p:blipFill>
          <a:blip r:embed="rId3"/>
          <a:stretch>
            <a:fillRect/>
          </a:stretch>
        </p:blipFill>
        <p:spPr>
          <a:xfrm>
            <a:off x="411480" y="3700746"/>
            <a:ext cx="6675120" cy="1065851"/>
          </a:xfrm>
          <a:prstGeom prst="rect">
            <a:avLst/>
          </a:prstGeom>
        </p:spPr>
      </p:pic>
      <p:sp>
        <p:nvSpPr>
          <p:cNvPr id="23" name="Rounded Rectangle 22"/>
          <p:cNvSpPr/>
          <p:nvPr/>
        </p:nvSpPr>
        <p:spPr>
          <a:xfrm>
            <a:off x="7452360" y="2468880"/>
            <a:ext cx="4069080" cy="3246120"/>
          </a:xfrm>
          <a:prstGeom prst="roundRect">
            <a:avLst>
              <a:gd name="adj" fmla="val 8000"/>
            </a:avLst>
          </a:prstGeom>
          <a:solidFill>
            <a:srgbClr val="FFF3E7"/>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26679" y="2743200"/>
            <a:ext cx="3520440" cy="274320"/>
          </a:xfrm>
          <a:prstGeom prst="rect">
            <a:avLst/>
          </a:prstGeom>
          <a:noFill/>
        </p:spPr>
        <p:txBody>
          <a:bodyPr wrap="square" lIns="45720" rIns="45720" anchor="ctr">
            <a:spAutoFit/>
          </a:bodyPr>
          <a:lstStyle/>
          <a:p>
            <a:pPr algn="ctr"/>
            <a:r>
              <a:rPr sz="1300" b="1">
                <a:solidFill>
                  <a:srgbClr val="F17E2F"/>
                </a:solidFill>
                <a:latin typeface="Arial"/>
              </a:rPr>
              <a:t>PREUVE MONTRÉE</a:t>
            </a:r>
          </a:p>
        </p:txBody>
      </p:sp>
      <p:sp>
        <p:nvSpPr>
          <p:cNvPr id="25" name="TextBox 24"/>
          <p:cNvSpPr txBox="1"/>
          <p:nvPr/>
        </p:nvSpPr>
        <p:spPr>
          <a:xfrm>
            <a:off x="7973568" y="3182112"/>
            <a:ext cx="3017520" cy="566928"/>
          </a:xfrm>
          <a:prstGeom prst="rect">
            <a:avLst/>
          </a:prstGeom>
          <a:noFill/>
        </p:spPr>
        <p:txBody>
          <a:bodyPr wrap="square" lIns="45720" rIns="45720" anchor="ctr">
            <a:spAutoFit/>
          </a:bodyPr>
          <a:lstStyle/>
          <a:p>
            <a:pPr algn="ctr"/>
            <a:r>
              <a:rPr sz="3400" b="1">
                <a:solidFill>
                  <a:srgbClr val="DA3641"/>
                </a:solidFill>
                <a:latin typeface="Arial"/>
              </a:rPr>
              <a:t>SKIP</a:t>
            </a:r>
          </a:p>
        </p:txBody>
      </p:sp>
      <p:sp>
        <p:nvSpPr>
          <p:cNvPr id="26" name="TextBox 25"/>
          <p:cNvSpPr txBox="1"/>
          <p:nvPr/>
        </p:nvSpPr>
        <p:spPr>
          <a:xfrm>
            <a:off x="7909560" y="3813048"/>
            <a:ext cx="3154680" cy="320040"/>
          </a:xfrm>
          <a:prstGeom prst="rect">
            <a:avLst/>
          </a:prstGeom>
          <a:noFill/>
        </p:spPr>
        <p:txBody>
          <a:bodyPr wrap="square" lIns="45720" rIns="45720" anchor="ctr">
            <a:spAutoFit/>
          </a:bodyPr>
          <a:lstStyle/>
          <a:p>
            <a:pPr algn="ctr"/>
            <a:r>
              <a:rPr sz="1700" b="1">
                <a:solidFill>
                  <a:srgbClr val="1C2530"/>
                </a:solidFill>
                <a:latin typeface="Arial"/>
              </a:rPr>
              <a:t>feedbacks insuffisants</a:t>
            </a:r>
          </a:p>
        </p:txBody>
      </p:sp>
      <p:sp>
        <p:nvSpPr>
          <p:cNvPr id="27" name="TextBox 26"/>
          <p:cNvSpPr txBox="1"/>
          <p:nvPr/>
        </p:nvSpPr>
        <p:spPr>
          <a:xfrm>
            <a:off x="7818120" y="4343400"/>
            <a:ext cx="3337560" cy="749808"/>
          </a:xfrm>
          <a:prstGeom prst="rect">
            <a:avLst/>
          </a:prstGeom>
          <a:noFill/>
        </p:spPr>
        <p:txBody>
          <a:bodyPr wrap="square" lIns="45720" rIns="45720" anchor="ctr">
            <a:spAutoFit/>
          </a:bodyPr>
          <a:lstStyle/>
          <a:p>
            <a:pPr algn="ctr"/>
            <a:r>
              <a:rPr sz="1600" b="0">
                <a:solidFill>
                  <a:srgbClr val="1C2530"/>
                </a:solidFill>
                <a:latin typeface="Arial"/>
              </a:rPr>
              <a:t>La capture ne montre ni entraînement, ni comparaison, ni promotion.</a:t>
            </a:r>
          </a:p>
        </p:txBody>
      </p:sp>
      <p:sp>
        <p:nvSpPr>
          <p:cNvPr id="28" name="TextBox 27"/>
          <p:cNvSpPr txBox="1"/>
          <p:nvPr/>
        </p:nvSpPr>
        <p:spPr>
          <a:xfrm>
            <a:off x="7818120" y="5184648"/>
            <a:ext cx="3337560" cy="320040"/>
          </a:xfrm>
          <a:prstGeom prst="rect">
            <a:avLst/>
          </a:prstGeom>
          <a:noFill/>
        </p:spPr>
        <p:txBody>
          <a:bodyPr wrap="square" lIns="45720" rIns="45720" anchor="ctr">
            <a:spAutoFit/>
          </a:bodyPr>
          <a:lstStyle/>
          <a:p>
            <a:pPr algn="ctr"/>
            <a:r>
              <a:rPr sz="1400" b="1">
                <a:solidFill>
                  <a:srgbClr val="00125B"/>
                </a:solidFill>
                <a:latin typeface="Arial"/>
              </a:rPr>
              <a:t>Le modèle actif reste inchangé.</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477054"/>
          </a:xfrm>
          <a:prstGeom prst="rect">
            <a:avLst/>
          </a:prstGeom>
          <a:noFill/>
        </p:spPr>
        <p:txBody>
          <a:bodyPr wrap="square" lIns="45720" rIns="45720" anchor="t">
            <a:spAutoFit/>
          </a:bodyPr>
          <a:lstStyle/>
          <a:p>
            <a:pPr algn="l"/>
            <a:r>
              <a:rPr sz="2500" b="1" dirty="0">
                <a:solidFill>
                  <a:srgbClr val="1C2530"/>
                </a:solidFill>
                <a:latin typeface="Arial"/>
              </a:rPr>
              <a:t>Docker</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La preuve porte sur l’orchestration, pas sur un déploiement en agence</a:t>
            </a:r>
          </a:p>
        </p:txBody>
      </p:sp>
      <p:pic>
        <p:nvPicPr>
          <p:cNvPr id="7" name="Picture 6" descr="image.png"/>
          <p:cNvPicPr>
            <a:picLocks noChangeAspect="1"/>
          </p:cNvPicPr>
          <p:nvPr/>
        </p:nvPicPr>
        <p:blipFill>
          <a:blip r:embed="rId2"/>
          <a:stretch>
            <a:fillRect/>
          </a:stretch>
        </p:blipFill>
        <p:spPr>
          <a:xfrm>
            <a:off x="4709160" y="1774319"/>
            <a:ext cx="6629400" cy="3766560"/>
          </a:xfrm>
          <a:prstGeom prst="rect">
            <a:avLst/>
          </a:prstGeom>
        </p:spPr>
      </p:pic>
      <p:sp>
        <p:nvSpPr>
          <p:cNvPr id="8" name="Rounded Rectangle 7"/>
          <p:cNvSpPr/>
          <p:nvPr/>
        </p:nvSpPr>
        <p:spPr>
          <a:xfrm>
            <a:off x="502920" y="1353312"/>
            <a:ext cx="3749039" cy="443484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641458"/>
            <a:ext cx="3200400" cy="292388"/>
          </a:xfrm>
          <a:prstGeom prst="rect">
            <a:avLst/>
          </a:prstGeom>
          <a:noFill/>
        </p:spPr>
        <p:txBody>
          <a:bodyPr wrap="square" lIns="45720" rIns="45720" anchor="ctr">
            <a:spAutoFit/>
          </a:bodyPr>
          <a:lstStyle/>
          <a:p>
            <a:pPr algn="ctr"/>
            <a:r>
              <a:rPr lang="fr-FR" sz="1300" b="1" dirty="0">
                <a:solidFill>
                  <a:srgbClr val="0070E6"/>
                </a:solidFill>
                <a:latin typeface="Arial"/>
              </a:rPr>
              <a:t>Capture docker</a:t>
            </a:r>
            <a:endParaRPr sz="1300" b="1" dirty="0">
              <a:solidFill>
                <a:srgbClr val="0070E6"/>
              </a:solidFill>
              <a:latin typeface="Arial"/>
            </a:endParaRPr>
          </a:p>
        </p:txBody>
      </p:sp>
      <p:sp>
        <p:nvSpPr>
          <p:cNvPr id="10" name="TextBox 9"/>
          <p:cNvSpPr txBox="1"/>
          <p:nvPr/>
        </p:nvSpPr>
        <p:spPr>
          <a:xfrm>
            <a:off x="868680" y="2194560"/>
            <a:ext cx="2971800" cy="1965960"/>
          </a:xfrm>
          <a:prstGeom prst="rect">
            <a:avLst/>
          </a:prstGeom>
          <a:noFill/>
        </p:spPr>
        <p:txBody>
          <a:bodyPr wrap="square" lIns="73152" rIns="45720">
            <a:spAutoFit/>
          </a:bodyPr>
          <a:lstStyle/>
          <a:p>
            <a:pPr>
              <a:spcAft>
                <a:spcPts val="1000"/>
              </a:spcAft>
              <a:defRPr sz="1600">
                <a:solidFill>
                  <a:srgbClr val="1C2530"/>
                </a:solidFill>
                <a:latin typeface="Arial"/>
              </a:defRPr>
            </a:pPr>
            <a:r>
              <a:t>• images construites</a:t>
            </a:r>
          </a:p>
          <a:p>
            <a:pPr>
              <a:spcAft>
                <a:spcPts val="1000"/>
              </a:spcAft>
              <a:defRPr sz="1600">
                <a:solidFill>
                  <a:srgbClr val="1C2530"/>
                </a:solidFill>
                <a:latin typeface="Arial"/>
              </a:defRPr>
            </a:pPr>
            <a:r>
              <a:t>• services exportés / démarrés</a:t>
            </a:r>
          </a:p>
          <a:p>
            <a:pPr>
              <a:spcAft>
                <a:spcPts val="1000"/>
              </a:spcAft>
              <a:defRPr sz="1600">
                <a:solidFill>
                  <a:srgbClr val="1C2530"/>
                </a:solidFill>
                <a:latin typeface="Arial"/>
              </a:defRPr>
            </a:pPr>
            <a:r>
              <a:t>• API, MLflow et retrain packagés</a:t>
            </a:r>
          </a:p>
          <a:p>
            <a:pPr>
              <a:spcAft>
                <a:spcPts val="1000"/>
              </a:spcAft>
              <a:defRPr sz="1600">
                <a:solidFill>
                  <a:srgbClr val="1C2530"/>
                </a:solidFill>
                <a:latin typeface="Arial"/>
              </a:defRPr>
            </a:pPr>
            <a:r>
              <a:t>• orchestration locale reproductible</a:t>
            </a:r>
          </a:p>
        </p:txBody>
      </p:sp>
      <p:sp>
        <p:nvSpPr>
          <p:cNvPr id="11" name="Rounded Rectangle 10"/>
          <p:cNvSpPr/>
          <p:nvPr/>
        </p:nvSpPr>
        <p:spPr>
          <a:xfrm>
            <a:off x="822960" y="4526280"/>
            <a:ext cx="3108960" cy="77724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4636008"/>
            <a:ext cx="2834640" cy="530352"/>
          </a:xfrm>
          <a:prstGeom prst="rect">
            <a:avLst/>
          </a:prstGeom>
          <a:noFill/>
        </p:spPr>
        <p:txBody>
          <a:bodyPr wrap="square" lIns="45720" rIns="45720" anchor="ctr">
            <a:spAutoFit/>
          </a:bodyPr>
          <a:lstStyle/>
          <a:p>
            <a:pPr algn="ctr"/>
            <a:r>
              <a:rPr sz="1400" b="1">
                <a:solidFill>
                  <a:srgbClr val="DA3641"/>
                </a:solidFill>
                <a:latin typeface="Arial"/>
              </a:rPr>
              <a:t>Ne prouve pas un déploiement réel
ni un dimensionnement cible.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43321DE-92AA-B545-5917-BEC01D3277D9}"/>
            </a:ext>
          </a:extLst>
        </p:cNvPr>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La CI/CD vérifie le parcours technique, pas la qualité métier du modèle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Le déploiement reste conditionnel au webhook</a:t>
            </a:r>
          </a:p>
        </p:txBody>
      </p:sp>
      <p:pic>
        <p:nvPicPr>
          <p:cNvPr id="7" name="Picture 6" descr="image.png"/>
          <p:cNvPicPr>
            <a:picLocks noChangeAspect="1"/>
          </p:cNvPicPr>
          <p:nvPr/>
        </p:nvPicPr>
        <p:blipFill>
          <a:blip r:embed="rId2"/>
          <a:stretch>
            <a:fillRect/>
          </a:stretch>
        </p:blipFill>
        <p:spPr>
          <a:xfrm>
            <a:off x="1748080" y="2788920"/>
            <a:ext cx="8573919" cy="2971800"/>
          </a:xfrm>
          <a:prstGeom prst="rect">
            <a:avLst/>
          </a:prstGeom>
        </p:spPr>
      </p:pic>
      <p:sp>
        <p:nvSpPr>
          <p:cNvPr id="8" name="Rounded Rectangle 7"/>
          <p:cNvSpPr/>
          <p:nvPr/>
        </p:nvSpPr>
        <p:spPr>
          <a:xfrm>
            <a:off x="411480" y="1325880"/>
            <a:ext cx="1874519" cy="68580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21208" y="1472184"/>
            <a:ext cx="1655064" cy="347472"/>
          </a:xfrm>
          <a:prstGeom prst="rect">
            <a:avLst/>
          </a:prstGeom>
          <a:noFill/>
        </p:spPr>
        <p:txBody>
          <a:bodyPr wrap="square" lIns="45720" rIns="45720" anchor="ctr">
            <a:spAutoFit/>
          </a:bodyPr>
          <a:lstStyle/>
          <a:p>
            <a:pPr algn="ctr"/>
            <a:r>
              <a:rPr sz="1300" b="1">
                <a:solidFill>
                  <a:srgbClr val="0070E6"/>
                </a:solidFill>
                <a:latin typeface="Arial"/>
              </a:rPr>
              <a:t>Tests + qualité</a:t>
            </a:r>
          </a:p>
        </p:txBody>
      </p:sp>
      <p:cxnSp>
        <p:nvCxnSpPr>
          <p:cNvPr id="10" name="Connector 9"/>
          <p:cNvCxnSpPr/>
          <p:nvPr/>
        </p:nvCxnSpPr>
        <p:spPr>
          <a:xfrm>
            <a:off x="2286000" y="1664208"/>
            <a:ext cx="41148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743200" y="1325880"/>
            <a:ext cx="1874519" cy="685800"/>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52928" y="1472184"/>
            <a:ext cx="1655064" cy="347472"/>
          </a:xfrm>
          <a:prstGeom prst="rect">
            <a:avLst/>
          </a:prstGeom>
          <a:noFill/>
        </p:spPr>
        <p:txBody>
          <a:bodyPr wrap="square" lIns="45720" rIns="45720" anchor="ctr">
            <a:spAutoFit/>
          </a:bodyPr>
          <a:lstStyle/>
          <a:p>
            <a:pPr algn="ctr"/>
            <a:r>
              <a:rPr sz="1300" b="1">
                <a:solidFill>
                  <a:srgbClr val="6548AA"/>
                </a:solidFill>
                <a:latin typeface="Arial"/>
              </a:rPr>
              <a:t>Train smoke</a:t>
            </a:r>
          </a:p>
        </p:txBody>
      </p:sp>
      <p:cxnSp>
        <p:nvCxnSpPr>
          <p:cNvPr id="13" name="Connector 12"/>
          <p:cNvCxnSpPr/>
          <p:nvPr/>
        </p:nvCxnSpPr>
        <p:spPr>
          <a:xfrm>
            <a:off x="4617720" y="1664208"/>
            <a:ext cx="41148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325880"/>
            <a:ext cx="1874519" cy="685800"/>
          </a:xfrm>
          <a:prstGeom prst="roundRect">
            <a:avLst>
              <a:gd name="adj" fmla="val 8000"/>
            </a:avLst>
          </a:prstGeom>
          <a:solidFill>
            <a:srgbClr val="FFFFFF"/>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84648" y="1472184"/>
            <a:ext cx="1655064" cy="347472"/>
          </a:xfrm>
          <a:prstGeom prst="rect">
            <a:avLst/>
          </a:prstGeom>
          <a:noFill/>
        </p:spPr>
        <p:txBody>
          <a:bodyPr wrap="square" lIns="45720" rIns="45720" anchor="ctr">
            <a:spAutoFit/>
          </a:bodyPr>
          <a:lstStyle/>
          <a:p>
            <a:pPr algn="ctr"/>
            <a:r>
              <a:rPr sz="1300" b="1">
                <a:solidFill>
                  <a:srgbClr val="37BEEB"/>
                </a:solidFill>
                <a:latin typeface="Arial"/>
              </a:rPr>
              <a:t>Build Docker</a:t>
            </a:r>
          </a:p>
        </p:txBody>
      </p:sp>
      <p:cxnSp>
        <p:nvCxnSpPr>
          <p:cNvPr id="16" name="Connector 15"/>
          <p:cNvCxnSpPr/>
          <p:nvPr/>
        </p:nvCxnSpPr>
        <p:spPr>
          <a:xfrm>
            <a:off x="6949440" y="1664208"/>
            <a:ext cx="41148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0" y="1325880"/>
            <a:ext cx="1874519" cy="685800"/>
          </a:xfrm>
          <a:prstGeom prst="roundRect">
            <a:avLst>
              <a:gd name="adj" fmla="val 8000"/>
            </a:avLst>
          </a:prstGeom>
          <a:solidFill>
            <a:srgbClr val="FFFFFF"/>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16367" y="1472184"/>
            <a:ext cx="1655064" cy="347472"/>
          </a:xfrm>
          <a:prstGeom prst="rect">
            <a:avLst/>
          </a:prstGeom>
          <a:noFill/>
        </p:spPr>
        <p:txBody>
          <a:bodyPr wrap="square" lIns="45720" rIns="45720" anchor="ctr">
            <a:spAutoFit/>
          </a:bodyPr>
          <a:lstStyle/>
          <a:p>
            <a:pPr algn="ctr"/>
            <a:r>
              <a:rPr sz="1300" b="1">
                <a:solidFill>
                  <a:srgbClr val="23925B"/>
                </a:solidFill>
                <a:latin typeface="Arial"/>
              </a:rPr>
              <a:t>Publier image</a:t>
            </a:r>
          </a:p>
        </p:txBody>
      </p:sp>
      <p:cxnSp>
        <p:nvCxnSpPr>
          <p:cNvPr id="19" name="Connector 18"/>
          <p:cNvCxnSpPr/>
          <p:nvPr/>
        </p:nvCxnSpPr>
        <p:spPr>
          <a:xfrm>
            <a:off x="9281159" y="1664208"/>
            <a:ext cx="411481"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738359" y="1325880"/>
            <a:ext cx="1874519" cy="685800"/>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848087" y="1472184"/>
            <a:ext cx="1655064" cy="347472"/>
          </a:xfrm>
          <a:prstGeom prst="rect">
            <a:avLst/>
          </a:prstGeom>
          <a:noFill/>
        </p:spPr>
        <p:txBody>
          <a:bodyPr wrap="square" lIns="45720" rIns="45720" anchor="ctr">
            <a:spAutoFit/>
          </a:bodyPr>
          <a:lstStyle/>
          <a:p>
            <a:pPr algn="ctr"/>
            <a:r>
              <a:rPr sz="1300" b="1">
                <a:solidFill>
                  <a:srgbClr val="F17E2F"/>
                </a:solidFill>
                <a:latin typeface="Arial"/>
              </a:rPr>
              <a:t>Déployer si configuré</a:t>
            </a:r>
          </a:p>
        </p:txBody>
      </p:sp>
      <p:sp>
        <p:nvSpPr>
          <p:cNvPr id="22" name="TextBox 21"/>
          <p:cNvSpPr txBox="1"/>
          <p:nvPr/>
        </p:nvSpPr>
        <p:spPr>
          <a:xfrm>
            <a:off x="365760" y="2239433"/>
            <a:ext cx="7040880" cy="329184"/>
          </a:xfrm>
          <a:prstGeom prst="rect">
            <a:avLst/>
          </a:prstGeom>
          <a:noFill/>
        </p:spPr>
        <p:txBody>
          <a:bodyPr wrap="square" lIns="45720" rIns="45720" anchor="ctr">
            <a:spAutoFit/>
          </a:bodyPr>
          <a:lstStyle/>
          <a:p>
            <a:pPr algn="l"/>
            <a:r>
              <a:rPr sz="1300" b="1" dirty="0">
                <a:solidFill>
                  <a:srgbClr val="DA3641"/>
                </a:solidFill>
                <a:latin typeface="Arial"/>
              </a:rPr>
              <a:t>Train smoke = </a:t>
            </a:r>
            <a:r>
              <a:rPr sz="1300" b="1" dirty="0" err="1">
                <a:solidFill>
                  <a:srgbClr val="DA3641"/>
                </a:solidFill>
                <a:latin typeface="Arial"/>
              </a:rPr>
              <a:t>vérification</a:t>
            </a:r>
            <a:r>
              <a:rPr sz="1300" b="1" dirty="0">
                <a:solidFill>
                  <a:srgbClr val="DA3641"/>
                </a:solidFill>
                <a:latin typeface="Arial"/>
              </a:rPr>
              <a:t> </a:t>
            </a:r>
            <a:r>
              <a:rPr sz="1300" b="1" dirty="0" err="1">
                <a:solidFill>
                  <a:srgbClr val="DA3641"/>
                </a:solidFill>
                <a:latin typeface="Arial"/>
              </a:rPr>
              <a:t>minimale</a:t>
            </a:r>
            <a:r>
              <a:rPr sz="1300" b="1" dirty="0">
                <a:solidFill>
                  <a:srgbClr val="DA3641"/>
                </a:solidFill>
                <a:latin typeface="Arial"/>
              </a:rPr>
              <a:t> du </a:t>
            </a:r>
            <a:r>
              <a:rPr sz="1300" b="1" dirty="0" err="1">
                <a:solidFill>
                  <a:srgbClr val="DA3641"/>
                </a:solidFill>
                <a:latin typeface="Arial"/>
              </a:rPr>
              <a:t>parcours</a:t>
            </a:r>
            <a:r>
              <a:rPr sz="1300" b="1" dirty="0">
                <a:solidFill>
                  <a:srgbClr val="DA3641"/>
                </a:solidFill>
                <a:latin typeface="Arial"/>
              </a:rPr>
              <a:t> </a:t>
            </a:r>
            <a:r>
              <a:rPr sz="1300" b="1" dirty="0" err="1">
                <a:solidFill>
                  <a:srgbClr val="DA3641"/>
                </a:solidFill>
                <a:latin typeface="Arial"/>
              </a:rPr>
              <a:t>d’entraînement</a:t>
            </a:r>
            <a:r>
              <a:rPr sz="1300" b="1" dirty="0">
                <a:solidFill>
                  <a:srgbClr val="DA3641"/>
                </a:solidFill>
                <a:latin typeface="Arial"/>
              </a:rPr>
              <a:t>, pas </a:t>
            </a:r>
            <a:r>
              <a:rPr sz="1300" b="1" dirty="0" err="1">
                <a:solidFill>
                  <a:srgbClr val="DA3641"/>
                </a:solidFill>
                <a:latin typeface="Arial"/>
              </a:rPr>
              <a:t>preuve</a:t>
            </a:r>
            <a:r>
              <a:rPr sz="1300" b="1" dirty="0">
                <a:solidFill>
                  <a:srgbClr val="DA3641"/>
                </a:solidFill>
                <a:latin typeface="Arial"/>
              </a:rPr>
              <a:t> de </a:t>
            </a:r>
            <a:r>
              <a:rPr sz="1300" b="1" dirty="0" err="1">
                <a:solidFill>
                  <a:srgbClr val="DA3641"/>
                </a:solidFill>
                <a:latin typeface="Arial"/>
              </a:rPr>
              <a:t>qualité</a:t>
            </a:r>
            <a:r>
              <a:rPr sz="1300" b="1" dirty="0">
                <a:solidFill>
                  <a:srgbClr val="DA3641"/>
                </a:solidFill>
                <a:latin typeface="Arial"/>
              </a:rPr>
              <a:t> du </a:t>
            </a:r>
            <a:r>
              <a:rPr sz="1300" b="1" dirty="0" err="1">
                <a:solidFill>
                  <a:srgbClr val="DA3641"/>
                </a:solidFill>
                <a:latin typeface="Arial"/>
              </a:rPr>
              <a:t>modèle</a:t>
            </a:r>
            <a:r>
              <a:rPr sz="1300" b="1" dirty="0">
                <a:solidFill>
                  <a:srgbClr val="DA3641"/>
                </a:solidFill>
                <a:latin typeface="Arial"/>
              </a:rPr>
              <a:t>.</a:t>
            </a:r>
          </a:p>
        </p:txBody>
      </p:sp>
      <p:sp>
        <p:nvSpPr>
          <p:cNvPr id="23" name="TextBox 22"/>
          <p:cNvSpPr txBox="1"/>
          <p:nvPr/>
        </p:nvSpPr>
        <p:spPr>
          <a:xfrm>
            <a:off x="7848600" y="2239433"/>
            <a:ext cx="3794760" cy="329184"/>
          </a:xfrm>
          <a:prstGeom prst="rect">
            <a:avLst/>
          </a:prstGeom>
          <a:noFill/>
        </p:spPr>
        <p:txBody>
          <a:bodyPr wrap="square" lIns="45720" rIns="45720" anchor="ctr">
            <a:spAutoFit/>
          </a:bodyPr>
          <a:lstStyle/>
          <a:p>
            <a:pPr algn="r"/>
            <a:r>
              <a:rPr sz="1300" b="1" dirty="0">
                <a:solidFill>
                  <a:srgbClr val="F17E2F"/>
                </a:solidFill>
                <a:latin typeface="Arial"/>
              </a:rPr>
              <a:t>Sans webhook </a:t>
            </a:r>
            <a:r>
              <a:rPr sz="1300" b="1" dirty="0" err="1">
                <a:solidFill>
                  <a:srgbClr val="F17E2F"/>
                </a:solidFill>
                <a:latin typeface="Arial"/>
              </a:rPr>
              <a:t>configuré</a:t>
            </a:r>
            <a:r>
              <a:rPr sz="1300" b="1" dirty="0">
                <a:solidFill>
                  <a:srgbClr val="F17E2F"/>
                </a:solidFill>
                <a:latin typeface="Arial"/>
              </a:rPr>
              <a:t>, le </a:t>
            </a:r>
            <a:r>
              <a:rPr sz="1300" b="1" dirty="0" err="1">
                <a:solidFill>
                  <a:srgbClr val="F17E2F"/>
                </a:solidFill>
                <a:latin typeface="Arial"/>
              </a:rPr>
              <a:t>déploiement</a:t>
            </a:r>
            <a:r>
              <a:rPr sz="1300" b="1" dirty="0">
                <a:solidFill>
                  <a:srgbClr val="F17E2F"/>
                </a:solidFill>
                <a:latin typeface="Arial"/>
              </a:rPr>
              <a:t> </a:t>
            </a:r>
            <a:r>
              <a:rPr sz="1300" b="1" dirty="0" err="1">
                <a:solidFill>
                  <a:srgbClr val="F17E2F"/>
                </a:solidFill>
                <a:latin typeface="Arial"/>
              </a:rPr>
              <a:t>peut</a:t>
            </a:r>
            <a:r>
              <a:rPr sz="1300" b="1" dirty="0">
                <a:solidFill>
                  <a:srgbClr val="F17E2F"/>
                </a:solidFill>
                <a:latin typeface="Arial"/>
              </a:rPr>
              <a:t> </a:t>
            </a:r>
            <a:r>
              <a:rPr sz="1300" b="1" dirty="0" err="1">
                <a:solidFill>
                  <a:srgbClr val="F17E2F"/>
                </a:solidFill>
                <a:latin typeface="Arial"/>
              </a:rPr>
              <a:t>être</a:t>
            </a:r>
            <a:r>
              <a:rPr sz="1300" b="1" dirty="0">
                <a:solidFill>
                  <a:srgbClr val="F17E2F"/>
                </a:solidFill>
                <a:latin typeface="Arial"/>
              </a:rPr>
              <a:t> </a:t>
            </a:r>
            <a:r>
              <a:rPr sz="1300" b="1" dirty="0" err="1">
                <a:solidFill>
                  <a:srgbClr val="F17E2F"/>
                </a:solidFill>
                <a:latin typeface="Arial"/>
              </a:rPr>
              <a:t>ignoré</a:t>
            </a:r>
            <a:r>
              <a:rPr sz="1300" b="1" dirty="0">
                <a:solidFill>
                  <a:srgbClr val="F17E2F"/>
                </a:solidFill>
                <a:latin typeface="Arial"/>
              </a:rPr>
              <a:t>.</a:t>
            </a:r>
          </a:p>
        </p:txBody>
      </p:sp>
    </p:spTree>
    <p:extLst>
      <p:ext uri="{BB962C8B-B14F-4D97-AF65-F5344CB8AC3E}">
        <p14:creationId xmlns:p14="http://schemas.microsoft.com/office/powerpoint/2010/main" val="6999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Les garde-fous réduisent le risque ; ils ne garantissent ni absence de biais ni conformité</a:t>
            </a:r>
          </a:p>
        </p:txBody>
      </p:sp>
      <p:sp>
        <p:nvSpPr>
          <p:cNvPr id="6" name="TextBox 5"/>
          <p:cNvSpPr txBox="1"/>
          <p:nvPr/>
        </p:nvSpPr>
        <p:spPr>
          <a:xfrm>
            <a:off x="411480" y="1033272"/>
            <a:ext cx="10698480" cy="310896"/>
          </a:xfrm>
          <a:prstGeom prst="rect">
            <a:avLst/>
          </a:prstGeom>
          <a:noFill/>
        </p:spPr>
        <p:txBody>
          <a:bodyPr wrap="square" lIns="45720" rIns="45720" anchor="t">
            <a:spAutoFit/>
          </a:bodyPr>
          <a:lstStyle/>
          <a:p>
            <a:pPr algn="l"/>
            <a:r>
              <a:rPr sz="1100" b="0" dirty="0" err="1">
                <a:solidFill>
                  <a:srgbClr val="5C6974"/>
                </a:solidFill>
                <a:latin typeface="Arial"/>
              </a:rPr>
              <a:t>Ces</a:t>
            </a:r>
            <a:r>
              <a:rPr sz="1100" b="0" dirty="0">
                <a:solidFill>
                  <a:srgbClr val="5C6974"/>
                </a:solidFill>
                <a:latin typeface="Arial"/>
              </a:rPr>
              <a:t> conditions </a:t>
            </a:r>
            <a:r>
              <a:rPr sz="1100" b="0" dirty="0" err="1">
                <a:solidFill>
                  <a:srgbClr val="5C6974"/>
                </a:solidFill>
                <a:latin typeface="Arial"/>
              </a:rPr>
              <a:t>doivent</a:t>
            </a:r>
            <a:r>
              <a:rPr sz="1100" b="0" dirty="0">
                <a:solidFill>
                  <a:srgbClr val="5C6974"/>
                </a:solidFill>
                <a:latin typeface="Arial"/>
              </a:rPr>
              <a:t> </a:t>
            </a:r>
            <a:r>
              <a:rPr sz="1100" b="0" dirty="0" err="1">
                <a:solidFill>
                  <a:srgbClr val="5C6974"/>
                </a:solidFill>
                <a:latin typeface="Arial"/>
              </a:rPr>
              <a:t>être</a:t>
            </a:r>
            <a:r>
              <a:rPr sz="1100" b="0" dirty="0">
                <a:solidFill>
                  <a:srgbClr val="5C6974"/>
                </a:solidFill>
                <a:latin typeface="Arial"/>
              </a:rPr>
              <a:t> </a:t>
            </a:r>
            <a:r>
              <a:rPr sz="1100" b="0" dirty="0" err="1">
                <a:solidFill>
                  <a:srgbClr val="5C6974"/>
                </a:solidFill>
                <a:latin typeface="Arial"/>
              </a:rPr>
              <a:t>surveillées</a:t>
            </a:r>
            <a:r>
              <a:rPr sz="1100" b="0" dirty="0">
                <a:solidFill>
                  <a:srgbClr val="5C6974"/>
                </a:solidFill>
                <a:latin typeface="Arial"/>
              </a:rPr>
              <a:t> avant et pendant tout usage</a:t>
            </a:r>
          </a:p>
        </p:txBody>
      </p:sp>
      <p:sp>
        <p:nvSpPr>
          <p:cNvPr id="7" name="Rounded Rectangle 6"/>
          <p:cNvSpPr/>
          <p:nvPr/>
        </p:nvSpPr>
        <p:spPr>
          <a:xfrm>
            <a:off x="502920" y="1325880"/>
            <a:ext cx="5440680" cy="4389120"/>
          </a:xfrm>
          <a:prstGeom prst="roundRect">
            <a:avLst>
              <a:gd name="adj" fmla="val 8000"/>
            </a:avLst>
          </a:prstGeom>
          <a:solidFill>
            <a:srgbClr val="EAF8F0"/>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600200"/>
            <a:ext cx="4800600" cy="320040"/>
          </a:xfrm>
          <a:prstGeom prst="rect">
            <a:avLst/>
          </a:prstGeom>
          <a:noFill/>
        </p:spPr>
        <p:txBody>
          <a:bodyPr wrap="square" lIns="45720" rIns="45720" anchor="ctr">
            <a:spAutoFit/>
          </a:bodyPr>
          <a:lstStyle/>
          <a:p>
            <a:pPr algn="ctr"/>
            <a:r>
              <a:rPr sz="1400" b="1">
                <a:solidFill>
                  <a:srgbClr val="23925B"/>
                </a:solidFill>
                <a:latin typeface="Arial"/>
              </a:rPr>
              <a:t>GARDE-FOUS OBSERVABLES</a:t>
            </a:r>
          </a:p>
        </p:txBody>
      </p:sp>
      <p:sp>
        <p:nvSpPr>
          <p:cNvPr id="9" name="TextBox 8"/>
          <p:cNvSpPr txBox="1"/>
          <p:nvPr/>
        </p:nvSpPr>
        <p:spPr>
          <a:xfrm>
            <a:off x="960120" y="2148840"/>
            <a:ext cx="4480560" cy="2651760"/>
          </a:xfrm>
          <a:prstGeom prst="rect">
            <a:avLst/>
          </a:prstGeom>
          <a:noFill/>
        </p:spPr>
        <p:txBody>
          <a:bodyPr wrap="square" lIns="73152" rIns="45720">
            <a:spAutoFit/>
          </a:bodyPr>
          <a:lstStyle/>
          <a:p>
            <a:pPr>
              <a:spcAft>
                <a:spcPts val="1100"/>
              </a:spcAft>
              <a:defRPr sz="1600">
                <a:solidFill>
                  <a:srgbClr val="1C2530"/>
                </a:solidFill>
                <a:latin typeface="Arial"/>
              </a:defRPr>
            </a:pPr>
            <a:r>
              <a:t>• nationalite_hors_ue exclue dans S2</a:t>
            </a:r>
          </a:p>
          <a:p>
            <a:pPr>
              <a:spcAft>
                <a:spcPts val="1100"/>
              </a:spcAft>
              <a:defRPr sz="1600">
                <a:solidFill>
                  <a:srgbClr val="1C2530"/>
                </a:solidFill>
                <a:latin typeface="Arial"/>
              </a:defRPr>
            </a:pPr>
            <a:r>
              <a:t>• identifiant technique séparé</a:t>
            </a:r>
          </a:p>
          <a:p>
            <a:pPr>
              <a:spcAft>
                <a:spcPts val="1100"/>
              </a:spcAft>
              <a:defRPr sz="1600">
                <a:solidFill>
                  <a:srgbClr val="1C2530"/>
                </a:solidFill>
                <a:latin typeface="Arial"/>
              </a:defRPr>
            </a:pPr>
            <a:r>
              <a:t>• prédictions journalisées</a:t>
            </a:r>
          </a:p>
          <a:p>
            <a:pPr>
              <a:spcAft>
                <a:spcPts val="1100"/>
              </a:spcAft>
              <a:defRPr sz="1600">
                <a:solidFill>
                  <a:srgbClr val="1C2530"/>
                </a:solidFill>
                <a:latin typeface="Arial"/>
              </a:defRPr>
            </a:pPr>
            <a:r>
              <a:t>• cas incertains orientés vers revue</a:t>
            </a:r>
          </a:p>
          <a:p>
            <a:pPr>
              <a:spcAft>
                <a:spcPts val="1100"/>
              </a:spcAft>
              <a:defRPr sz="1600">
                <a:solidFill>
                  <a:srgbClr val="1C2530"/>
                </a:solidFill>
                <a:latin typeface="Arial"/>
              </a:defRPr>
            </a:pPr>
            <a:r>
              <a:t>• proxys et texte à surveiller</a:t>
            </a:r>
          </a:p>
        </p:txBody>
      </p:sp>
      <p:sp>
        <p:nvSpPr>
          <p:cNvPr id="10" name="Rounded Rectangle 9"/>
          <p:cNvSpPr/>
          <p:nvPr/>
        </p:nvSpPr>
        <p:spPr>
          <a:xfrm>
            <a:off x="6236208" y="1325880"/>
            <a:ext cx="5440680" cy="4389120"/>
          </a:xfrm>
          <a:prstGeom prst="roundRect">
            <a:avLst>
              <a:gd name="adj" fmla="val 8000"/>
            </a:avLst>
          </a:prstGeom>
          <a:solidFill>
            <a:srgbClr val="FFECEE"/>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56248" y="1600200"/>
            <a:ext cx="4800600" cy="320040"/>
          </a:xfrm>
          <a:prstGeom prst="rect">
            <a:avLst/>
          </a:prstGeom>
          <a:noFill/>
        </p:spPr>
        <p:txBody>
          <a:bodyPr wrap="square" lIns="45720" rIns="45720" anchor="ctr">
            <a:spAutoFit/>
          </a:bodyPr>
          <a:lstStyle/>
          <a:p>
            <a:pPr algn="ctr"/>
            <a:r>
              <a:rPr sz="1400" b="1">
                <a:solidFill>
                  <a:srgbClr val="DA3641"/>
                </a:solidFill>
                <a:latin typeface="Arial"/>
              </a:rPr>
              <a:t>CONDITIONS NON RÉSOLUES</a:t>
            </a:r>
          </a:p>
        </p:txBody>
      </p:sp>
      <p:sp>
        <p:nvSpPr>
          <p:cNvPr id="12" name="TextBox 11"/>
          <p:cNvSpPr txBox="1"/>
          <p:nvPr/>
        </p:nvSpPr>
        <p:spPr>
          <a:xfrm>
            <a:off x="6693408" y="2148840"/>
            <a:ext cx="4480560" cy="2926080"/>
          </a:xfrm>
          <a:prstGeom prst="rect">
            <a:avLst/>
          </a:prstGeom>
          <a:noFill/>
        </p:spPr>
        <p:txBody>
          <a:bodyPr wrap="square" lIns="73152" rIns="45720">
            <a:spAutoFit/>
          </a:bodyPr>
          <a:lstStyle/>
          <a:p>
            <a:pPr>
              <a:spcAft>
                <a:spcPts val="900"/>
              </a:spcAft>
              <a:defRPr sz="1600">
                <a:solidFill>
                  <a:srgbClr val="1C2530"/>
                </a:solidFill>
                <a:latin typeface="Arial"/>
              </a:defRPr>
            </a:pPr>
            <a:r>
              <a:t>• dataset de taille modérée</a:t>
            </a:r>
          </a:p>
          <a:p>
            <a:pPr>
              <a:spcAft>
                <a:spcPts val="900"/>
              </a:spcAft>
              <a:defRPr sz="1600">
                <a:solidFill>
                  <a:srgbClr val="1C2530"/>
                </a:solidFill>
                <a:latin typeface="Arial"/>
              </a:defRPr>
            </a:pPr>
            <a:r>
              <a:t>• classe 2 minoritaire</a:t>
            </a:r>
          </a:p>
          <a:p>
            <a:pPr>
              <a:spcAft>
                <a:spcPts val="900"/>
              </a:spcAft>
              <a:defRPr sz="1600">
                <a:solidFill>
                  <a:srgbClr val="1C2530"/>
                </a:solidFill>
                <a:latin typeface="Arial"/>
              </a:defRPr>
            </a:pPr>
            <a:r>
              <a:t>• faible diversité des textes</a:t>
            </a:r>
          </a:p>
          <a:p>
            <a:pPr>
              <a:spcAft>
                <a:spcPts val="900"/>
              </a:spcAft>
              <a:defRPr sz="1600">
                <a:solidFill>
                  <a:srgbClr val="1C2530"/>
                </a:solidFill>
                <a:latin typeface="Arial"/>
              </a:defRPr>
            </a:pPr>
            <a:r>
              <a:t>• capacité réelle de revue</a:t>
            </a:r>
          </a:p>
          <a:p>
            <a:pPr>
              <a:spcAft>
                <a:spcPts val="900"/>
              </a:spcAft>
              <a:defRPr sz="1600">
                <a:solidFill>
                  <a:srgbClr val="1C2530"/>
                </a:solidFill>
                <a:latin typeface="Arial"/>
              </a:defRPr>
            </a:pPr>
            <a:r>
              <a:t>• sécurité API à durcir</a:t>
            </a:r>
          </a:p>
          <a:p>
            <a:pPr>
              <a:spcAft>
                <a:spcPts val="900"/>
              </a:spcAft>
              <a:defRPr sz="1600">
                <a:solidFill>
                  <a:srgbClr val="1C2530"/>
                </a:solidFill>
                <a:latin typeface="Arial"/>
              </a:defRPr>
            </a:pPr>
            <a:r>
              <a:t>• biais indirects toujours possibles</a:t>
            </a:r>
          </a:p>
        </p:txBody>
      </p:sp>
      <p:sp>
        <p:nvSpPr>
          <p:cNvPr id="13" name="TextBox 12"/>
          <p:cNvSpPr txBox="1"/>
          <p:nvPr/>
        </p:nvSpPr>
        <p:spPr>
          <a:xfrm>
            <a:off x="685800" y="5925312"/>
            <a:ext cx="10789920" cy="310896"/>
          </a:xfrm>
          <a:prstGeom prst="rect">
            <a:avLst/>
          </a:prstGeom>
          <a:noFill/>
        </p:spPr>
        <p:txBody>
          <a:bodyPr wrap="square" lIns="45720" rIns="45720" anchor="ctr">
            <a:spAutoFit/>
          </a:bodyPr>
          <a:lstStyle/>
          <a:p>
            <a:pPr algn="ctr"/>
            <a:r>
              <a:rPr sz="1500" b="1">
                <a:solidFill>
                  <a:srgbClr val="00125B"/>
                </a:solidFill>
                <a:latin typeface="Arial"/>
              </a:rPr>
              <a:t>L’exclusion d’une variable n’est ni une certification RGPD ni une preuve d’absence de biais.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1" cy="1"/>
          <a:chOff x="0" y="0"/>
          <a:chExt cx="1" cy="1"/>
        </a:xfrm>
      </p:grpSpPr>
      <p:sp>
        <p:nvSpPr>
          <p:cNvPr id="2" name="Oval 1"/>
          <p:cNvSpPr/>
          <p:nvPr/>
        </p:nvSpPr>
        <p:spPr>
          <a:xfrm>
            <a:off x="11384280" y="109728"/>
            <a:ext cx="502920" cy="502920"/>
          </a:xfrm>
          <a:prstGeom prst="ellipse">
            <a:avLst/>
          </a:prstGeom>
          <a:solidFill>
            <a:srgbClr val="001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228600"/>
            <a:ext cx="10927080" cy="502920"/>
          </a:xfrm>
          <a:prstGeom prst="rect">
            <a:avLst/>
          </a:prstGeom>
          <a:noFill/>
        </p:spPr>
        <p:txBody>
          <a:bodyPr wrap="square" lIns="45720" rIns="45720" anchor="t">
            <a:spAutoFit/>
          </a:bodyPr>
          <a:lstStyle/>
          <a:p>
            <a:pPr algn="l"/>
            <a:r>
              <a:rPr sz="2500" b="1">
                <a:solidFill>
                  <a:srgbClr val="1C2530"/>
                </a:solidFill>
                <a:latin typeface="Arial"/>
              </a:rPr>
              <a:t>Le prototype local est démontré ; l’intégration au SI reste à construire</a:t>
            </a:r>
          </a:p>
        </p:txBody>
      </p:sp>
      <p:sp>
        <p:nvSpPr>
          <p:cNvPr id="6" name="TextBox 5"/>
          <p:cNvSpPr txBox="1"/>
          <p:nvPr/>
        </p:nvSpPr>
        <p:spPr>
          <a:xfrm>
            <a:off x="438912" y="786384"/>
            <a:ext cx="10698480" cy="310896"/>
          </a:xfrm>
          <a:prstGeom prst="rect">
            <a:avLst/>
          </a:prstGeom>
          <a:noFill/>
        </p:spPr>
        <p:txBody>
          <a:bodyPr wrap="square" lIns="45720" rIns="45720" anchor="t">
            <a:spAutoFit/>
          </a:bodyPr>
          <a:lstStyle/>
          <a:p>
            <a:pPr algn="l"/>
            <a:r>
              <a:rPr sz="1100" b="0">
                <a:solidFill>
                  <a:srgbClr val="5C6974"/>
                </a:solidFill>
                <a:latin typeface="Arial"/>
              </a:rPr>
              <a:t>Séparer la preuve actuelle des décisions d’industrialisation</a:t>
            </a:r>
          </a:p>
        </p:txBody>
      </p:sp>
      <p:sp>
        <p:nvSpPr>
          <p:cNvPr id="7" name="Rounded Rectangle 6"/>
          <p:cNvSpPr/>
          <p:nvPr/>
        </p:nvSpPr>
        <p:spPr>
          <a:xfrm>
            <a:off x="502920" y="1280160"/>
            <a:ext cx="5349240" cy="4526280"/>
          </a:xfrm>
          <a:prstGeom prst="roundRect">
            <a:avLst>
              <a:gd name="adj" fmla="val 8000"/>
            </a:avLst>
          </a:prstGeom>
          <a:solidFill>
            <a:srgbClr val="EAF8F0"/>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60" y="1554480"/>
            <a:ext cx="2423160" cy="384048"/>
          </a:xfrm>
          <a:prstGeom prst="roundRect">
            <a:avLst>
              <a:gd name="adj" fmla="val 8000"/>
            </a:avLst>
          </a:prstGeom>
          <a:solidFill>
            <a:srgbClr val="23925B"/>
          </a:solidFill>
          <a:ln>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554480"/>
            <a:ext cx="2423160" cy="384048"/>
          </a:xfrm>
          <a:prstGeom prst="rect">
            <a:avLst/>
          </a:prstGeom>
          <a:noFill/>
        </p:spPr>
        <p:txBody>
          <a:bodyPr wrap="square" lIns="45720" rIns="45720" anchor="ctr">
            <a:spAutoFit/>
          </a:bodyPr>
          <a:lstStyle/>
          <a:p>
            <a:pPr algn="ctr"/>
            <a:r>
              <a:rPr sz="1200" b="1">
                <a:solidFill>
                  <a:srgbClr val="FFFFFF"/>
                </a:solidFill>
                <a:latin typeface="Arial"/>
              </a:rPr>
              <a:t>DÉMONTRÉ LOCALEMENT</a:t>
            </a:r>
          </a:p>
        </p:txBody>
      </p:sp>
      <p:sp>
        <p:nvSpPr>
          <p:cNvPr id="10" name="Rounded Rectangle 9"/>
          <p:cNvSpPr/>
          <p:nvPr/>
        </p:nvSpPr>
        <p:spPr>
          <a:xfrm>
            <a:off x="960120" y="2148840"/>
            <a:ext cx="4389120" cy="484632"/>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3000" y="2221992"/>
            <a:ext cx="4023360" cy="292608"/>
          </a:xfrm>
          <a:prstGeom prst="rect">
            <a:avLst/>
          </a:prstGeom>
          <a:noFill/>
        </p:spPr>
        <p:txBody>
          <a:bodyPr wrap="square" lIns="45720" rIns="45720" anchor="ctr">
            <a:spAutoFit/>
          </a:bodyPr>
          <a:lstStyle/>
          <a:p>
            <a:pPr algn="ctr"/>
            <a:r>
              <a:rPr sz="1500" b="1">
                <a:solidFill>
                  <a:srgbClr val="0070E6"/>
                </a:solidFill>
                <a:latin typeface="Arial"/>
              </a:rPr>
              <a:t>UI conseiller</a:t>
            </a:r>
          </a:p>
        </p:txBody>
      </p:sp>
      <p:sp>
        <p:nvSpPr>
          <p:cNvPr id="12" name="Rounded Rectangle 11"/>
          <p:cNvSpPr/>
          <p:nvPr/>
        </p:nvSpPr>
        <p:spPr>
          <a:xfrm>
            <a:off x="960120" y="2834640"/>
            <a:ext cx="4389120" cy="484632"/>
          </a:xfrm>
          <a:prstGeom prst="roundRect">
            <a:avLst>
              <a:gd name="adj" fmla="val 8000"/>
            </a:avLst>
          </a:prstGeom>
          <a:solidFill>
            <a:srgbClr val="FFFFFF"/>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2907792"/>
            <a:ext cx="4023360" cy="292608"/>
          </a:xfrm>
          <a:prstGeom prst="rect">
            <a:avLst/>
          </a:prstGeom>
          <a:noFill/>
        </p:spPr>
        <p:txBody>
          <a:bodyPr wrap="square" lIns="45720" rIns="45720" anchor="ctr">
            <a:spAutoFit/>
          </a:bodyPr>
          <a:lstStyle/>
          <a:p>
            <a:pPr algn="ctr"/>
            <a:r>
              <a:rPr sz="1500" b="1">
                <a:solidFill>
                  <a:srgbClr val="37BEEB"/>
                </a:solidFill>
                <a:latin typeface="Arial"/>
              </a:rPr>
              <a:t>API</a:t>
            </a:r>
          </a:p>
        </p:txBody>
      </p:sp>
      <p:sp>
        <p:nvSpPr>
          <p:cNvPr id="14" name="Rounded Rectangle 13"/>
          <p:cNvSpPr/>
          <p:nvPr/>
        </p:nvSpPr>
        <p:spPr>
          <a:xfrm>
            <a:off x="960120" y="3520440"/>
            <a:ext cx="4389120" cy="484632"/>
          </a:xfrm>
          <a:prstGeom prst="roundRect">
            <a:avLst>
              <a:gd name="adj" fmla="val 8000"/>
            </a:avLst>
          </a:prstGeom>
          <a:solidFill>
            <a:srgbClr val="FFFFFF"/>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43000" y="3593592"/>
            <a:ext cx="4023360" cy="292608"/>
          </a:xfrm>
          <a:prstGeom prst="rect">
            <a:avLst/>
          </a:prstGeom>
          <a:noFill/>
        </p:spPr>
        <p:txBody>
          <a:bodyPr wrap="square" lIns="45720" rIns="45720" anchor="ctr">
            <a:spAutoFit/>
          </a:bodyPr>
          <a:lstStyle/>
          <a:p>
            <a:pPr algn="ctr"/>
            <a:r>
              <a:rPr sz="1500" b="1">
                <a:solidFill>
                  <a:srgbClr val="6548AA"/>
                </a:solidFill>
                <a:latin typeface="Arial"/>
              </a:rPr>
              <a:t>Traçabilité</a:t>
            </a:r>
          </a:p>
        </p:txBody>
      </p:sp>
      <p:sp>
        <p:nvSpPr>
          <p:cNvPr id="16" name="Rounded Rectangle 15"/>
          <p:cNvSpPr/>
          <p:nvPr/>
        </p:nvSpPr>
        <p:spPr>
          <a:xfrm>
            <a:off x="960120" y="4206240"/>
            <a:ext cx="4389120" cy="484632"/>
          </a:xfrm>
          <a:prstGeom prst="roundRect">
            <a:avLst>
              <a:gd name="adj" fmla="val 8000"/>
            </a:avLst>
          </a:prstGeom>
          <a:solidFill>
            <a:srgbClr val="FFFFFF"/>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143000" y="4279392"/>
            <a:ext cx="4023360" cy="292608"/>
          </a:xfrm>
          <a:prstGeom prst="rect">
            <a:avLst/>
          </a:prstGeom>
          <a:noFill/>
        </p:spPr>
        <p:txBody>
          <a:bodyPr wrap="square" lIns="45720" rIns="45720" anchor="ctr">
            <a:spAutoFit/>
          </a:bodyPr>
          <a:lstStyle/>
          <a:p>
            <a:pPr algn="ctr"/>
            <a:r>
              <a:rPr sz="1500" b="1">
                <a:solidFill>
                  <a:srgbClr val="23925B"/>
                </a:solidFill>
                <a:latin typeface="Arial"/>
              </a:rPr>
              <a:t>Monitoring</a:t>
            </a:r>
          </a:p>
        </p:txBody>
      </p:sp>
      <p:sp>
        <p:nvSpPr>
          <p:cNvPr id="18" name="TextBox 17"/>
          <p:cNvSpPr txBox="1"/>
          <p:nvPr/>
        </p:nvSpPr>
        <p:spPr>
          <a:xfrm>
            <a:off x="914400" y="5047488"/>
            <a:ext cx="4526280" cy="411480"/>
          </a:xfrm>
          <a:prstGeom prst="rect">
            <a:avLst/>
          </a:prstGeom>
          <a:noFill/>
        </p:spPr>
        <p:txBody>
          <a:bodyPr wrap="square" lIns="45720" rIns="45720" anchor="ctr">
            <a:spAutoFit/>
          </a:bodyPr>
          <a:lstStyle/>
          <a:p>
            <a:pPr algn="ctr"/>
            <a:r>
              <a:rPr sz="1400" b="1">
                <a:solidFill>
                  <a:srgbClr val="1C2530"/>
                </a:solidFill>
                <a:latin typeface="Arial"/>
              </a:rPr>
              <a:t>Démonstration locale, pas déploiement dans l’agence.</a:t>
            </a:r>
          </a:p>
        </p:txBody>
      </p:sp>
      <p:sp>
        <p:nvSpPr>
          <p:cNvPr id="19" name="Rounded Rectangle 18"/>
          <p:cNvSpPr/>
          <p:nvPr/>
        </p:nvSpPr>
        <p:spPr>
          <a:xfrm>
            <a:off x="6172200" y="1280160"/>
            <a:ext cx="5486400" cy="4526280"/>
          </a:xfrm>
          <a:prstGeom prst="roundRect">
            <a:avLst>
              <a:gd name="adj" fmla="val 8000"/>
            </a:avLst>
          </a:prstGeom>
          <a:solidFill>
            <a:srgbClr val="FFF3E7"/>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492240" y="1554480"/>
            <a:ext cx="2971800" cy="384048"/>
          </a:xfrm>
          <a:prstGeom prst="roundRect">
            <a:avLst>
              <a:gd name="adj" fmla="val 8000"/>
            </a:avLst>
          </a:prstGeom>
          <a:solidFill>
            <a:srgbClr val="F17E2F"/>
          </a:solidFill>
          <a:ln>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92240" y="1554480"/>
            <a:ext cx="2971800" cy="384048"/>
          </a:xfrm>
          <a:prstGeom prst="rect">
            <a:avLst/>
          </a:prstGeom>
          <a:noFill/>
        </p:spPr>
        <p:txBody>
          <a:bodyPr wrap="square" lIns="45720" rIns="45720" anchor="ctr">
            <a:spAutoFit/>
          </a:bodyPr>
          <a:lstStyle/>
          <a:p>
            <a:pPr algn="ctr"/>
            <a:r>
              <a:rPr sz="1200" b="1">
                <a:solidFill>
                  <a:srgbClr val="FFFFFF"/>
                </a:solidFill>
                <a:latin typeface="Arial"/>
              </a:rPr>
              <a:t>À CONSTRUIRE OU ARBITRER</a:t>
            </a:r>
          </a:p>
        </p:txBody>
      </p:sp>
      <p:sp>
        <p:nvSpPr>
          <p:cNvPr id="22" name="Rounded Rectangle 21"/>
          <p:cNvSpPr/>
          <p:nvPr/>
        </p:nvSpPr>
        <p:spPr>
          <a:xfrm>
            <a:off x="6492240" y="2176272"/>
            <a:ext cx="2240280" cy="713232"/>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601968" y="2267712"/>
            <a:ext cx="2020824" cy="228600"/>
          </a:xfrm>
          <a:prstGeom prst="rect">
            <a:avLst/>
          </a:prstGeom>
          <a:noFill/>
        </p:spPr>
        <p:txBody>
          <a:bodyPr wrap="square" lIns="45720" rIns="45720" anchor="ctr">
            <a:spAutoFit/>
          </a:bodyPr>
          <a:lstStyle/>
          <a:p>
            <a:pPr algn="ctr"/>
            <a:r>
              <a:rPr sz="1300" b="1">
                <a:solidFill>
                  <a:srgbClr val="1C2530"/>
                </a:solidFill>
                <a:latin typeface="Arial"/>
              </a:rPr>
              <a:t>Référentiel usagers</a:t>
            </a:r>
          </a:p>
        </p:txBody>
      </p:sp>
      <p:sp>
        <p:nvSpPr>
          <p:cNvPr id="24" name="TextBox 23"/>
          <p:cNvSpPr txBox="1"/>
          <p:nvPr/>
        </p:nvSpPr>
        <p:spPr>
          <a:xfrm>
            <a:off x="6601968" y="2542032"/>
            <a:ext cx="2020824" cy="182880"/>
          </a:xfrm>
          <a:prstGeom prst="rect">
            <a:avLst/>
          </a:prstGeom>
          <a:noFill/>
        </p:spPr>
        <p:txBody>
          <a:bodyPr wrap="square" lIns="45720" rIns="45720" anchor="ctr">
            <a:spAutoFit/>
          </a:bodyPr>
          <a:lstStyle/>
          <a:p>
            <a:pPr algn="ctr"/>
            <a:r>
              <a:rPr sz="1000" b="0">
                <a:solidFill>
                  <a:srgbClr val="5C6974"/>
                </a:solidFill>
                <a:latin typeface="Arial"/>
              </a:rPr>
              <a:t>intégration</a:t>
            </a:r>
          </a:p>
        </p:txBody>
      </p:sp>
      <p:sp>
        <p:nvSpPr>
          <p:cNvPr id="25" name="Rounded Rectangle 24"/>
          <p:cNvSpPr/>
          <p:nvPr/>
        </p:nvSpPr>
        <p:spPr>
          <a:xfrm>
            <a:off x="8961120" y="2176272"/>
            <a:ext cx="2240280" cy="713232"/>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070848" y="2267712"/>
            <a:ext cx="2020824" cy="228600"/>
          </a:xfrm>
          <a:prstGeom prst="rect">
            <a:avLst/>
          </a:prstGeom>
          <a:noFill/>
        </p:spPr>
        <p:txBody>
          <a:bodyPr wrap="square" lIns="45720" rIns="45720" anchor="ctr">
            <a:spAutoFit/>
          </a:bodyPr>
          <a:lstStyle/>
          <a:p>
            <a:pPr algn="ctr"/>
            <a:r>
              <a:rPr sz="1300" b="1">
                <a:solidFill>
                  <a:srgbClr val="1C2530"/>
                </a:solidFill>
                <a:latin typeface="Arial"/>
              </a:rPr>
              <a:t>Données minimisées</a:t>
            </a:r>
          </a:p>
        </p:txBody>
      </p:sp>
      <p:sp>
        <p:nvSpPr>
          <p:cNvPr id="27" name="TextBox 26"/>
          <p:cNvSpPr txBox="1"/>
          <p:nvPr/>
        </p:nvSpPr>
        <p:spPr>
          <a:xfrm>
            <a:off x="9070848" y="2542032"/>
            <a:ext cx="2020824" cy="182880"/>
          </a:xfrm>
          <a:prstGeom prst="rect">
            <a:avLst/>
          </a:prstGeom>
          <a:noFill/>
        </p:spPr>
        <p:txBody>
          <a:bodyPr wrap="square" lIns="45720" rIns="45720" anchor="ctr">
            <a:spAutoFit/>
          </a:bodyPr>
          <a:lstStyle/>
          <a:p>
            <a:pPr algn="ctr"/>
            <a:r>
              <a:rPr sz="1000" b="0">
                <a:solidFill>
                  <a:srgbClr val="5C6974"/>
                </a:solidFill>
                <a:latin typeface="Arial"/>
              </a:rPr>
              <a:t>règles et flux</a:t>
            </a:r>
          </a:p>
        </p:txBody>
      </p:sp>
      <p:sp>
        <p:nvSpPr>
          <p:cNvPr id="28" name="Rounded Rectangle 27"/>
          <p:cNvSpPr/>
          <p:nvPr/>
        </p:nvSpPr>
        <p:spPr>
          <a:xfrm>
            <a:off x="6492240" y="3136391"/>
            <a:ext cx="2240280" cy="713232"/>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01968" y="3227832"/>
            <a:ext cx="2020824" cy="228600"/>
          </a:xfrm>
          <a:prstGeom prst="rect">
            <a:avLst/>
          </a:prstGeom>
          <a:noFill/>
        </p:spPr>
        <p:txBody>
          <a:bodyPr wrap="square" lIns="45720" rIns="45720" anchor="ctr">
            <a:spAutoFit/>
          </a:bodyPr>
          <a:lstStyle/>
          <a:p>
            <a:pPr algn="ctr"/>
            <a:r>
              <a:rPr sz="1300" b="1">
                <a:solidFill>
                  <a:srgbClr val="1C2530"/>
                </a:solidFill>
                <a:latin typeface="Arial"/>
              </a:rPr>
              <a:t>Sécurité</a:t>
            </a:r>
          </a:p>
        </p:txBody>
      </p:sp>
      <p:sp>
        <p:nvSpPr>
          <p:cNvPr id="30" name="TextBox 29"/>
          <p:cNvSpPr txBox="1"/>
          <p:nvPr/>
        </p:nvSpPr>
        <p:spPr>
          <a:xfrm>
            <a:off x="6601968" y="3502151"/>
            <a:ext cx="2020824" cy="182880"/>
          </a:xfrm>
          <a:prstGeom prst="rect">
            <a:avLst/>
          </a:prstGeom>
          <a:noFill/>
        </p:spPr>
        <p:txBody>
          <a:bodyPr wrap="square" lIns="45720" rIns="45720" anchor="ctr">
            <a:spAutoFit/>
          </a:bodyPr>
          <a:lstStyle/>
          <a:p>
            <a:pPr algn="ctr"/>
            <a:r>
              <a:rPr sz="1000" b="0">
                <a:solidFill>
                  <a:srgbClr val="5C6974"/>
                </a:solidFill>
                <a:latin typeface="Arial"/>
              </a:rPr>
              <a:t>authentification / durcissement</a:t>
            </a:r>
          </a:p>
        </p:txBody>
      </p:sp>
      <p:sp>
        <p:nvSpPr>
          <p:cNvPr id="31" name="Rounded Rectangle 30"/>
          <p:cNvSpPr/>
          <p:nvPr/>
        </p:nvSpPr>
        <p:spPr>
          <a:xfrm>
            <a:off x="8961120" y="3136391"/>
            <a:ext cx="2240280" cy="713232"/>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070848" y="3227832"/>
            <a:ext cx="2020824" cy="228600"/>
          </a:xfrm>
          <a:prstGeom prst="rect">
            <a:avLst/>
          </a:prstGeom>
          <a:noFill/>
        </p:spPr>
        <p:txBody>
          <a:bodyPr wrap="square" lIns="45720" rIns="45720" anchor="ctr">
            <a:spAutoFit/>
          </a:bodyPr>
          <a:lstStyle/>
          <a:p>
            <a:pPr algn="ctr"/>
            <a:r>
              <a:rPr sz="1300" b="1">
                <a:solidFill>
                  <a:srgbClr val="1C2530"/>
                </a:solidFill>
                <a:latin typeface="Arial"/>
              </a:rPr>
              <a:t>Hébergement</a:t>
            </a:r>
          </a:p>
        </p:txBody>
      </p:sp>
      <p:sp>
        <p:nvSpPr>
          <p:cNvPr id="33" name="TextBox 32"/>
          <p:cNvSpPr txBox="1"/>
          <p:nvPr/>
        </p:nvSpPr>
        <p:spPr>
          <a:xfrm>
            <a:off x="9070848" y="3502151"/>
            <a:ext cx="2020824" cy="182880"/>
          </a:xfrm>
          <a:prstGeom prst="rect">
            <a:avLst/>
          </a:prstGeom>
          <a:noFill/>
        </p:spPr>
        <p:txBody>
          <a:bodyPr wrap="square" lIns="45720" rIns="45720" anchor="ctr">
            <a:spAutoFit/>
          </a:bodyPr>
          <a:lstStyle/>
          <a:p>
            <a:pPr algn="ctr"/>
            <a:r>
              <a:rPr sz="1000" b="0">
                <a:solidFill>
                  <a:srgbClr val="5C6974"/>
                </a:solidFill>
                <a:latin typeface="Arial"/>
              </a:rPr>
              <a:t>option à arbitrer</a:t>
            </a:r>
          </a:p>
        </p:txBody>
      </p:sp>
      <p:sp>
        <p:nvSpPr>
          <p:cNvPr id="34" name="Rounded Rectangle 33"/>
          <p:cNvSpPr/>
          <p:nvPr/>
        </p:nvSpPr>
        <p:spPr>
          <a:xfrm>
            <a:off x="6492240" y="4096512"/>
            <a:ext cx="2240280" cy="713232"/>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01968" y="4187952"/>
            <a:ext cx="2020824" cy="228600"/>
          </a:xfrm>
          <a:prstGeom prst="rect">
            <a:avLst/>
          </a:prstGeom>
          <a:noFill/>
        </p:spPr>
        <p:txBody>
          <a:bodyPr wrap="square" lIns="45720" rIns="45720" anchor="ctr">
            <a:spAutoFit/>
          </a:bodyPr>
          <a:lstStyle/>
          <a:p>
            <a:pPr algn="ctr"/>
            <a:r>
              <a:rPr sz="1300" b="1">
                <a:solidFill>
                  <a:srgbClr val="1C2530"/>
                </a:solidFill>
                <a:latin typeface="Arial"/>
              </a:rPr>
              <a:t>Latence</a:t>
            </a:r>
          </a:p>
        </p:txBody>
      </p:sp>
      <p:sp>
        <p:nvSpPr>
          <p:cNvPr id="36" name="TextBox 35"/>
          <p:cNvSpPr txBox="1"/>
          <p:nvPr/>
        </p:nvSpPr>
        <p:spPr>
          <a:xfrm>
            <a:off x="6601968" y="4462272"/>
            <a:ext cx="2020824" cy="182880"/>
          </a:xfrm>
          <a:prstGeom prst="rect">
            <a:avLst/>
          </a:prstGeom>
          <a:noFill/>
        </p:spPr>
        <p:txBody>
          <a:bodyPr wrap="square" lIns="45720" rIns="45720" anchor="ctr">
            <a:spAutoFit/>
          </a:bodyPr>
          <a:lstStyle/>
          <a:p>
            <a:pPr algn="ctr"/>
            <a:r>
              <a:rPr sz="1000" b="0">
                <a:solidFill>
                  <a:srgbClr val="5C6974"/>
                </a:solidFill>
                <a:latin typeface="Arial"/>
              </a:rPr>
              <a:t>charge et réseau à tester</a:t>
            </a:r>
          </a:p>
        </p:txBody>
      </p:sp>
      <p:sp>
        <p:nvSpPr>
          <p:cNvPr id="37" name="Rounded Rectangle 36"/>
          <p:cNvSpPr/>
          <p:nvPr/>
        </p:nvSpPr>
        <p:spPr>
          <a:xfrm>
            <a:off x="8961120" y="4096512"/>
            <a:ext cx="2240280" cy="713232"/>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070848" y="4187952"/>
            <a:ext cx="2020824" cy="228600"/>
          </a:xfrm>
          <a:prstGeom prst="rect">
            <a:avLst/>
          </a:prstGeom>
          <a:noFill/>
        </p:spPr>
        <p:txBody>
          <a:bodyPr wrap="square" lIns="45720" rIns="45720" anchor="ctr">
            <a:spAutoFit/>
          </a:bodyPr>
          <a:lstStyle/>
          <a:p>
            <a:pPr algn="ctr"/>
            <a:r>
              <a:rPr sz="1300" b="1">
                <a:solidFill>
                  <a:srgbClr val="1C2530"/>
                </a:solidFill>
                <a:latin typeface="Arial"/>
              </a:rPr>
              <a:t>CPU / RAM</a:t>
            </a:r>
          </a:p>
        </p:txBody>
      </p:sp>
      <p:sp>
        <p:nvSpPr>
          <p:cNvPr id="39" name="TextBox 38"/>
          <p:cNvSpPr txBox="1"/>
          <p:nvPr/>
        </p:nvSpPr>
        <p:spPr>
          <a:xfrm>
            <a:off x="9070848" y="4462272"/>
            <a:ext cx="2020824" cy="182880"/>
          </a:xfrm>
          <a:prstGeom prst="rect">
            <a:avLst/>
          </a:prstGeom>
          <a:noFill/>
        </p:spPr>
        <p:txBody>
          <a:bodyPr wrap="square" lIns="45720" rIns="45720" anchor="ctr">
            <a:spAutoFit/>
          </a:bodyPr>
          <a:lstStyle/>
          <a:p>
            <a:pPr algn="ctr"/>
            <a:r>
              <a:rPr sz="1000" b="0">
                <a:solidFill>
                  <a:srgbClr val="5C6974"/>
                </a:solidFill>
                <a:latin typeface="Arial"/>
              </a:rPr>
              <a:t>dimensionnement à valider</a:t>
            </a:r>
          </a:p>
        </p:txBody>
      </p:sp>
      <p:sp>
        <p:nvSpPr>
          <p:cNvPr id="40" name="TextBox 39"/>
          <p:cNvSpPr txBox="1"/>
          <p:nvPr/>
        </p:nvSpPr>
        <p:spPr>
          <a:xfrm>
            <a:off x="6382512" y="5230368"/>
            <a:ext cx="5074920" cy="310896"/>
          </a:xfrm>
          <a:prstGeom prst="rect">
            <a:avLst/>
          </a:prstGeom>
          <a:noFill/>
        </p:spPr>
        <p:txBody>
          <a:bodyPr wrap="square" lIns="45720" rIns="45720" anchor="ctr">
            <a:spAutoFit/>
          </a:bodyPr>
          <a:lstStyle/>
          <a:p>
            <a:pPr algn="ctr"/>
            <a:r>
              <a:rPr sz="1300" b="1">
                <a:solidFill>
                  <a:srgbClr val="00125B"/>
                </a:solidFill>
                <a:latin typeface="Arial"/>
              </a:rPr>
              <a:t>Cible : flux simples, données minimisées et capacité mesurée avant usage réel.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125B"/>
        </a:solidFill>
        <a:effectLst/>
      </p:bgPr>
    </p:bg>
    <p:spTree>
      <p:nvGrpSpPr>
        <p:cNvPr id="1" name=""/>
        <p:cNvGrpSpPr/>
        <p:nvPr/>
      </p:nvGrpSpPr>
      <p:grpSpPr>
        <a:xfrm>
          <a:off x="0" y="0"/>
          <a:ext cx="1" cy="1"/>
          <a:chOff x="0" y="0"/>
          <a:chExt cx="1" cy="1"/>
        </a:xfrm>
      </p:grpSpPr>
      <p:sp>
        <p:nvSpPr>
          <p:cNvPr id="2" name="Oval 1"/>
          <p:cNvSpPr/>
          <p:nvPr/>
        </p:nvSpPr>
        <p:spPr>
          <a:xfrm>
            <a:off x="10716768" y="256032"/>
            <a:ext cx="960120" cy="960120"/>
          </a:xfrm>
          <a:prstGeom prst="ellipse">
            <a:avLst/>
          </a:prstGeom>
          <a:solidFill>
            <a:srgbClr val="37B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475488"/>
            <a:ext cx="2743200" cy="347472"/>
          </a:xfrm>
          <a:prstGeom prst="rect">
            <a:avLst/>
          </a:prstGeom>
          <a:noFill/>
        </p:spPr>
        <p:txBody>
          <a:bodyPr wrap="square" lIns="45720" rIns="45720" anchor="ctr">
            <a:spAutoFit/>
          </a:bodyPr>
          <a:lstStyle/>
          <a:p>
            <a:pPr algn="l"/>
            <a:r>
              <a:rPr sz="1400" b="1">
                <a:solidFill>
                  <a:srgbClr val="37BEEB"/>
                </a:solidFill>
                <a:latin typeface="Arial"/>
              </a:rPr>
              <a:t>DÉCISION FINALE</a:t>
            </a:r>
          </a:p>
        </p:txBody>
      </p:sp>
      <p:sp>
        <p:nvSpPr>
          <p:cNvPr id="4" name="TextBox 3"/>
          <p:cNvSpPr txBox="1"/>
          <p:nvPr/>
        </p:nvSpPr>
        <p:spPr>
          <a:xfrm>
            <a:off x="594360" y="914400"/>
            <a:ext cx="9509760" cy="1234440"/>
          </a:xfrm>
          <a:prstGeom prst="rect">
            <a:avLst/>
          </a:prstGeom>
          <a:noFill/>
        </p:spPr>
        <p:txBody>
          <a:bodyPr wrap="square" lIns="45720" rIns="45720" anchor="t">
            <a:spAutoFit/>
          </a:bodyPr>
          <a:lstStyle/>
          <a:p>
            <a:pPr algn="l"/>
            <a:r>
              <a:rPr sz="2900" b="1">
                <a:solidFill>
                  <a:srgbClr val="FFFFFF"/>
                </a:solidFill>
                <a:latin typeface="Arial"/>
              </a:rPr>
              <a:t>S2 + revue humaine :
un choix responsable à confirmer en conditions réelles</a:t>
            </a:r>
          </a:p>
        </p:txBody>
      </p:sp>
      <p:sp>
        <p:nvSpPr>
          <p:cNvPr id="5" name="Rounded Rectangle 4"/>
          <p:cNvSpPr/>
          <p:nvPr/>
        </p:nvSpPr>
        <p:spPr>
          <a:xfrm>
            <a:off x="640080" y="2880360"/>
            <a:ext cx="3429000" cy="1920240"/>
          </a:xfrm>
          <a:prstGeom prst="roundRect">
            <a:avLst>
              <a:gd name="adj" fmla="val 8000"/>
            </a:avLst>
          </a:prstGeom>
          <a:solidFill>
            <a:srgbClr val="FFFF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3127248"/>
            <a:ext cx="3026664" cy="256032"/>
          </a:xfrm>
          <a:prstGeom prst="rect">
            <a:avLst/>
          </a:prstGeom>
          <a:noFill/>
        </p:spPr>
        <p:txBody>
          <a:bodyPr wrap="square" lIns="45720" rIns="45720" anchor="ctr">
            <a:spAutoFit/>
          </a:bodyPr>
          <a:lstStyle/>
          <a:p>
            <a:pPr algn="ctr"/>
            <a:r>
              <a:rPr sz="1300" b="1">
                <a:solidFill>
                  <a:srgbClr val="0070E6"/>
                </a:solidFill>
                <a:latin typeface="Arial"/>
              </a:rPr>
              <a:t>CHOIX</a:t>
            </a:r>
          </a:p>
        </p:txBody>
      </p:sp>
      <p:sp>
        <p:nvSpPr>
          <p:cNvPr id="7" name="TextBox 6"/>
          <p:cNvSpPr txBox="1"/>
          <p:nvPr/>
        </p:nvSpPr>
        <p:spPr>
          <a:xfrm>
            <a:off x="850392" y="3566160"/>
            <a:ext cx="3008376" cy="777240"/>
          </a:xfrm>
          <a:prstGeom prst="rect">
            <a:avLst/>
          </a:prstGeom>
          <a:noFill/>
        </p:spPr>
        <p:txBody>
          <a:bodyPr wrap="square" lIns="45720" rIns="45720" anchor="ctr">
            <a:spAutoFit/>
          </a:bodyPr>
          <a:lstStyle/>
          <a:p>
            <a:pPr algn="ctr"/>
            <a:r>
              <a:rPr sz="1700" b="1">
                <a:solidFill>
                  <a:srgbClr val="00125B"/>
                </a:solidFill>
                <a:latin typeface="Arial"/>
              </a:rPr>
              <a:t>S2 sans variable sensible directe
+ règle de revue humaine</a:t>
            </a:r>
          </a:p>
        </p:txBody>
      </p:sp>
      <p:sp>
        <p:nvSpPr>
          <p:cNvPr id="8" name="Rounded Rectangle 7"/>
          <p:cNvSpPr/>
          <p:nvPr/>
        </p:nvSpPr>
        <p:spPr>
          <a:xfrm>
            <a:off x="4434840" y="2880360"/>
            <a:ext cx="3429000" cy="1920240"/>
          </a:xfrm>
          <a:prstGeom prst="roundRect">
            <a:avLst>
              <a:gd name="adj" fmla="val 8000"/>
            </a:avLst>
          </a:prstGeom>
          <a:solidFill>
            <a:srgbClr val="FFFFFF"/>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36008" y="3127248"/>
            <a:ext cx="3026664" cy="256032"/>
          </a:xfrm>
          <a:prstGeom prst="rect">
            <a:avLst/>
          </a:prstGeom>
          <a:noFill/>
        </p:spPr>
        <p:txBody>
          <a:bodyPr wrap="square" lIns="45720" rIns="45720" anchor="ctr">
            <a:spAutoFit/>
          </a:bodyPr>
          <a:lstStyle/>
          <a:p>
            <a:pPr algn="ctr"/>
            <a:r>
              <a:rPr sz="1300" b="1">
                <a:solidFill>
                  <a:srgbClr val="37BEEB"/>
                </a:solidFill>
                <a:latin typeface="Arial"/>
              </a:rPr>
              <a:t>RAISON</a:t>
            </a:r>
          </a:p>
        </p:txBody>
      </p:sp>
      <p:sp>
        <p:nvSpPr>
          <p:cNvPr id="10" name="TextBox 9"/>
          <p:cNvSpPr txBox="1"/>
          <p:nvPr/>
        </p:nvSpPr>
        <p:spPr>
          <a:xfrm>
            <a:off x="4645152" y="3566160"/>
            <a:ext cx="3008376" cy="777240"/>
          </a:xfrm>
          <a:prstGeom prst="rect">
            <a:avLst/>
          </a:prstGeom>
          <a:noFill/>
        </p:spPr>
        <p:txBody>
          <a:bodyPr wrap="square" lIns="45720" rIns="45720" anchor="ctr">
            <a:spAutoFit/>
          </a:bodyPr>
          <a:lstStyle/>
          <a:p>
            <a:pPr algn="ctr"/>
            <a:r>
              <a:rPr sz="1700" b="1">
                <a:solidFill>
                  <a:srgbClr val="00125B"/>
                </a:solidFill>
                <a:latin typeface="Arial"/>
              </a:rPr>
              <a:t>Coût de performance mesuré
pour un compromis plus défendable</a:t>
            </a:r>
          </a:p>
        </p:txBody>
      </p:sp>
      <p:sp>
        <p:nvSpPr>
          <p:cNvPr id="11" name="Rounded Rectangle 10"/>
          <p:cNvSpPr/>
          <p:nvPr/>
        </p:nvSpPr>
        <p:spPr>
          <a:xfrm>
            <a:off x="8229600" y="2880360"/>
            <a:ext cx="3429000" cy="1920240"/>
          </a:xfrm>
          <a:prstGeom prst="roundRect">
            <a:avLst>
              <a:gd name="adj" fmla="val 8000"/>
            </a:avLst>
          </a:prstGeom>
          <a:solidFill>
            <a:srgbClr val="FFFFFF"/>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30768" y="3127248"/>
            <a:ext cx="3026664" cy="256032"/>
          </a:xfrm>
          <a:prstGeom prst="rect">
            <a:avLst/>
          </a:prstGeom>
          <a:noFill/>
        </p:spPr>
        <p:txBody>
          <a:bodyPr wrap="square" lIns="45720" rIns="45720" anchor="ctr">
            <a:spAutoFit/>
          </a:bodyPr>
          <a:lstStyle/>
          <a:p>
            <a:pPr algn="ctr"/>
            <a:r>
              <a:rPr sz="1300" b="1">
                <a:solidFill>
                  <a:srgbClr val="F17E2F"/>
                </a:solidFill>
                <a:latin typeface="Arial"/>
              </a:rPr>
              <a:t>À VALIDER</a:t>
            </a:r>
          </a:p>
        </p:txBody>
      </p:sp>
      <p:sp>
        <p:nvSpPr>
          <p:cNvPr id="13" name="TextBox 12"/>
          <p:cNvSpPr txBox="1"/>
          <p:nvPr/>
        </p:nvSpPr>
        <p:spPr>
          <a:xfrm>
            <a:off x="8439912" y="3566160"/>
            <a:ext cx="3008376" cy="777240"/>
          </a:xfrm>
          <a:prstGeom prst="rect">
            <a:avLst/>
          </a:prstGeom>
          <a:noFill/>
        </p:spPr>
        <p:txBody>
          <a:bodyPr wrap="square" lIns="45720" rIns="45720" anchor="ctr">
            <a:spAutoFit/>
          </a:bodyPr>
          <a:lstStyle/>
          <a:p>
            <a:pPr algn="ctr"/>
            <a:r>
              <a:rPr sz="1700" b="1">
                <a:solidFill>
                  <a:srgbClr val="00125B"/>
                </a:solidFill>
                <a:latin typeface="Arial"/>
              </a:rPr>
              <a:t>Capacité ≈ 40 % • proxys • intégration SI
hébergement • sécurité • CPU / RAM</a:t>
            </a:r>
          </a:p>
        </p:txBody>
      </p:sp>
      <p:sp>
        <p:nvSpPr>
          <p:cNvPr id="14" name="TextBox 13"/>
          <p:cNvSpPr txBox="1"/>
          <p:nvPr/>
        </p:nvSpPr>
        <p:spPr>
          <a:xfrm>
            <a:off x="640080" y="5349240"/>
            <a:ext cx="10789920" cy="438912"/>
          </a:xfrm>
          <a:prstGeom prst="rect">
            <a:avLst/>
          </a:prstGeom>
          <a:noFill/>
        </p:spPr>
        <p:txBody>
          <a:bodyPr wrap="square" lIns="45720" rIns="45720" anchor="ctr">
            <a:spAutoFit/>
          </a:bodyPr>
          <a:lstStyle/>
          <a:p>
            <a:pPr algn="ctr"/>
            <a:r>
              <a:rPr sz="2100" b="1">
                <a:solidFill>
                  <a:srgbClr val="FFFFFF"/>
                </a:solidFill>
                <a:latin typeface="Arial"/>
              </a:rPr>
              <a:t>Le modèle signale. Le conseiller décide.</a:t>
            </a:r>
          </a:p>
        </p:txBody>
      </p:sp>
    </p:spTree>
  </p:cSld>
  <p:clrMapOvr>
    <a:masterClrMapping/>
  </p:clrMapOvr>
</p:sld>
</file>

<file path=ppt/theme/theme1.xml><?xml version="1.0" encoding="utf-8"?>
<a:theme xmlns:a="http://schemas.openxmlformats.org/drawingml/2006/main" name="White background">
  <a:themeElements>
    <a:clrScheme name="New Atos">
      <a:dk1>
        <a:sysClr val="windowText" lastClr="000000"/>
      </a:dk1>
      <a:lt1>
        <a:sysClr val="window" lastClr="FFFFFF"/>
      </a:lt1>
      <a:dk2>
        <a:srgbClr val="000000"/>
      </a:dk2>
      <a:lt2>
        <a:srgbClr val="FFFFFF"/>
      </a:lt2>
      <a:accent1>
        <a:srgbClr val="0073E6"/>
      </a:accent1>
      <a:accent2>
        <a:srgbClr val="3DC7FF"/>
      </a:accent2>
      <a:accent3>
        <a:srgbClr val="00005C"/>
      </a:accent3>
      <a:accent4>
        <a:srgbClr val="EF5E82"/>
      </a:accent4>
      <a:accent5>
        <a:srgbClr val="4AA82D"/>
      </a:accent5>
      <a:accent6>
        <a:srgbClr val="663894"/>
      </a:accent6>
      <a:hlink>
        <a:srgbClr val="00005C"/>
      </a:hlink>
      <a:folHlink>
        <a:srgbClr val="00005C"/>
      </a:folHlink>
    </a:clrScheme>
    <a:fontScheme name="New Atos">
      <a:majorFont>
        <a:latin typeface="Biennale Bold"/>
        <a:ea typeface=""/>
        <a:cs typeface=""/>
      </a:majorFont>
      <a:minorFont>
        <a:latin typeface="Bienna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Autofit/>
      </a:bodyPr>
      <a:lstStyle>
        <a:defPPr algn="l">
          <a:defRPr dirty="0" err="1" smtClean="0">
            <a:solidFill>
              <a:schemeClr val="accent3"/>
            </a:solidFill>
          </a:defRPr>
        </a:defPPr>
      </a:lstStyle>
    </a:txDef>
  </a:objectDefaults>
  <a:extraClrSchemeLst/>
  <a:custClrLst>
    <a:custClr name="Atos Blue">
      <a:srgbClr val="0073E6"/>
    </a:custClr>
    <a:custClr name="Atos Light blue">
      <a:srgbClr val="3DC7FF"/>
    </a:custClr>
    <a:custClr name="Atos Deep blue">
      <a:srgbClr val="00005C"/>
    </a:custClr>
    <a:custClr name="Atos Pink">
      <a:srgbClr val="EF5E82"/>
    </a:custClr>
    <a:custClr name="Atos Green">
      <a:srgbClr val="4AA82D"/>
    </a:custClr>
    <a:custClr name="Atos Purple">
      <a:srgbClr val="663894"/>
    </a:custClr>
    <a:custClr name="Atos Orange">
      <a:srgbClr val="F56A00"/>
    </a:custClr>
  </a:custClrLst>
  <a:extLst>
    <a:ext uri="{05A4C25C-085E-4340-85A3-A5531E510DB2}">
      <thm15:themeFamily xmlns:thm15="http://schemas.microsoft.com/office/thememl/2012/main" name="Atos - for internal use" id="{3B3A3B2C-1E1C-4D91-A332-A25A85DD6C22}" vid="{4C1739FA-EE10-4216-BA2C-92595F650FB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44C1A6680E41A4781F62CC101B3C49A" ma:contentTypeVersion="6" ma:contentTypeDescription="Create a new document." ma:contentTypeScope="" ma:versionID="1fca24d0af956cb6111ea2aa2c9cbd9d">
  <xsd:schema xmlns:xsd="http://www.w3.org/2001/XMLSchema" xmlns:xs="http://www.w3.org/2001/XMLSchema" xmlns:p="http://schemas.microsoft.com/office/2006/metadata/properties" xmlns:ns2="7346e314-1113-4693-bfa8-aa1e3a055fba" xmlns:ns3="4f6e62a9-eef7-483a-b511-db9ffe238984" targetNamespace="http://schemas.microsoft.com/office/2006/metadata/properties" ma:root="true" ma:fieldsID="f2a39d9c048f409ff061f494c6a3f476" ns2:_="" ns3:_="">
    <xsd:import namespace="7346e314-1113-4693-bfa8-aa1e3a055fba"/>
    <xsd:import namespace="4f6e62a9-eef7-483a-b511-db9ffe23898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46e314-1113-4693-bfa8-aa1e3a055f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f6e62a9-eef7-483a-b511-db9ffe238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DB615C0-8708-4DB2-BAE1-29973200EB52}">
  <ds:schemaRefs>
    <ds:schemaRef ds:uri="http://purl.org/dc/elements/1.1/"/>
    <ds:schemaRef ds:uri="4f6e62a9-eef7-483a-b511-db9ffe238984"/>
    <ds:schemaRef ds:uri="http://www.w3.org/XML/1998/namespace"/>
    <ds:schemaRef ds:uri="http://schemas.microsoft.com/office/2006/documentManagement/types"/>
    <ds:schemaRef ds:uri="http://schemas.openxmlformats.org/package/2006/metadata/core-properties"/>
    <ds:schemaRef ds:uri="7346e314-1113-4693-bfa8-aa1e3a055fba"/>
    <ds:schemaRef ds:uri="http://purl.org/dc/dcmitype/"/>
    <ds:schemaRef ds:uri="http://purl.org/dc/terms/"/>
    <ds:schemaRef ds:uri="http://schemas.microsoft.com/office/infopath/2007/PartnerControls"/>
    <ds:schemaRef ds:uri="http://schemas.microsoft.com/office/2006/metadata/properties"/>
  </ds:schemaRefs>
</ds:datastoreItem>
</file>

<file path=customXml/itemProps2.xml><?xml version="1.0" encoding="utf-8"?>
<ds:datastoreItem xmlns:ds="http://schemas.openxmlformats.org/officeDocument/2006/customXml" ds:itemID="{5C4F2FBD-A563-4198-9C8A-256BC3F3AEF2}">
  <ds:schemaRefs>
    <ds:schemaRef ds:uri="http://schemas.microsoft.com/sharepoint/v3/contenttype/forms"/>
  </ds:schemaRefs>
</ds:datastoreItem>
</file>

<file path=customXml/itemProps3.xml><?xml version="1.0" encoding="utf-8"?>
<ds:datastoreItem xmlns:ds="http://schemas.openxmlformats.org/officeDocument/2006/customXml" ds:itemID="{A7B42A4F-6068-4438-A44C-29347D310AFB}">
  <ds:schemaRefs>
    <ds:schemaRef ds:uri="4f6e62a9-eef7-483a-b511-db9ffe238984"/>
    <ds:schemaRef ds:uri="7346e314-1113-4693-bfa8-aa1e3a055fb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Atos - for internal use</Template>
  <TotalTime>10989</TotalTime>
  <Words>1984</Words>
  <Application>Microsoft Office PowerPoint</Application>
  <PresentationFormat>Grand écran</PresentationFormat>
  <Paragraphs>360</Paragraphs>
  <Slides>24</Slides>
  <Notes>10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24</vt:i4>
      </vt:variant>
    </vt:vector>
  </HeadingPairs>
  <TitlesOfParts>
    <vt:vector size="29" baseType="lpstr">
      <vt:lpstr>Arial</vt:lpstr>
      <vt:lpstr>Biennale</vt:lpstr>
      <vt:lpstr>Biennale Bold</vt:lpstr>
      <vt:lpstr>Calibri</vt:lpstr>
      <vt:lpstr>White background</vt:lpstr>
      <vt:lpstr>Orientation et tri multimodal des demandeurs d'emploi par l'Intelligence Artificielle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Théo Capitaine</dc:creator>
  <cp:lastModifiedBy>Théo Capitaine</cp:lastModifiedBy>
  <cp:revision>41</cp:revision>
  <dcterms:created xsi:type="dcterms:W3CDTF">2026-10-12T19:35:30Z</dcterms:created>
  <dcterms:modified xsi:type="dcterms:W3CDTF">2026-10-12T20:29:44Z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um">
    <vt:lpwstr>dd/mm/yyyy</vt:lpwstr>
  </property>
  <property fmtid="{D5CDD505-2E9C-101B-9397-08002B2CF9AE}" pid="3" name="Author">
    <vt:lpwstr>Classification multimodale | Certification CISIA</vt:lpwstr>
  </property>
  <property fmtid="{D5CDD505-2E9C-101B-9397-08002B2CF9AE}" pid="4" name="Classification">
    <vt:lpwstr>© Atos - for internal use</vt:lpwstr>
  </property>
  <property fmtid="{D5CDD505-2E9C-101B-9397-08002B2CF9AE}" pid="5" name="ContentTypeId">
    <vt:lpwstr>0x010100844C1A6680E41A4781F62CC101B3C49A</vt:lpwstr>
  </property>
  <property fmtid="{D5CDD505-2E9C-101B-9397-08002B2CF9AE}" pid="6" name="MSIP_Label_e463cba9-5f6c-478d-9329-7b2295e4e8ed_Enabled">
    <vt:lpwstr>true</vt:lpwstr>
  </property>
  <property fmtid="{D5CDD505-2E9C-101B-9397-08002B2CF9AE}" pid="7" name="MSIP_Label_e463cba9-5f6c-478d-9329-7b2295e4e8ed_SetDate">
    <vt:lpwstr>2026-10-04T12:22:33Z</vt:lpwstr>
  </property>
  <property fmtid="{D5CDD505-2E9C-101B-9397-08002B2CF9AE}" pid="8" name="MSIP_Label_e463cba9-5f6c-478d-9329-7b2295e4e8ed_Method">
    <vt:lpwstr>Privileged</vt:lpwstr>
  </property>
  <property fmtid="{D5CDD505-2E9C-101B-9397-08002B2CF9AE}" pid="9" name="MSIP_Label_e463cba9-5f6c-478d-9329-7b2295e4e8ed_Name">
    <vt:lpwstr>All Employees_2</vt:lpwstr>
  </property>
  <property fmtid="{D5CDD505-2E9C-101B-9397-08002B2CF9AE}" pid="10" name="MSIP_Label_e463cba9-5f6c-478d-9329-7b2295e4e8ed_SiteId">
    <vt:lpwstr>33440fc6-b7c7-412c-bb73-0e70b0198d5a</vt:lpwstr>
  </property>
  <property fmtid="{D5CDD505-2E9C-101B-9397-08002B2CF9AE}" pid="11" name="MSIP_Label_e463cba9-5f6c-478d-9329-7b2295e4e8ed_ActionId">
    <vt:lpwstr>f3077d30-5bbd-4ea4-90f4-d1428cae596c</vt:lpwstr>
  </property>
  <property fmtid="{D5CDD505-2E9C-101B-9397-08002B2CF9AE}" pid="12" name="MSIP_Label_e463cba9-5f6c-478d-9329-7b2295e4e8ed_ContentBits">
    <vt:lpwstr>0</vt:lpwstr>
  </property>
</Properties>
</file>