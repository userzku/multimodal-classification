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7"/>
  </p:notesMasterIdLst>
  <p:handoutMasterIdLst>
    <p:handoutMasterId r:id="rId28"/>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x="12192000" cy="6858000"/>
  <p:notesSz cx="6858000" cy="9144000"/>
  <p:embeddedFontLst>
    <p:embeddedFont>
      <p:font typeface="Biennale"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25" userDrawn="1">
          <p15:clr>
            <a:srgbClr val="A4A3A4"/>
          </p15:clr>
        </p15:guide>
        <p15:guide id="2" pos="273" userDrawn="1">
          <p15:clr>
            <a:srgbClr val="A4A3A4"/>
          </p15:clr>
        </p15:guide>
        <p15:guide id="3" orient="horz" pos="908" userDrawn="1">
          <p15:clr>
            <a:srgbClr val="A4A3A4"/>
          </p15:clr>
        </p15:guide>
        <p15:guide id="4" pos="7414"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5A6D71-E4F3-21D1-830B-0C9E1F4E3726}" name="LESLIE AVEROUS" initials="LA" userId="S::leslie.averous@atos.net::8e0d0ce1-5b1f-499c-8023-f1dd738f3f1f" providerId="AD"/>
  <p188:author id="{F965DBDF-E308-8A13-02CC-8EEE06C9451B}" name="ANTON DEMASLES" initials="AD" userId="S::anton.demasles@atos.net::9ca625ab-b9fa-4fca-86f3-d6b56bf5321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AD"/>
    <a:srgbClr val="57ABFF"/>
    <a:srgbClr val="003A73"/>
    <a:srgbClr val="8FC7FF"/>
    <a:srgbClr val="4137FF"/>
    <a:srgbClr val="FE4D15"/>
    <a:srgbClr val="2F84BD"/>
    <a:srgbClr val="4AA82D"/>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92FE25-5B8E-FE4E-458F-1A70B6335E6A}" v="5" dt="2026-10-04T12:27:19.028"/>
    <p1510:client id="{C83A64CE-BDA2-8F62-3B99-5FC236FDAA8A}" v="1" dt="2026-10-04T12:35:07.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5"/>
    <p:restoredTop sz="94752"/>
  </p:normalViewPr>
  <p:slideViewPr>
    <p:cSldViewPr snapToGrid="0">
      <p:cViewPr varScale="1">
        <p:scale>
          <a:sx n="116" d="100"/>
          <a:sy n="116" d="100"/>
        </p:scale>
        <p:origin x="272" y="184"/>
      </p:cViewPr>
      <p:guideLst>
        <p:guide orient="horz" pos="3825"/>
        <p:guide pos="273"/>
        <p:guide orient="horz" pos="908"/>
        <p:guide pos="7414"/>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0"/>
    <c:plotArea>
      <c:layout/>
      <c:barChart>
        <c:barDir val="col"/>
        <c:grouping val="clustered"/>
        <c:varyColors val="1"/>
        <c:ser>
          <c:idx val="0"/>
          <c:order val="0"/>
          <c:tx>
            <c:strRef>
              <c:f>Sheet1!$B$1</c:f>
              <c:strCache>
                <c:ptCount val="1"/>
                <c:pt idx="0">
                  <c:v>F1 macro</c:v>
                </c:pt>
              </c:strCache>
            </c:strRef>
          </c:tx>
          <c:invertIfNegative val="1"/>
          <c:cat>
            <c:strRef>
              <c:f>Sheet1!$A$2:$A$5</c:f>
              <c:strCache>
                <c:ptCount val="4"/>
                <c:pt idx="0">
                  <c:v>S1 complet</c:v>
                </c:pt>
                <c:pt idx="1">
                  <c:v>S2 sans sensible</c:v>
                </c:pt>
                <c:pt idx="2">
                  <c:v>S3 texte</c:v>
                </c:pt>
                <c:pt idx="3">
                  <c:v>S4 tabulaire</c:v>
                </c:pt>
              </c:strCache>
            </c:strRef>
          </c:cat>
          <c:val>
            <c:numRef>
              <c:f>Sheet1!$B$2:$B$5</c:f>
              <c:numCache>
                <c:formatCode>General</c:formatCode>
                <c:ptCount val="4"/>
                <c:pt idx="0">
                  <c:v>0.70799999999999996</c:v>
                </c:pt>
                <c:pt idx="1">
                  <c:v>0.68100000000000005</c:v>
                </c:pt>
                <c:pt idx="2">
                  <c:v>0.63500000000000001</c:v>
                </c:pt>
                <c:pt idx="3">
                  <c:v>0.67200000000000004</c:v>
                </c:pt>
              </c:numCache>
            </c:numRef>
          </c:val>
          <c:extLst>
            <c:ext xmlns:c16="http://schemas.microsoft.com/office/drawing/2014/chart" uri="{C3380CC4-5D6E-409C-BE32-E72D297353CC}">
              <c16:uniqueId val="{00000000-D95C-47EF-BCF4-27957D26B640}"/>
            </c:ext>
          </c:extLst>
        </c:ser>
        <c:ser>
          <c:idx val="1"/>
          <c:order val="1"/>
          <c:tx>
            <c:strRef>
              <c:f>Sheet1!$C$1</c:f>
              <c:strCache>
                <c:ptCount val="1"/>
                <c:pt idx="0">
                  <c:v>Recall classe 2</c:v>
                </c:pt>
              </c:strCache>
            </c:strRef>
          </c:tx>
          <c:invertIfNegative val="1"/>
          <c:cat>
            <c:strRef>
              <c:f>Sheet1!$A$2:$A$5</c:f>
              <c:strCache>
                <c:ptCount val="4"/>
                <c:pt idx="0">
                  <c:v>S1 complet</c:v>
                </c:pt>
                <c:pt idx="1">
                  <c:v>S2 sans sensible</c:v>
                </c:pt>
                <c:pt idx="2">
                  <c:v>S3 texte</c:v>
                </c:pt>
                <c:pt idx="3">
                  <c:v>S4 tabulaire</c:v>
                </c:pt>
              </c:strCache>
            </c:strRef>
          </c:cat>
          <c:val>
            <c:numRef>
              <c:f>Sheet1!$C$2:$C$5</c:f>
              <c:numCache>
                <c:formatCode>General</c:formatCode>
                <c:ptCount val="4"/>
                <c:pt idx="0">
                  <c:v>0.57199999999999995</c:v>
                </c:pt>
                <c:pt idx="1">
                  <c:v>0.55800000000000005</c:v>
                </c:pt>
                <c:pt idx="2">
                  <c:v>0.66100000000000003</c:v>
                </c:pt>
                <c:pt idx="3">
                  <c:v>0.58899999999999997</c:v>
                </c:pt>
              </c:numCache>
            </c:numRef>
          </c:val>
          <c:extLst>
            <c:ext xmlns:c16="http://schemas.microsoft.com/office/drawing/2014/chart" uri="{C3380CC4-5D6E-409C-BE32-E72D297353CC}">
              <c16:uniqueId val="{00000001-D95C-47EF-BCF4-27957D26B64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0.8"/>
          <c:min val="0"/>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0"/>
    </c:legend>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3E4D40-3228-1C24-32C4-502B03868E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F2ACEF2-A3DF-6534-FA7A-72EB00E464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9540CC-CE8C-4A70-BF05-2114CEE721C9}" type="datetimeFigureOut">
              <a:rPr lang="en-US" smtClean="0"/>
              <a:t>10/4/2026</a:t>
            </a:fld>
            <a:endParaRPr lang="en-US"/>
          </a:p>
        </p:txBody>
      </p:sp>
      <p:sp>
        <p:nvSpPr>
          <p:cNvPr id="4" name="Footer Placeholder 3">
            <a:extLst>
              <a:ext uri="{FF2B5EF4-FFF2-40B4-BE49-F238E27FC236}">
                <a16:creationId xmlns:a16="http://schemas.microsoft.com/office/drawing/2014/main" id="{648134E3-450C-99A7-AD31-0AD855962F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1F3B346-D077-B037-8AF1-1A5943152B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198758-294F-43B0-9FDA-82B4C942C448}" type="slidenum">
              <a:rPr lang="en-US" smtClean="0"/>
              <a:t>‹N°›</a:t>
            </a:fld>
            <a:endParaRPr lang="en-US"/>
          </a:p>
        </p:txBody>
      </p:sp>
    </p:spTree>
    <p:extLst>
      <p:ext uri="{BB962C8B-B14F-4D97-AF65-F5344CB8AC3E}">
        <p14:creationId xmlns:p14="http://schemas.microsoft.com/office/powerpoint/2010/main" val="10231382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Biennale" panose="00000500000000000000"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Biennale" panose="00000500000000000000" pitchFamily="2" charset="0"/>
              </a:defRPr>
            </a:lvl1pPr>
          </a:lstStyle>
          <a:p>
            <a:fld id="{2F30A58F-C1CB-4583-BA10-6EBD3D104964}" type="datetimeFigureOut">
              <a:rPr lang="en-US" smtClean="0"/>
              <a:pPr/>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Biennale" panose="00000500000000000000"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Biennale" panose="00000500000000000000" pitchFamily="2" charset="0"/>
              </a:defRPr>
            </a:lvl1pPr>
          </a:lstStyle>
          <a:p>
            <a:fld id="{8B625186-1159-4D34-813C-4B43A94F9814}" type="slidenum">
              <a:rPr lang="en-US" smtClean="0"/>
              <a:pPr/>
              <a:t>‹N°›</a:t>
            </a:fld>
            <a:endParaRPr lang="en-US"/>
          </a:p>
        </p:txBody>
      </p:sp>
    </p:spTree>
    <p:extLst>
      <p:ext uri="{BB962C8B-B14F-4D97-AF65-F5344CB8AC3E}">
        <p14:creationId xmlns:p14="http://schemas.microsoft.com/office/powerpoint/2010/main" val="61247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Biennale" panose="00000500000000000000" pitchFamily="2" charset="0"/>
        <a:ea typeface="+mn-ea"/>
        <a:cs typeface="+mn-cs"/>
      </a:defRPr>
    </a:lvl1pPr>
    <a:lvl2pPr marL="457200" algn="l" defTabSz="914400" rtl="0" eaLnBrk="1" latinLnBrk="0" hangingPunct="1">
      <a:defRPr sz="1200" kern="1200">
        <a:solidFill>
          <a:schemeClr val="tx1"/>
        </a:solidFill>
        <a:latin typeface="Biennale" panose="00000500000000000000" pitchFamily="2" charset="0"/>
        <a:ea typeface="+mn-ea"/>
        <a:cs typeface="+mn-cs"/>
      </a:defRPr>
    </a:lvl2pPr>
    <a:lvl3pPr marL="914400" algn="l" defTabSz="914400" rtl="0" eaLnBrk="1" latinLnBrk="0" hangingPunct="1">
      <a:defRPr sz="1200" kern="1200">
        <a:solidFill>
          <a:schemeClr val="tx1"/>
        </a:solidFill>
        <a:latin typeface="Biennale" panose="00000500000000000000" pitchFamily="2" charset="0"/>
        <a:ea typeface="+mn-ea"/>
        <a:cs typeface="+mn-cs"/>
      </a:defRPr>
    </a:lvl3pPr>
    <a:lvl4pPr marL="1371600" algn="l" defTabSz="914400" rtl="0" eaLnBrk="1" latinLnBrk="0" hangingPunct="1">
      <a:defRPr sz="1200" kern="1200">
        <a:solidFill>
          <a:schemeClr val="tx1"/>
        </a:solidFill>
        <a:latin typeface="Biennale" panose="00000500000000000000" pitchFamily="2" charset="0"/>
        <a:ea typeface="+mn-ea"/>
        <a:cs typeface="+mn-cs"/>
      </a:defRPr>
    </a:lvl4pPr>
    <a:lvl5pPr marL="1828800" algn="l" defTabSz="914400" rtl="0" eaLnBrk="1" latinLnBrk="0" hangingPunct="1">
      <a:defRPr sz="1200" kern="1200">
        <a:solidFill>
          <a:schemeClr val="tx1"/>
        </a:solidFill>
        <a:latin typeface="Biennale"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9FD7C0F0-4D00-0140-8807-06D6E9D5C32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5334000" y="0"/>
            <a:ext cx="6858000" cy="6858000"/>
          </a:xfrm>
          <a:prstGeom prst="rect">
            <a:avLst/>
          </a:prstGeom>
        </p:spPr>
      </p:pic>
    </p:spTree>
    <p:extLst>
      <p:ext uri="{BB962C8B-B14F-4D97-AF65-F5344CB8AC3E}">
        <p14:creationId xmlns:p14="http://schemas.microsoft.com/office/powerpoint/2010/main" val="1558443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0C3BDD0-AF5E-6A61-A0D9-F70CA0FF875B}"/>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431217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BA3BD25-5930-04B1-68A5-F9BDC9B138EB}"/>
              </a:ext>
              <a:ext uri="{C183D7F6-B498-43B3-948B-1728B52AA6E4}">
                <adec:decorative xmlns:adec="http://schemas.microsoft.com/office/drawing/2017/decorative" val="1"/>
              </a:ext>
            </a:extLst>
          </p:cNvPr>
          <p:cNvGrpSpPr/>
          <p:nvPr userDrawn="1"/>
        </p:nvGrpSpPr>
        <p:grpSpPr>
          <a:xfrm>
            <a:off x="4467366" y="-2"/>
            <a:ext cx="7724635" cy="6858000"/>
            <a:chOff x="4467366" y="-2"/>
            <a:chExt cx="7724635" cy="6858000"/>
          </a:xfrm>
        </p:grpSpPr>
        <p:pic>
          <p:nvPicPr>
            <p:cNvPr id="2" name="Graphic 1">
              <a:extLst>
                <a:ext uri="{FF2B5EF4-FFF2-40B4-BE49-F238E27FC236}">
                  <a16:creationId xmlns:a16="http://schemas.microsoft.com/office/drawing/2014/main" id="{DCC1C307-4A11-8265-F1FF-AC20B78DEB9D}"/>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38"/>
            <a:stretch/>
          </p:blipFill>
          <p:spPr>
            <a:xfrm rot="5400000" flipH="1">
              <a:off x="4900683" y="3428998"/>
              <a:ext cx="2995683" cy="3862317"/>
            </a:xfrm>
            <a:prstGeom prst="rect">
              <a:avLst/>
            </a:prstGeom>
          </p:spPr>
        </p:pic>
        <p:pic>
          <p:nvPicPr>
            <p:cNvPr id="3" name="Graphic 2">
              <a:extLst>
                <a:ext uri="{FF2B5EF4-FFF2-40B4-BE49-F238E27FC236}">
                  <a16:creationId xmlns:a16="http://schemas.microsoft.com/office/drawing/2014/main" id="{E0CF8E77-A4EE-35C7-A5CD-F520193C39D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29684" y="-2"/>
              <a:ext cx="3862317" cy="386231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accent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accent3"/>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873245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ED5386-93F9-CDA8-E734-D9726F47303C}"/>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descr="Atos logo">
            <a:extLst>
              <a:ext uri="{FF2B5EF4-FFF2-40B4-BE49-F238E27FC236}">
                <a16:creationId xmlns:a16="http://schemas.microsoft.com/office/drawing/2014/main" id="{4EAE2C9A-6617-E131-E7DC-EDB5219632CC}"/>
              </a:ext>
            </a:extLst>
          </p:cNvPr>
          <p:cNvSpPr>
            <a:spLocks noChangeAspect="1"/>
          </p:cNvSpPr>
          <p:nvPr userDrawn="1"/>
        </p:nvSpPr>
        <p:spPr>
          <a:xfrm>
            <a:off x="7805427"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4" name="Group 3" descr="Client/Partner/Alliance logo placeholder text box">
            <a:extLst>
              <a:ext uri="{FF2B5EF4-FFF2-40B4-BE49-F238E27FC236}">
                <a16:creationId xmlns:a16="http://schemas.microsoft.com/office/drawing/2014/main" id="{FC6D797E-46C0-6931-DE5B-BADA16383D13}"/>
              </a:ext>
              <a:ext uri="{C183D7F6-B498-43B3-948B-1728B52AA6E4}">
                <adec:decorative xmlns:adec="http://schemas.microsoft.com/office/drawing/2017/decorative" val="0"/>
              </a:ext>
            </a:extLst>
          </p:cNvPr>
          <p:cNvGrpSpPr/>
          <p:nvPr userDrawn="1"/>
        </p:nvGrpSpPr>
        <p:grpSpPr>
          <a:xfrm>
            <a:off x="12439558" y="6039739"/>
            <a:ext cx="2291081" cy="743281"/>
            <a:chOff x="9462769" y="4607169"/>
            <a:chExt cx="2291081" cy="743281"/>
          </a:xfrm>
        </p:grpSpPr>
        <p:sp>
          <p:nvSpPr>
            <p:cNvPr id="5" name="Rectangle 4">
              <a:extLst>
                <a:ext uri="{FF2B5EF4-FFF2-40B4-BE49-F238E27FC236}">
                  <a16:creationId xmlns:a16="http://schemas.microsoft.com/office/drawing/2014/main" id="{D822352F-7391-98C4-F87B-0D47FB92F00D}"/>
                </a:ext>
              </a:extLst>
            </p:cNvPr>
            <p:cNvSpPr/>
            <p:nvPr/>
          </p:nvSpPr>
          <p:spPr>
            <a:xfrm>
              <a:off x="10102849" y="4607169"/>
              <a:ext cx="1651001" cy="74328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a:solidFill>
                    <a:schemeClr val="tx1"/>
                  </a:solidFill>
                </a:rPr>
                <a:t>Place the partner or alliance</a:t>
              </a:r>
              <a:br>
                <a:rPr lang="en-US" sz="1400">
                  <a:solidFill>
                    <a:schemeClr val="tx1"/>
                  </a:solidFill>
                </a:rPr>
              </a:br>
              <a:r>
                <a:rPr lang="en-US" sz="1400">
                  <a:solidFill>
                    <a:schemeClr val="tx1"/>
                  </a:solidFill>
                </a:rPr>
                <a:t>logo here</a:t>
              </a:r>
            </a:p>
          </p:txBody>
        </p:sp>
        <p:cxnSp>
          <p:nvCxnSpPr>
            <p:cNvPr id="7" name="Straight Arrow Connector 6">
              <a:extLst>
                <a:ext uri="{FF2B5EF4-FFF2-40B4-BE49-F238E27FC236}">
                  <a16:creationId xmlns:a16="http://schemas.microsoft.com/office/drawing/2014/main" id="{E0415C20-974D-3C5A-FB64-90A65740B1FA}"/>
                </a:ext>
              </a:extLst>
            </p:cNvPr>
            <p:cNvCxnSpPr>
              <a:cxnSpLocks/>
            </p:cNvCxnSpPr>
            <p:nvPr/>
          </p:nvCxnSpPr>
          <p:spPr>
            <a:xfrm rot="5400000">
              <a:off x="9782809" y="4658769"/>
              <a:ext cx="0" cy="640080"/>
            </a:xfrm>
            <a:prstGeom prst="straightConnector1">
              <a:avLst/>
            </a:prstGeom>
            <a:ln w="2857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D82F4E58-5BE5-7AAF-3296-A6ADEFF55B2D}"/>
              </a:ext>
              <a:ext uri="{C183D7F6-B498-43B3-948B-1728B52AA6E4}">
                <adec:decorative xmlns:adec="http://schemas.microsoft.com/office/drawing/2017/decorative" val="1"/>
              </a:ext>
            </a:extLst>
          </p:cNvPr>
          <p:cNvCxnSpPr>
            <a:cxnSpLocks/>
          </p:cNvCxnSpPr>
          <p:nvPr userDrawn="1"/>
        </p:nvCxnSpPr>
        <p:spPr>
          <a:xfrm>
            <a:off x="9783891" y="5940279"/>
            <a:ext cx="0" cy="64922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060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ED5386-93F9-CDA8-E734-D9726F47303C}"/>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18" name="Graphique 10" descr="Atos logo">
            <a:extLst>
              <a:ext uri="{FF2B5EF4-FFF2-40B4-BE49-F238E27FC236}">
                <a16:creationId xmlns:a16="http://schemas.microsoft.com/office/drawing/2014/main" id="{DC5A2AB4-E24E-F451-9BC8-91BE6EE4A5CA}"/>
              </a:ext>
            </a:extLst>
          </p:cNvPr>
          <p:cNvSpPr>
            <a:spLocks noChangeAspect="1"/>
          </p:cNvSpPr>
          <p:nvPr userDrawn="1"/>
        </p:nvSpPr>
        <p:spPr>
          <a:xfrm>
            <a:off x="10184177"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2" name="Group 1" descr="Client/Partner/Alliance logo placeholder text box">
            <a:extLst>
              <a:ext uri="{FF2B5EF4-FFF2-40B4-BE49-F238E27FC236}">
                <a16:creationId xmlns:a16="http://schemas.microsoft.com/office/drawing/2014/main" id="{95A3F0FC-C563-28DD-6EEE-319F639800E3}"/>
              </a:ext>
              <a:ext uri="{C183D7F6-B498-43B3-948B-1728B52AA6E4}">
                <adec:decorative xmlns:adec="http://schemas.microsoft.com/office/drawing/2017/decorative" val="0"/>
              </a:ext>
            </a:extLst>
          </p:cNvPr>
          <p:cNvGrpSpPr/>
          <p:nvPr userDrawn="1"/>
        </p:nvGrpSpPr>
        <p:grpSpPr>
          <a:xfrm>
            <a:off x="7806695" y="6986588"/>
            <a:ext cx="1666875" cy="1116587"/>
            <a:chOff x="10102849" y="4471988"/>
            <a:chExt cx="1666875" cy="1116587"/>
          </a:xfrm>
        </p:grpSpPr>
        <p:sp>
          <p:nvSpPr>
            <p:cNvPr id="4" name="Rectangle 3">
              <a:extLst>
                <a:ext uri="{FF2B5EF4-FFF2-40B4-BE49-F238E27FC236}">
                  <a16:creationId xmlns:a16="http://schemas.microsoft.com/office/drawing/2014/main" id="{45CB0AC8-C79C-7D5A-1683-BB36315435F7}"/>
                </a:ext>
              </a:extLst>
            </p:cNvPr>
            <p:cNvSpPr/>
            <p:nvPr/>
          </p:nvSpPr>
          <p:spPr>
            <a:xfrm>
              <a:off x="10102849" y="4845294"/>
              <a:ext cx="1666875" cy="74328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a:solidFill>
                    <a:schemeClr val="tx1"/>
                  </a:solidFill>
                </a:rPr>
                <a:t>Place the client logo here</a:t>
              </a:r>
            </a:p>
          </p:txBody>
        </p:sp>
        <p:cxnSp>
          <p:nvCxnSpPr>
            <p:cNvPr id="5" name="Straight Arrow Connector 4">
              <a:extLst>
                <a:ext uri="{FF2B5EF4-FFF2-40B4-BE49-F238E27FC236}">
                  <a16:creationId xmlns:a16="http://schemas.microsoft.com/office/drawing/2014/main" id="{728ADA43-1032-F46C-5454-1284B07B370B}"/>
                </a:ext>
              </a:extLst>
            </p:cNvPr>
            <p:cNvCxnSpPr>
              <a:cxnSpLocks/>
            </p:cNvCxnSpPr>
            <p:nvPr/>
          </p:nvCxnSpPr>
          <p:spPr>
            <a:xfrm flipV="1">
              <a:off x="10936286" y="4471988"/>
              <a:ext cx="0" cy="371475"/>
            </a:xfrm>
            <a:prstGeom prst="straightConnector1">
              <a:avLst/>
            </a:prstGeom>
            <a:ln w="2857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502B8148-CFE8-C48B-CB6E-972AEDB2414B}"/>
              </a:ext>
              <a:ext uri="{C183D7F6-B498-43B3-948B-1728B52AA6E4}">
                <adec:decorative xmlns:adec="http://schemas.microsoft.com/office/drawing/2017/decorative" val="1"/>
              </a:ext>
            </a:extLst>
          </p:cNvPr>
          <p:cNvCxnSpPr>
            <a:cxnSpLocks/>
          </p:cNvCxnSpPr>
          <p:nvPr userDrawn="1"/>
        </p:nvCxnSpPr>
        <p:spPr>
          <a:xfrm>
            <a:off x="9783891" y="5940279"/>
            <a:ext cx="0" cy="64922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2684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6">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97919D9-2989-3289-BE2F-126C2433837B}"/>
              </a:ext>
              <a:ext uri="{C183D7F6-B498-43B3-948B-1728B52AA6E4}">
                <adec:decorative xmlns:adec="http://schemas.microsoft.com/office/drawing/2017/decorative" val="1"/>
              </a:ext>
            </a:extLst>
          </p:cNvPr>
          <p:cNvSpPr/>
          <p:nvPr userDrawn="1"/>
        </p:nvSpPr>
        <p:spPr>
          <a:xfrm>
            <a:off x="0" y="0"/>
            <a:ext cx="12192000" cy="6857556"/>
          </a:xfrm>
          <a:custGeom>
            <a:avLst/>
            <a:gdLst>
              <a:gd name="connsiteX0" fmla="*/ 12192000 w 12192000"/>
              <a:gd name="connsiteY0" fmla="*/ 2782174 h 6857556"/>
              <a:gd name="connsiteX1" fmla="*/ 12192000 w 12192000"/>
              <a:gd name="connsiteY1" fmla="*/ 6857556 h 6857556"/>
              <a:gd name="connsiteX2" fmla="*/ 8111311 w 12192000"/>
              <a:gd name="connsiteY2" fmla="*/ 6857556 h 6857556"/>
              <a:gd name="connsiteX3" fmla="*/ 8113342 w 12192000"/>
              <a:gd name="connsiteY3" fmla="*/ 6733493 h 6857556"/>
              <a:gd name="connsiteX4" fmla="*/ 12064704 w 12192000"/>
              <a:gd name="connsiteY4" fmla="*/ 2783524 h 6857556"/>
              <a:gd name="connsiteX5" fmla="*/ 0 w 12192000"/>
              <a:gd name="connsiteY5" fmla="*/ 0 h 6857556"/>
              <a:gd name="connsiteX6" fmla="*/ 12192000 w 12192000"/>
              <a:gd name="connsiteY6" fmla="*/ 0 h 6857556"/>
              <a:gd name="connsiteX7" fmla="*/ 12192000 w 12192000"/>
              <a:gd name="connsiteY7" fmla="*/ 444 h 6857556"/>
              <a:gd name="connsiteX8" fmla="*/ 11867550 w 12192000"/>
              <a:gd name="connsiteY8" fmla="*/ 4015 h 6857556"/>
              <a:gd name="connsiteX9" fmla="*/ 7200902 w 12192000"/>
              <a:gd name="connsiteY9" fmla="*/ 2159000 h 6857556"/>
              <a:gd name="connsiteX10" fmla="*/ 5337672 w 12192000"/>
              <a:gd name="connsiteY10" fmla="*/ 6585644 h 6857556"/>
              <a:gd name="connsiteX11" fmla="*/ 5334507 w 12192000"/>
              <a:gd name="connsiteY11" fmla="*/ 6857556 h 6857556"/>
              <a:gd name="connsiteX12" fmla="*/ 0 w 12192000"/>
              <a:gd name="connsiteY12" fmla="*/ 685755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6857556">
                <a:moveTo>
                  <a:pt x="12192000" y="2782174"/>
                </a:moveTo>
                <a:lnTo>
                  <a:pt x="12192000" y="6857556"/>
                </a:lnTo>
                <a:lnTo>
                  <a:pt x="8111311" y="6857556"/>
                </a:lnTo>
                <a:lnTo>
                  <a:pt x="8113342" y="6733493"/>
                </a:lnTo>
                <a:cubicBezTo>
                  <a:pt x="8205095" y="4482559"/>
                  <a:pt x="9974251" y="2857766"/>
                  <a:pt x="12064704" y="2783524"/>
                </a:cubicBezTo>
                <a:close/>
                <a:moveTo>
                  <a:pt x="0" y="0"/>
                </a:moveTo>
                <a:lnTo>
                  <a:pt x="12192000" y="0"/>
                </a:lnTo>
                <a:lnTo>
                  <a:pt x="12192000" y="444"/>
                </a:lnTo>
                <a:lnTo>
                  <a:pt x="11867550" y="4015"/>
                </a:lnTo>
                <a:cubicBezTo>
                  <a:pt x="10051432" y="76082"/>
                  <a:pt x="8371914" y="919580"/>
                  <a:pt x="7200902" y="2159000"/>
                </a:cubicBezTo>
                <a:cubicBezTo>
                  <a:pt x="6035842" y="3386514"/>
                  <a:pt x="5395007" y="5006228"/>
                  <a:pt x="5337672" y="6585644"/>
                </a:cubicBezTo>
                <a:lnTo>
                  <a:pt x="5334507" y="6857556"/>
                </a:lnTo>
                <a:lnTo>
                  <a:pt x="0" y="6857556"/>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19">
            <a:extLst>
              <a:ext uri="{FF2B5EF4-FFF2-40B4-BE49-F238E27FC236}">
                <a16:creationId xmlns:a16="http://schemas.microsoft.com/office/drawing/2014/main" id="{4EB1A4FF-FDF0-957E-95CD-5A9D268651E0}"/>
              </a:ext>
              <a:ext uri="{C183D7F6-B498-43B3-948B-1728B52AA6E4}">
                <adec:decorative xmlns:adec="http://schemas.microsoft.com/office/drawing/2017/decorative" val="1"/>
              </a:ext>
            </a:extLst>
          </p:cNvPr>
          <p:cNvSpPr>
            <a:spLocks noGrp="1"/>
          </p:cNvSpPr>
          <p:nvPr>
            <p:ph type="pic" sz="quarter" idx="11"/>
          </p:nvPr>
        </p:nvSpPr>
        <p:spPr>
          <a:xfrm>
            <a:off x="5327891" y="0"/>
            <a:ext cx="6864109" cy="6857556"/>
          </a:xfrm>
          <a:custGeom>
            <a:avLst/>
            <a:gdLst>
              <a:gd name="connsiteX0" fmla="*/ 6506104 w 6864109"/>
              <a:gd name="connsiteY0" fmla="*/ 0 h 6857556"/>
              <a:gd name="connsiteX1" fmla="*/ 6864109 w 6864109"/>
              <a:gd name="connsiteY1" fmla="*/ 0 h 6857556"/>
              <a:gd name="connsiteX2" fmla="*/ 6864109 w 6864109"/>
              <a:gd name="connsiteY2" fmla="*/ 2786711 h 6857556"/>
              <a:gd name="connsiteX3" fmla="*/ 6672538 w 6864109"/>
              <a:gd name="connsiteY3" fmla="*/ 2791014 h 6857556"/>
              <a:gd name="connsiteX4" fmla="*/ 2795144 w 6864109"/>
              <a:gd name="connsiteY4" fmla="*/ 6732301 h 6857556"/>
              <a:gd name="connsiteX5" fmla="*/ 2793538 w 6864109"/>
              <a:gd name="connsiteY5" fmla="*/ 6857556 h 6857556"/>
              <a:gd name="connsiteX6" fmla="*/ 0 w 6864109"/>
              <a:gd name="connsiteY6" fmla="*/ 6857556 h 6857556"/>
              <a:gd name="connsiteX7" fmla="*/ 3187 w 6864109"/>
              <a:gd name="connsiteY7" fmla="*/ 6583730 h 6857556"/>
              <a:gd name="connsiteX8" fmla="*/ 1867893 w 6864109"/>
              <a:gd name="connsiteY8" fmla="*/ 2154240 h 6857556"/>
              <a:gd name="connsiteX9" fmla="*/ 6199142 w 6864109"/>
              <a:gd name="connsiteY9" fmla="*/ 2034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4109" h="6857556">
                <a:moveTo>
                  <a:pt x="6506104" y="0"/>
                </a:moveTo>
                <a:lnTo>
                  <a:pt x="6864109" y="0"/>
                </a:lnTo>
                <a:lnTo>
                  <a:pt x="6864109" y="2786711"/>
                </a:lnTo>
                <a:lnTo>
                  <a:pt x="6672538" y="2791014"/>
                </a:lnTo>
                <a:cubicBezTo>
                  <a:pt x="4664767" y="2886626"/>
                  <a:pt x="2879590" y="4485245"/>
                  <a:pt x="2795144" y="6732301"/>
                </a:cubicBezTo>
                <a:lnTo>
                  <a:pt x="2793538" y="6857556"/>
                </a:lnTo>
                <a:lnTo>
                  <a:pt x="0" y="6857556"/>
                </a:lnTo>
                <a:lnTo>
                  <a:pt x="3187" y="6583730"/>
                </a:lnTo>
                <a:cubicBezTo>
                  <a:pt x="60566" y="5003298"/>
                  <a:pt x="701910" y="3382544"/>
                  <a:pt x="1867893" y="2154240"/>
                </a:cubicBezTo>
                <a:cubicBezTo>
                  <a:pt x="2966588" y="991538"/>
                  <a:pt x="4512566" y="177036"/>
                  <a:pt x="6199142" y="20346"/>
                </a:cubicBezTo>
                <a:close/>
              </a:path>
            </a:pathLst>
          </a:custGeom>
        </p:spPr>
        <p:txBody>
          <a:bodyPr wrap="square" tIns="0" rIns="457200" bIns="82296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396756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7">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422775"/>
            <a:ext cx="356616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3465C205-F892-0F1B-5079-C7DD0DA98B5F}"/>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64320" y="3429000"/>
            <a:ext cx="3429000" cy="3429000"/>
          </a:xfrm>
          <a:prstGeom prst="rect">
            <a:avLst/>
          </a:prstGeom>
        </p:spPr>
      </p:pic>
      <p:sp>
        <p:nvSpPr>
          <p:cNvPr id="2" name="Picture Placeholder 13">
            <a:extLst>
              <a:ext uri="{FF2B5EF4-FFF2-40B4-BE49-F238E27FC236}">
                <a16:creationId xmlns:a16="http://schemas.microsoft.com/office/drawing/2014/main" id="{501943B5-D1D2-69D4-5C65-807D37387FC8}"/>
              </a:ext>
              <a:ext uri="{C183D7F6-B498-43B3-948B-1728B52AA6E4}">
                <adec:decorative xmlns:adec="http://schemas.microsoft.com/office/drawing/2017/decorative" val="1"/>
              </a:ext>
            </a:extLst>
          </p:cNvPr>
          <p:cNvSpPr>
            <a:spLocks noGrp="1"/>
          </p:cNvSpPr>
          <p:nvPr>
            <p:ph type="pic" sz="quarter" idx="12"/>
          </p:nvPr>
        </p:nvSpPr>
        <p:spPr>
          <a:xfrm>
            <a:off x="7394575" y="0"/>
            <a:ext cx="4797425" cy="6858000"/>
          </a:xfrm>
        </p:spPr>
        <p:txBody>
          <a:bodyPr tIns="914400" bIns="0" anchor="ct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497903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8">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48640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48640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220361"/>
            <a:ext cx="301752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B4AF3867-173E-FBCF-9154-A4CA43F08CC8}"/>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57144" y="3822192"/>
            <a:ext cx="3035808" cy="3035808"/>
          </a:xfrm>
          <a:prstGeom prst="rect">
            <a:avLst/>
          </a:prstGeom>
        </p:spPr>
      </p:pic>
      <p:sp>
        <p:nvSpPr>
          <p:cNvPr id="2" name="Picture Placeholder 13">
            <a:extLst>
              <a:ext uri="{FF2B5EF4-FFF2-40B4-BE49-F238E27FC236}">
                <a16:creationId xmlns:a16="http://schemas.microsoft.com/office/drawing/2014/main" id="{501943B5-D1D2-69D4-5C65-807D37387FC8}"/>
              </a:ext>
              <a:ext uri="{C183D7F6-B498-43B3-948B-1728B52AA6E4}">
                <adec:decorative xmlns:adec="http://schemas.microsoft.com/office/drawing/2017/decorative" val="1"/>
              </a:ext>
            </a:extLst>
          </p:cNvPr>
          <p:cNvSpPr>
            <a:spLocks noGrp="1"/>
          </p:cNvSpPr>
          <p:nvPr>
            <p:ph type="pic" sz="quarter" idx="12"/>
          </p:nvPr>
        </p:nvSpPr>
        <p:spPr>
          <a:xfrm>
            <a:off x="6092952" y="0"/>
            <a:ext cx="6099048" cy="6858000"/>
          </a:xfrm>
        </p:spPr>
        <p:txBody>
          <a:bodyPr tIns="914400" bIns="0" anchor="ct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704526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9">
    <p:bg>
      <p:bgPr>
        <a:solidFill>
          <a:schemeClr val="accent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5EF951F-554C-3E85-1065-5922EBE82011}"/>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3" name="Graphic 2">
              <a:extLst>
                <a:ext uri="{FF2B5EF4-FFF2-40B4-BE49-F238E27FC236}">
                  <a16:creationId xmlns:a16="http://schemas.microsoft.com/office/drawing/2014/main" id="{2300173F-419B-F629-50C7-9282A057EE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5" name="Graphic 4">
              <a:extLst>
                <a:ext uri="{FF2B5EF4-FFF2-40B4-BE49-F238E27FC236}">
                  <a16:creationId xmlns:a16="http://schemas.microsoft.com/office/drawing/2014/main" id="{7D2D87CD-48DE-0B45-D9DF-C07C2409C0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30352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30352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6" name="Picture Placeholder 8">
            <a:extLst>
              <a:ext uri="{FF2B5EF4-FFF2-40B4-BE49-F238E27FC236}">
                <a16:creationId xmlns:a16="http://schemas.microsoft.com/office/drawing/2014/main" id="{21136FEB-67FD-1BA2-0C2E-719AB4E3BDA4}"/>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291794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10">
    <p:bg>
      <p:bgPr>
        <a:solidFill>
          <a:schemeClr val="accent3"/>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5EF951F-554C-3E85-1065-5922EBE82011}"/>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a:solidFill>
            <a:schemeClr val="accent2"/>
          </a:solidFill>
        </p:grpSpPr>
        <p:pic>
          <p:nvPicPr>
            <p:cNvPr id="3" name="Graphic 2">
              <a:extLst>
                <a:ext uri="{FF2B5EF4-FFF2-40B4-BE49-F238E27FC236}">
                  <a16:creationId xmlns:a16="http://schemas.microsoft.com/office/drawing/2014/main" id="{2300173F-419B-F629-50C7-9282A057EE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5" name="Graphic 4">
              <a:extLst>
                <a:ext uri="{FF2B5EF4-FFF2-40B4-BE49-F238E27FC236}">
                  <a16:creationId xmlns:a16="http://schemas.microsoft.com/office/drawing/2014/main" id="{7D2D87CD-48DE-0B45-D9DF-C07C2409C0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30352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303520" cy="1216152"/>
          </a:xfrm>
        </p:spPr>
        <p:txBody>
          <a:bodyPr/>
          <a:lstStyle>
            <a:lvl1pPr marL="0" indent="0">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6" name="Picture Placeholder 8">
            <a:extLst>
              <a:ext uri="{FF2B5EF4-FFF2-40B4-BE49-F238E27FC236}">
                <a16:creationId xmlns:a16="http://schemas.microsoft.com/office/drawing/2014/main" id="{21136FEB-67FD-1BA2-0C2E-719AB4E3BDA4}"/>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43628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ver 11">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FF5033-5E44-E1B8-D6DD-F55FB72BF455}"/>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2" name="Graphic 1">
              <a:extLst>
                <a:ext uri="{FF2B5EF4-FFF2-40B4-BE49-F238E27FC236}">
                  <a16:creationId xmlns:a16="http://schemas.microsoft.com/office/drawing/2014/main" id="{BF014B4C-83B9-0576-FE13-69430D5CC81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8" name="Graphic 7">
              <a:extLst>
                <a:ext uri="{FF2B5EF4-FFF2-40B4-BE49-F238E27FC236}">
                  <a16:creationId xmlns:a16="http://schemas.microsoft.com/office/drawing/2014/main" id="{E7101DCD-340A-AEE2-4F6A-273D7374B4F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8102279" y="1457532"/>
            <a:ext cx="3657600" cy="1435608"/>
          </a:xfrm>
        </p:spPr>
        <p:txBody>
          <a:bodyPr anchor="b"/>
          <a:lstStyle>
            <a:lvl1pPr algn="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8102279" y="2891679"/>
            <a:ext cx="3657600" cy="1828800"/>
          </a:xfrm>
        </p:spPr>
        <p:txBody>
          <a:bodyPr/>
          <a:lstStyle>
            <a:lvl1pPr marL="0" indent="0" algn="r">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8102280" y="4940644"/>
            <a:ext cx="3657600" cy="548640"/>
          </a:xfrm>
        </p:spPr>
        <p:txBody>
          <a:bodyPr/>
          <a:lstStyle>
            <a:lvl1pPr marL="0" indent="0" algn="r">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9" name="Picture Placeholder 8">
            <a:extLst>
              <a:ext uri="{FF2B5EF4-FFF2-40B4-BE49-F238E27FC236}">
                <a16:creationId xmlns:a16="http://schemas.microsoft.com/office/drawing/2014/main" id="{A2148EF5-6FCE-B812-3DA7-56E932357920}"/>
              </a:ext>
              <a:ext uri="{C183D7F6-B498-43B3-948B-1728B52AA6E4}">
                <adec:decorative xmlns:adec="http://schemas.microsoft.com/office/drawing/2017/decorative" val="1"/>
              </a:ext>
            </a:extLst>
          </p:cNvPr>
          <p:cNvSpPr>
            <a:spLocks noGrp="1" noChangeAspect="1"/>
          </p:cNvSpPr>
          <p:nvPr>
            <p:ph type="pic" sz="quarter" idx="16" hasCustomPrompt="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1737360" bIns="0" anchor="ctr">
            <a:noAutofit/>
          </a:bodyPr>
          <a:lstStyle>
            <a:lvl1pPr marL="0" indent="0" algn="ctr">
              <a:spcAft>
                <a:spcPts val="0"/>
              </a:spcAft>
              <a:buNone/>
              <a:defRPr>
                <a:solidFill>
                  <a:schemeClr val="bg1"/>
                </a:solidFill>
              </a:defRPr>
            </a:lvl1pPr>
          </a:lstStyle>
          <a:p>
            <a:r>
              <a:rPr lang="en-US"/>
              <a:t>Click icon to add picture</a:t>
            </a:r>
            <a:br>
              <a:rPr lang="en-US"/>
            </a:br>
            <a:r>
              <a:rPr lang="en-US"/>
              <a:t>[Reading order of this slide is</a:t>
            </a:r>
            <a:br>
              <a:rPr lang="en-US"/>
            </a:br>
            <a:r>
              <a:rPr lang="en-US"/>
              <a:t>failing currently as you need to</a:t>
            </a:r>
            <a:br>
              <a:rPr lang="en-US"/>
            </a:br>
            <a:r>
              <a:rPr lang="en-US"/>
              <a:t>either label your image decorative]</a:t>
            </a:r>
          </a:p>
        </p:txBody>
      </p:sp>
    </p:spTree>
    <p:extLst>
      <p:ext uri="{BB962C8B-B14F-4D97-AF65-F5344CB8AC3E}">
        <p14:creationId xmlns:p14="http://schemas.microsoft.com/office/powerpoint/2010/main" val="1512980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12">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FF5033-5E44-E1B8-D6DD-F55FB72BF455}"/>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a:solidFill>
            <a:schemeClr val="accent2"/>
          </a:solidFill>
        </p:grpSpPr>
        <p:pic>
          <p:nvPicPr>
            <p:cNvPr id="2" name="Graphic 1">
              <a:extLst>
                <a:ext uri="{FF2B5EF4-FFF2-40B4-BE49-F238E27FC236}">
                  <a16:creationId xmlns:a16="http://schemas.microsoft.com/office/drawing/2014/main" id="{BF014B4C-83B9-0576-FE13-69430D5CC81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8" name="Graphic 7">
              <a:extLst>
                <a:ext uri="{FF2B5EF4-FFF2-40B4-BE49-F238E27FC236}">
                  <a16:creationId xmlns:a16="http://schemas.microsoft.com/office/drawing/2014/main" id="{E7101DCD-340A-AEE2-4F6A-273D7374B4F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8102279" y="1457532"/>
            <a:ext cx="3657600" cy="1435608"/>
          </a:xfrm>
        </p:spPr>
        <p:txBody>
          <a:bodyPr anchor="b"/>
          <a:lstStyle>
            <a:lvl1pPr algn="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8102279" y="2891679"/>
            <a:ext cx="3657600" cy="1828800"/>
          </a:xfrm>
        </p:spPr>
        <p:txBody>
          <a:bodyPr/>
          <a:lstStyle>
            <a:lvl1pPr marL="0" indent="0" algn="r">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8102280" y="4940644"/>
            <a:ext cx="3657600" cy="548640"/>
          </a:xfrm>
        </p:spPr>
        <p:txBody>
          <a:bodyPr/>
          <a:lstStyle>
            <a:lvl1pPr marL="0" indent="0" algn="r">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9" name="Picture Placeholder 8">
            <a:extLst>
              <a:ext uri="{FF2B5EF4-FFF2-40B4-BE49-F238E27FC236}">
                <a16:creationId xmlns:a16="http://schemas.microsoft.com/office/drawing/2014/main" id="{A2148EF5-6FCE-B812-3DA7-56E932357920}"/>
              </a:ext>
              <a:ext uri="{C183D7F6-B498-43B3-948B-1728B52AA6E4}">
                <adec:decorative xmlns:adec="http://schemas.microsoft.com/office/drawing/2017/decorative" val="1"/>
              </a:ext>
            </a:extLst>
          </p:cNvPr>
          <p:cNvSpPr>
            <a:spLocks noGrp="1" noChangeAspect="1"/>
          </p:cNvSpPr>
          <p:nvPr>
            <p:ph type="pic" sz="quarter" idx="16" hasCustomPrompt="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1737360" bIns="0" anchor="ctr">
            <a:noAutofit/>
          </a:bodyPr>
          <a:lstStyle>
            <a:lvl1pPr marL="0" indent="0" algn="ctr">
              <a:spcAft>
                <a:spcPts val="0"/>
              </a:spcAft>
              <a:buNone/>
              <a:defRPr>
                <a:solidFill>
                  <a:schemeClr val="bg1"/>
                </a:solidFill>
              </a:defRPr>
            </a:lvl1pPr>
          </a:lstStyle>
          <a:p>
            <a:r>
              <a:rPr lang="en-US"/>
              <a:t>Click icon to add picture</a:t>
            </a:r>
            <a:br>
              <a:rPr lang="en-US"/>
            </a:br>
            <a:r>
              <a:rPr lang="en-US"/>
              <a:t>[Reading order of this slide is</a:t>
            </a:r>
            <a:br>
              <a:rPr lang="en-US"/>
            </a:br>
            <a:r>
              <a:rPr lang="en-US"/>
              <a:t>failing currently as you need to</a:t>
            </a:r>
            <a:br>
              <a:rPr lang="en-US"/>
            </a:br>
            <a:r>
              <a:rPr lang="en-US"/>
              <a:t>either label your image decorative]</a:t>
            </a:r>
          </a:p>
        </p:txBody>
      </p:sp>
    </p:spTree>
    <p:extLst>
      <p:ext uri="{BB962C8B-B14F-4D97-AF65-F5344CB8AC3E}">
        <p14:creationId xmlns:p14="http://schemas.microsoft.com/office/powerpoint/2010/main" val="3837515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 13">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descr="Atos logo">
            <a:extLst>
              <a:ext uri="{FF2B5EF4-FFF2-40B4-BE49-F238E27FC236}">
                <a16:creationId xmlns:a16="http://schemas.microsoft.com/office/drawing/2014/main" id="{CBD091C4-DCC6-A7A6-5C1B-A46FD3900FD1}"/>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3" name="Group 2">
            <a:extLst>
              <a:ext uri="{FF2B5EF4-FFF2-40B4-BE49-F238E27FC236}">
                <a16:creationId xmlns:a16="http://schemas.microsoft.com/office/drawing/2014/main" id="{A95BEA18-5873-2F2D-099A-0F8993B476A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5" name="Graphic 4">
              <a:extLst>
                <a:ext uri="{FF2B5EF4-FFF2-40B4-BE49-F238E27FC236}">
                  <a16:creationId xmlns:a16="http://schemas.microsoft.com/office/drawing/2014/main" id="{83F9C7F6-7AEB-DFCB-AA3D-3908113EC2B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6" name="Graphic 5">
              <a:extLst>
                <a:ext uri="{FF2B5EF4-FFF2-40B4-BE49-F238E27FC236}">
                  <a16:creationId xmlns:a16="http://schemas.microsoft.com/office/drawing/2014/main" id="{4DBC1F6A-CBFC-57D7-EEE3-FFE55CF2EA4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7" name="Picture Placeholder 25">
            <a:extLst>
              <a:ext uri="{FF2B5EF4-FFF2-40B4-BE49-F238E27FC236}">
                <a16:creationId xmlns:a16="http://schemas.microsoft.com/office/drawing/2014/main" id="{B0AEBF90-44A2-17C9-9F37-029E39B9B5A3}"/>
              </a:ext>
              <a:ext uri="{C183D7F6-B498-43B3-948B-1728B52AA6E4}">
                <adec:decorative xmlns:adec="http://schemas.microsoft.com/office/drawing/2017/decorative" val="1"/>
              </a:ext>
            </a:extLst>
          </p:cNvPr>
          <p:cNvSpPr>
            <a:spLocks noGrp="1"/>
          </p:cNvSpPr>
          <p:nvPr>
            <p:ph type="pic" sz="quarter" idx="14"/>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937322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 14">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descr="Atos logo">
            <a:extLst>
              <a:ext uri="{FF2B5EF4-FFF2-40B4-BE49-F238E27FC236}">
                <a16:creationId xmlns:a16="http://schemas.microsoft.com/office/drawing/2014/main" id="{28D1A850-172D-1833-F449-2239E8CE4E8C}"/>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3" name="Group 2">
            <a:extLst>
              <a:ext uri="{FF2B5EF4-FFF2-40B4-BE49-F238E27FC236}">
                <a16:creationId xmlns:a16="http://schemas.microsoft.com/office/drawing/2014/main" id="{A95BEA18-5873-2F2D-099A-0F8993B476A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a:solidFill>
            <a:schemeClr val="accent1"/>
          </a:solidFill>
        </p:grpSpPr>
        <p:pic>
          <p:nvPicPr>
            <p:cNvPr id="5" name="Graphic 4">
              <a:extLst>
                <a:ext uri="{FF2B5EF4-FFF2-40B4-BE49-F238E27FC236}">
                  <a16:creationId xmlns:a16="http://schemas.microsoft.com/office/drawing/2014/main" id="{83F9C7F6-7AEB-DFCB-AA3D-3908113EC2B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6" name="Graphic 5">
              <a:extLst>
                <a:ext uri="{FF2B5EF4-FFF2-40B4-BE49-F238E27FC236}">
                  <a16:creationId xmlns:a16="http://schemas.microsoft.com/office/drawing/2014/main" id="{4DBC1F6A-CBFC-57D7-EEE3-FFE55CF2EA4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7" name="Picture Placeholder 25">
            <a:extLst>
              <a:ext uri="{FF2B5EF4-FFF2-40B4-BE49-F238E27FC236}">
                <a16:creationId xmlns:a16="http://schemas.microsoft.com/office/drawing/2014/main" id="{B0AEBF90-44A2-17C9-9F37-029E39B9B5A3}"/>
              </a:ext>
              <a:ext uri="{C183D7F6-B498-43B3-948B-1728B52AA6E4}">
                <adec:decorative xmlns:adec="http://schemas.microsoft.com/office/drawing/2017/decorative" val="1"/>
              </a:ext>
            </a:extLst>
          </p:cNvPr>
          <p:cNvSpPr>
            <a:spLocks noGrp="1"/>
          </p:cNvSpPr>
          <p:nvPr>
            <p:ph type="pic" sz="quarter" idx="14"/>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2334811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ver 15">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5691" y="2947849"/>
            <a:ext cx="5943600" cy="1828800"/>
          </a:xfrm>
        </p:spPr>
        <p:txBody>
          <a:bodyPr anchor="t"/>
          <a:lstStyle>
            <a:lvl1pPr>
              <a:spcAft>
                <a:spcPts val="300"/>
              </a:spcAft>
              <a:defRPr lang="en-US" sz="40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5691" y="3575705"/>
            <a:ext cx="5943600" cy="1216152"/>
          </a:xfrm>
        </p:spPr>
        <p:txBody>
          <a:bodyPr/>
          <a:lstStyle>
            <a:lvl1pPr marL="0" indent="0">
              <a:buNone/>
              <a:defRPr sz="28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5691" y="5436870"/>
            <a:ext cx="3657600" cy="640080"/>
          </a:xfrm>
        </p:spPr>
        <p:txBody>
          <a:bodyPr/>
          <a:lstStyle>
            <a:lvl1pPr marL="0" indent="0">
              <a:buNone/>
              <a:defRPr lang="en-US" sz="16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B2F86BD3-975F-7B9B-3F16-C73D41F3FDF3}"/>
              </a:ext>
              <a:ext uri="{C183D7F6-B498-43B3-948B-1728B52AA6E4}">
                <adec:decorative xmlns:adec="http://schemas.microsoft.com/office/drawing/2017/decorative" val="0"/>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8">
            <a:extLst>
              <a:ext uri="{FF2B5EF4-FFF2-40B4-BE49-F238E27FC236}">
                <a16:creationId xmlns:a16="http://schemas.microsoft.com/office/drawing/2014/main" id="{941236DB-B170-8491-B99C-03BF4E85C044}"/>
              </a:ext>
              <a:ext uri="{C183D7F6-B498-43B3-948B-1728B52AA6E4}">
                <adec:decorative xmlns:adec="http://schemas.microsoft.com/office/drawing/2017/decorative" val="1"/>
              </a:ext>
            </a:extLst>
          </p:cNvPr>
          <p:cNvSpPr>
            <a:spLocks noGrp="1"/>
          </p:cNvSpPr>
          <p:nvPr>
            <p:ph type="pic" sz="quarter" idx="14" hasCustomPrompt="1"/>
          </p:nvPr>
        </p:nvSpPr>
        <p:spPr>
          <a:xfrm>
            <a:off x="0" y="-2"/>
            <a:ext cx="12192000" cy="2743200"/>
          </a:xfrm>
        </p:spPr>
        <p:txBody>
          <a:bodyPr tIns="1097280" anchor="ctr"/>
          <a:lstStyle>
            <a:lvl1pPr marL="0" indent="0" algn="ctr">
              <a:spcAft>
                <a:spcPts val="0"/>
              </a:spcAft>
              <a:buNone/>
              <a:defRPr>
                <a:solidFill>
                  <a:schemeClr val="bg1"/>
                </a:solidFill>
              </a:defRPr>
            </a:lvl1pPr>
          </a:lstStyle>
          <a:p>
            <a:r>
              <a:rPr lang="en-US"/>
              <a:t>Click icon to add picture</a:t>
            </a:r>
            <a:br>
              <a:rPr lang="en-US"/>
            </a:br>
            <a:r>
              <a:rPr lang="en-US"/>
              <a:t>[Reading order of this slide is failing currently as you need to either label your image decorative]</a:t>
            </a:r>
          </a:p>
        </p:txBody>
      </p:sp>
      <p:pic>
        <p:nvPicPr>
          <p:cNvPr id="3" name="Graphic 2">
            <a:extLst>
              <a:ext uri="{FF2B5EF4-FFF2-40B4-BE49-F238E27FC236}">
                <a16:creationId xmlns:a16="http://schemas.microsoft.com/office/drawing/2014/main" id="{1F6EA72B-3403-D957-E827-770765E290D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884" b="33790"/>
          <a:stretch/>
        </p:blipFill>
        <p:spPr>
          <a:xfrm>
            <a:off x="0" y="2941637"/>
            <a:ext cx="4029075" cy="3916363"/>
          </a:xfrm>
          <a:prstGeom prst="rect">
            <a:avLst/>
          </a:prstGeom>
        </p:spPr>
      </p:pic>
    </p:spTree>
    <p:extLst>
      <p:ext uri="{BB962C8B-B14F-4D97-AF65-F5344CB8AC3E}">
        <p14:creationId xmlns:p14="http://schemas.microsoft.com/office/powerpoint/2010/main" val="2023496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ver 16">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5691" y="2947849"/>
            <a:ext cx="5943600" cy="1828800"/>
          </a:xfrm>
        </p:spPr>
        <p:txBody>
          <a:bodyPr anchor="t"/>
          <a:lstStyle>
            <a:lvl1pPr>
              <a:spcAft>
                <a:spcPts val="300"/>
              </a:spcAft>
              <a:defRPr lang="en-US" sz="40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5691" y="3575705"/>
            <a:ext cx="5943600" cy="1216152"/>
          </a:xfrm>
        </p:spPr>
        <p:txBody>
          <a:bodyPr/>
          <a:lstStyle>
            <a:lvl1pPr marL="0" indent="0">
              <a:buNone/>
              <a:defRPr sz="28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5691" y="5436870"/>
            <a:ext cx="3657600" cy="640080"/>
          </a:xfrm>
        </p:spPr>
        <p:txBody>
          <a:bodyPr/>
          <a:lstStyle>
            <a:lvl1pPr marL="0" indent="0">
              <a:buNone/>
              <a:defRPr lang="en-US" sz="16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B2F86BD3-975F-7B9B-3F16-C73D41F3FDF3}"/>
              </a:ext>
              <a:ext uri="{C183D7F6-B498-43B3-948B-1728B52AA6E4}">
                <adec:decorative xmlns:adec="http://schemas.microsoft.com/office/drawing/2017/decorative" val="0"/>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8">
            <a:extLst>
              <a:ext uri="{FF2B5EF4-FFF2-40B4-BE49-F238E27FC236}">
                <a16:creationId xmlns:a16="http://schemas.microsoft.com/office/drawing/2014/main" id="{941236DB-B170-8491-B99C-03BF4E85C044}"/>
              </a:ext>
              <a:ext uri="{C183D7F6-B498-43B3-948B-1728B52AA6E4}">
                <adec:decorative xmlns:adec="http://schemas.microsoft.com/office/drawing/2017/decorative" val="1"/>
              </a:ext>
            </a:extLst>
          </p:cNvPr>
          <p:cNvSpPr>
            <a:spLocks noGrp="1"/>
          </p:cNvSpPr>
          <p:nvPr>
            <p:ph type="pic" sz="quarter" idx="14" hasCustomPrompt="1"/>
          </p:nvPr>
        </p:nvSpPr>
        <p:spPr>
          <a:xfrm>
            <a:off x="0" y="-2"/>
            <a:ext cx="12192000" cy="2743200"/>
          </a:xfrm>
        </p:spPr>
        <p:txBody>
          <a:bodyPr tIns="1097280" anchor="ctr"/>
          <a:lstStyle>
            <a:lvl1pPr marL="0" indent="0" algn="ctr">
              <a:spcAft>
                <a:spcPts val="0"/>
              </a:spcAft>
              <a:buNone/>
              <a:defRPr>
                <a:solidFill>
                  <a:schemeClr val="bg1"/>
                </a:solidFill>
              </a:defRPr>
            </a:lvl1pPr>
          </a:lstStyle>
          <a:p>
            <a:r>
              <a:rPr lang="en-US"/>
              <a:t>Click icon to add picture</a:t>
            </a:r>
            <a:br>
              <a:rPr lang="en-US"/>
            </a:br>
            <a:r>
              <a:rPr lang="en-US"/>
              <a:t>[Reading order of this slide is failing currently as you need to either label your image decorative]</a:t>
            </a:r>
          </a:p>
        </p:txBody>
      </p:sp>
      <p:pic>
        <p:nvPicPr>
          <p:cNvPr id="3" name="Graphic 2">
            <a:extLst>
              <a:ext uri="{FF2B5EF4-FFF2-40B4-BE49-F238E27FC236}">
                <a16:creationId xmlns:a16="http://schemas.microsoft.com/office/drawing/2014/main" id="{1F6EA72B-3403-D957-E827-770765E290D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884" b="33790"/>
          <a:stretch/>
        </p:blipFill>
        <p:spPr>
          <a:xfrm>
            <a:off x="0" y="2941637"/>
            <a:ext cx="4029075" cy="3916363"/>
          </a:xfrm>
          <a:prstGeom prst="rect">
            <a:avLst/>
          </a:prstGeom>
        </p:spPr>
      </p:pic>
    </p:spTree>
    <p:extLst>
      <p:ext uri="{BB962C8B-B14F-4D97-AF65-F5344CB8AC3E}">
        <p14:creationId xmlns:p14="http://schemas.microsoft.com/office/powerpoint/2010/main" val="592502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ver 17">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F85C8B13-CEF6-A9A2-8672-5F2B8560B681}"/>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p:spPr>
        <p:txBody>
          <a:bodyPr lIns="0" tIns="1463040" rIns="5029200" bIns="0" anchor="ctr"/>
          <a:lstStyle>
            <a:lvl1pPr marL="0" indent="0" algn="r">
              <a:spcAft>
                <a:spcPts val="0"/>
              </a:spcAft>
              <a:buNone/>
              <a:defRPr>
                <a:solidFill>
                  <a:schemeClr val="accent3"/>
                </a:solidFill>
              </a:defRPr>
            </a:lvl1pPr>
          </a:lstStyle>
          <a:p>
            <a:r>
              <a:rPr lang="en-US"/>
              <a:t>Click icon to add picture</a:t>
            </a:r>
            <a:br>
              <a:rPr lang="en-US"/>
            </a:br>
            <a:r>
              <a:rPr lang="en-US"/>
              <a:t>[Reading order of this slide is failing currently as</a:t>
            </a:r>
            <a:br>
              <a:rPr lang="en-US"/>
            </a:br>
            <a:r>
              <a:rPr lang="en-US"/>
              <a:t>you need to either label your image decorative]</a:t>
            </a:r>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3" name="Graphique 10" descr="Atos logo">
            <a:extLst>
              <a:ext uri="{FF2B5EF4-FFF2-40B4-BE49-F238E27FC236}">
                <a16:creationId xmlns:a16="http://schemas.microsoft.com/office/drawing/2014/main" id="{5AA386F3-87E4-9129-B046-27EE5D3D1192}"/>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4" name="TextBox 3">
            <a:extLst>
              <a:ext uri="{FF2B5EF4-FFF2-40B4-BE49-F238E27FC236}">
                <a16:creationId xmlns:a16="http://schemas.microsoft.com/office/drawing/2014/main" id="{AA5044B6-EF8E-46E4-163D-6DE61E557D06}"/>
              </a:ext>
              <a:ext uri="{C183D7F6-B498-43B3-948B-1728B52AA6E4}">
                <adec:decorative xmlns:adec="http://schemas.microsoft.com/office/drawing/2017/decorative" val="0"/>
              </a:ext>
            </a:extLst>
          </p:cNvPr>
          <p:cNvSpPr txBox="1"/>
          <p:nvPr userDrawn="1"/>
        </p:nvSpPr>
        <p:spPr>
          <a:xfrm>
            <a:off x="12377339" y="4453708"/>
            <a:ext cx="2839801" cy="1384995"/>
          </a:xfrm>
          <a:prstGeom prst="rect">
            <a:avLst/>
          </a:prstGeom>
          <a:solidFill>
            <a:srgbClr val="FFFF00"/>
          </a:solidFill>
        </p:spPr>
        <p:txBody>
          <a:bodyPr wrap="square" rtlCol="0">
            <a:spAutoFit/>
          </a:bodyPr>
          <a:lstStyle/>
          <a:p>
            <a:pPr algn="l"/>
            <a:r>
              <a:rPr lang="en-US" sz="1400">
                <a:solidFill>
                  <a:schemeClr val="accent3"/>
                </a:solidFill>
              </a:rPr>
              <a:t>Please note, all texts in this slide should be clearly visible (for Accessibility compliance) in the full image that we use and also ensure the Atos logo to be visible in front of the image.</a:t>
            </a:r>
          </a:p>
        </p:txBody>
      </p:sp>
    </p:spTree>
    <p:extLst>
      <p:ext uri="{BB962C8B-B14F-4D97-AF65-F5344CB8AC3E}">
        <p14:creationId xmlns:p14="http://schemas.microsoft.com/office/powerpoint/2010/main" val="918040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15" name="Text Placeholder 6">
            <a:extLst>
              <a:ext uri="{FF2B5EF4-FFF2-40B4-BE49-F238E27FC236}">
                <a16:creationId xmlns:a16="http://schemas.microsoft.com/office/drawing/2014/main" id="{EB2A93CD-4E60-C2E9-EE37-CFC445B9D364}"/>
              </a:ext>
            </a:extLst>
          </p:cNvPr>
          <p:cNvSpPr>
            <a:spLocks noGrp="1"/>
          </p:cNvSpPr>
          <p:nvPr>
            <p:ph type="body" sz="quarter" idx="10" hasCustomPrompt="1"/>
          </p:nvPr>
        </p:nvSpPr>
        <p:spPr>
          <a:xfrm>
            <a:off x="2954745" y="1446366"/>
            <a:ext cx="8811804" cy="4630583"/>
          </a:xfrm>
        </p:spPr>
        <p:txBody>
          <a:bodyPr wrap="none">
            <a:noAutofit/>
          </a:bodyPr>
          <a:lstStyle>
            <a:lvl1pPr marL="457200" indent="-457200" algn="l">
              <a:spcAft>
                <a:spcPts val="6000"/>
              </a:spcAft>
              <a:buClr>
                <a:schemeClr val="accent1"/>
              </a:buClr>
              <a:buFont typeface="+mj-lt"/>
              <a:buAutoNum type="arabicPeriod"/>
              <a:tabLst>
                <a:tab pos="8805672"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	00</a:t>
            </a:r>
          </a:p>
          <a:p>
            <a:pPr lvl="0"/>
            <a:r>
              <a:rPr lang="en-US"/>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a:t>Chapter title example	00</a:t>
            </a:r>
          </a:p>
        </p:txBody>
      </p:sp>
      <p:sp>
        <p:nvSpPr>
          <p:cNvPr id="4" name="Slide Number Placeholder 5">
            <a:extLst>
              <a:ext uri="{FF2B5EF4-FFF2-40B4-BE49-F238E27FC236}">
                <a16:creationId xmlns:a16="http://schemas.microsoft.com/office/drawing/2014/main" id="{26BB2E32-37FB-AE7E-618C-B4D4A78DA92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14" name="Graphic 13">
            <a:extLst>
              <a:ext uri="{FF2B5EF4-FFF2-40B4-BE49-F238E27FC236}">
                <a16:creationId xmlns:a16="http://schemas.microsoft.com/office/drawing/2014/main" id="{F2588EFC-544B-492D-10E8-E969C9B1A61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1117917" y="1285493"/>
            <a:ext cx="1545853" cy="1545853"/>
          </a:xfrm>
          <a:prstGeom prst="rect">
            <a:avLst/>
          </a:prstGeom>
        </p:spPr>
      </p:pic>
    </p:spTree>
    <p:extLst>
      <p:ext uri="{BB962C8B-B14F-4D97-AF65-F5344CB8AC3E}">
        <p14:creationId xmlns:p14="http://schemas.microsoft.com/office/powerpoint/2010/main" val="40763589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3" name="Text Placeholder 6">
            <a:extLst>
              <a:ext uri="{FF2B5EF4-FFF2-40B4-BE49-F238E27FC236}">
                <a16:creationId xmlns:a16="http://schemas.microsoft.com/office/drawing/2014/main" id="{1A11519D-0BCC-29ED-F52C-BE75957A7A56}"/>
              </a:ext>
            </a:extLst>
          </p:cNvPr>
          <p:cNvSpPr>
            <a:spLocks noGrp="1"/>
          </p:cNvSpPr>
          <p:nvPr>
            <p:ph type="body" sz="quarter" idx="10" hasCustomPrompt="1"/>
          </p:nvPr>
        </p:nvSpPr>
        <p:spPr>
          <a:xfrm>
            <a:off x="428624" y="1446367"/>
            <a:ext cx="11337925" cy="4630583"/>
          </a:xfrm>
        </p:spPr>
        <p:txBody>
          <a:bodyPr wrap="none" numCol="2" spcCol="457200">
            <a:noAutofit/>
          </a:bodyPr>
          <a:lstStyle>
            <a:lvl1pPr marL="365760" indent="-365760" algn="l">
              <a:spcAft>
                <a:spcPts val="6000"/>
              </a:spcAft>
              <a:buClr>
                <a:schemeClr val="accent1"/>
              </a:buClr>
              <a:buFont typeface="+mj-lt"/>
              <a:buAutoNum type="arabicPeriod"/>
              <a:tabLst>
                <a:tab pos="5567363"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	00</a:t>
            </a:r>
          </a:p>
          <a:p>
            <a:pPr lvl="0"/>
            <a:r>
              <a:rPr lang="en-US"/>
              <a:t>Chapter title example	00</a:t>
            </a:r>
          </a:p>
          <a:p>
            <a:pPr lvl="0"/>
            <a:r>
              <a:rPr lang="en-US"/>
              <a:t>Chapter title example	00</a:t>
            </a:r>
          </a:p>
          <a:p>
            <a:pPr lvl="0"/>
            <a:r>
              <a:rPr lang="en-US"/>
              <a:t>Chapter title example	00</a:t>
            </a:r>
          </a:p>
          <a:p>
            <a:pPr lvl="0"/>
            <a:endParaRPr lang="en-US"/>
          </a:p>
          <a:p>
            <a:pPr lvl="0"/>
            <a:r>
              <a:rPr lang="en-US"/>
              <a:t>Chapter title example	00</a:t>
            </a:r>
          </a:p>
          <a:p>
            <a:pPr lvl="0"/>
            <a:r>
              <a:rPr lang="en-US"/>
              <a:t>Chapter title example	00</a:t>
            </a:r>
          </a:p>
          <a:p>
            <a:pPr lvl="0"/>
            <a:r>
              <a:rPr lang="en-US"/>
              <a:t>Chapter title example	00</a:t>
            </a:r>
          </a:p>
          <a:p>
            <a:pPr lvl="0"/>
            <a:r>
              <a:rPr lang="en-US"/>
              <a:t>Chapter title example	00</a:t>
            </a:r>
          </a:p>
        </p:txBody>
      </p:sp>
      <p:sp>
        <p:nvSpPr>
          <p:cNvPr id="30" name="Slide Number Placeholder 5">
            <a:extLst>
              <a:ext uri="{FF2B5EF4-FFF2-40B4-BE49-F238E27FC236}">
                <a16:creationId xmlns:a16="http://schemas.microsoft.com/office/drawing/2014/main" id="{73BB667A-B847-58CB-E129-3219597AE69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cxnSp>
        <p:nvCxnSpPr>
          <p:cNvPr id="38" name="Straight Connector 37">
            <a:extLst>
              <a:ext uri="{FF2B5EF4-FFF2-40B4-BE49-F238E27FC236}">
                <a16:creationId xmlns:a16="http://schemas.microsoft.com/office/drawing/2014/main" id="{0349E7EF-452F-CD72-A15B-A271646B001D}"/>
              </a:ext>
              <a:ext uri="{C183D7F6-B498-43B3-948B-1728B52AA6E4}">
                <adec:decorative xmlns:adec="http://schemas.microsoft.com/office/drawing/2017/decorative" val="1"/>
              </a:ext>
            </a:extLst>
          </p:cNvPr>
          <p:cNvCxnSpPr>
            <a:cxnSpLocks/>
          </p:cNvCxnSpPr>
          <p:nvPr userDrawn="1"/>
        </p:nvCxnSpPr>
        <p:spPr>
          <a:xfrm>
            <a:off x="6084424" y="1446367"/>
            <a:ext cx="0" cy="463058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0842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910954B3-5AD1-D4D0-8177-5CCD13F90ACB}"/>
              </a:ext>
            </a:extLst>
          </p:cNvPr>
          <p:cNvSpPr>
            <a:spLocks noGrp="1"/>
          </p:cNvSpPr>
          <p:nvPr>
            <p:ph idx="1" hasCustomPrompt="1"/>
          </p:nvPr>
        </p:nvSpPr>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3748739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3CABA1F-8D00-5959-2A0D-477B4EF70235}"/>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1"/>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6DD5DB93-121A-B297-E6DD-9478830F772D}"/>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5899984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272B4DF-76DC-9537-2195-0E94F371120D}"/>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5"/>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F942A06E-E4C7-D3E8-BDED-EF771CB11DC7}"/>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4433225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2C2E77BA-4420-33FD-4703-B3C9B3709560}"/>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2" name="Group 11">
            <a:extLst>
              <a:ext uri="{FF2B5EF4-FFF2-40B4-BE49-F238E27FC236}">
                <a16:creationId xmlns:a16="http://schemas.microsoft.com/office/drawing/2014/main" id="{29B04704-D297-7EBA-4063-575F9A18AE97}"/>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11" name="Graphic 10">
              <a:extLst>
                <a:ext uri="{FF2B5EF4-FFF2-40B4-BE49-F238E27FC236}">
                  <a16:creationId xmlns:a16="http://schemas.microsoft.com/office/drawing/2014/main" id="{6816DF95-FC03-CC86-B8D8-20652505E24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190847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0B12C593-773C-E67F-DB83-82BD217D311F}"/>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7" name="Group 6">
            <a:extLst>
              <a:ext uri="{FF2B5EF4-FFF2-40B4-BE49-F238E27FC236}">
                <a16:creationId xmlns:a16="http://schemas.microsoft.com/office/drawing/2014/main" id="{F06DE2F9-7CCD-3A2F-30CC-C7D24C868994}"/>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4" name="Graphic 3">
              <a:extLst>
                <a:ext uri="{FF2B5EF4-FFF2-40B4-BE49-F238E27FC236}">
                  <a16:creationId xmlns:a16="http://schemas.microsoft.com/office/drawing/2014/main" id="{2628BD85-5B0A-7D0D-95ED-9672F51D74F6}"/>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897412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FB00E452-A8AB-FCA1-7196-432BABC0064A}"/>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39815653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BF8EBD0A-DCBF-5697-AB86-E59F43E1D95B}"/>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143699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34DCFC9F-3888-3FE8-C62C-CCD59B04A97D}"/>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200438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73135E85-701C-2A07-70DF-01ECB1643946}"/>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3458688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EFFFDD0C-B234-E48F-1117-E71A1BF8BD15}"/>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25427780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1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0CA31D4C-9EC0-0FDC-B08E-7FAC603BC4A8}"/>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3049182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DE53F9C9-7BFC-1D24-B33A-98C5AEE75744}"/>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D6A5A712-8133-290C-17E5-6ADEAD979366}"/>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10" name="Graphic 9">
              <a:extLst>
                <a:ext uri="{FF2B5EF4-FFF2-40B4-BE49-F238E27FC236}">
                  <a16:creationId xmlns:a16="http://schemas.microsoft.com/office/drawing/2014/main" id="{22501D31-6936-420C-ACFF-982A9191305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36000542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A23D37F2-34C1-3164-2998-05614FE79C95}"/>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DB93FC7F-A043-26E0-2447-B14E4009E497}"/>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9" name="Graphic 8">
              <a:extLst>
                <a:ext uri="{FF2B5EF4-FFF2-40B4-BE49-F238E27FC236}">
                  <a16:creationId xmlns:a16="http://schemas.microsoft.com/office/drawing/2014/main" id="{7CD25A46-D852-06A3-C070-0D7F9D2DFDF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35687827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AC8AC44C-BB04-C5BB-3272-F65FD685E841}"/>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3" name="Group 2">
            <a:extLst>
              <a:ext uri="{FF2B5EF4-FFF2-40B4-BE49-F238E27FC236}">
                <a16:creationId xmlns:a16="http://schemas.microsoft.com/office/drawing/2014/main" id="{4DDA2B42-149F-7889-73F5-F477CDA98DAA}"/>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4" name="Graphic 3">
              <a:extLst>
                <a:ext uri="{FF2B5EF4-FFF2-40B4-BE49-F238E27FC236}">
                  <a16:creationId xmlns:a16="http://schemas.microsoft.com/office/drawing/2014/main" id="{DF69ABC1-670A-EF0D-7C56-BD06F9D0251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42790667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a:extLst>
              <a:ext uri="{FF2B5EF4-FFF2-40B4-BE49-F238E27FC236}">
                <a16:creationId xmlns:a16="http://schemas.microsoft.com/office/drawing/2014/main" id="{835715C9-752F-27C5-8AC2-5672C84C612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26932978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ithout titl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371D70F-68B5-DD4A-6E9F-DB676EF7BC3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28836906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3729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48785D0-F5D7-C2BD-C6A9-98DBFBDFE1F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10822330" y="1"/>
            <a:ext cx="1369670" cy="1369670"/>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Content Placeholder 2">
            <a:extLst>
              <a:ext uri="{FF2B5EF4-FFF2-40B4-BE49-F238E27FC236}">
                <a16:creationId xmlns:a16="http://schemas.microsoft.com/office/drawing/2014/main" id="{4F4ECEB7-E07A-7A71-72F2-6E250063872D}"/>
              </a:ext>
            </a:extLst>
          </p:cNvPr>
          <p:cNvSpPr>
            <a:spLocks noGrp="1"/>
          </p:cNvSpPr>
          <p:nvPr>
            <p:ph idx="12" hasCustomPrompt="1"/>
          </p:nvPr>
        </p:nvSpPr>
        <p:spPr>
          <a:xfrm>
            <a:off x="428624"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9" name="Content Placeholder 2">
            <a:extLst>
              <a:ext uri="{FF2B5EF4-FFF2-40B4-BE49-F238E27FC236}">
                <a16:creationId xmlns:a16="http://schemas.microsoft.com/office/drawing/2014/main" id="{32FF7271-3C8C-31AB-981B-7467A0E264E1}"/>
              </a:ext>
            </a:extLst>
          </p:cNvPr>
          <p:cNvSpPr>
            <a:spLocks noGrp="1"/>
          </p:cNvSpPr>
          <p:nvPr>
            <p:ph idx="13" hasCustomPrompt="1"/>
          </p:nvPr>
        </p:nvSpPr>
        <p:spPr>
          <a:xfrm>
            <a:off x="6280150"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Slide Number Placeholder 5">
            <a:extLst>
              <a:ext uri="{FF2B5EF4-FFF2-40B4-BE49-F238E27FC236}">
                <a16:creationId xmlns:a16="http://schemas.microsoft.com/office/drawing/2014/main" id="{DD5FC312-F0E9-0D35-0A90-49621D92794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cxnSp>
        <p:nvCxnSpPr>
          <p:cNvPr id="3" name="Straight Connector 2">
            <a:extLst>
              <a:ext uri="{FF2B5EF4-FFF2-40B4-BE49-F238E27FC236}">
                <a16:creationId xmlns:a16="http://schemas.microsoft.com/office/drawing/2014/main" id="{1E0EAC6A-A6C2-66A3-C8C0-3F5ABACF7D2C}"/>
              </a:ext>
              <a:ext uri="{C183D7F6-B498-43B3-948B-1728B52AA6E4}">
                <adec:decorative xmlns:adec="http://schemas.microsoft.com/office/drawing/2017/decorative" val="1"/>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1170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Text Placeholder 11">
            <a:extLst>
              <a:ext uri="{FF2B5EF4-FFF2-40B4-BE49-F238E27FC236}">
                <a16:creationId xmlns:a16="http://schemas.microsoft.com/office/drawing/2014/main" id="{2387BA6D-A7AE-3F35-E292-AB3A29B17098}"/>
              </a:ext>
            </a:extLst>
          </p:cNvPr>
          <p:cNvSpPr>
            <a:spLocks noGrp="1"/>
          </p:cNvSpPr>
          <p:nvPr>
            <p:ph type="body" sz="quarter" idx="13" hasCustomPrompt="1"/>
          </p:nvPr>
        </p:nvSpPr>
        <p:spPr>
          <a:xfrm>
            <a:off x="428624"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9" name="Text Placeholder 11">
            <a:extLst>
              <a:ext uri="{FF2B5EF4-FFF2-40B4-BE49-F238E27FC236}">
                <a16:creationId xmlns:a16="http://schemas.microsoft.com/office/drawing/2014/main" id="{53EC500C-DC96-24C1-FB6D-38F10FFA079E}"/>
              </a:ext>
              <a:ext uri="{C183D7F6-B498-43B3-948B-1728B52AA6E4}">
                <adec:decorative xmlns:adec="http://schemas.microsoft.com/office/drawing/2017/decorative" val="0"/>
              </a:ext>
            </a:extLst>
          </p:cNvPr>
          <p:cNvSpPr>
            <a:spLocks noGrp="1"/>
          </p:cNvSpPr>
          <p:nvPr>
            <p:ph type="body" sz="quarter" idx="14" hasCustomPrompt="1"/>
          </p:nvPr>
        </p:nvSpPr>
        <p:spPr>
          <a:xfrm>
            <a:off x="4312920"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10" name="Text Placeholder 11">
            <a:extLst>
              <a:ext uri="{FF2B5EF4-FFF2-40B4-BE49-F238E27FC236}">
                <a16:creationId xmlns:a16="http://schemas.microsoft.com/office/drawing/2014/main" id="{4B8D4FE2-3660-5569-5772-F7846E85E0EF}"/>
              </a:ext>
            </a:extLst>
          </p:cNvPr>
          <p:cNvSpPr>
            <a:spLocks noGrp="1"/>
          </p:cNvSpPr>
          <p:nvPr>
            <p:ph type="body" sz="quarter" idx="15" hasCustomPrompt="1"/>
          </p:nvPr>
        </p:nvSpPr>
        <p:spPr>
          <a:xfrm>
            <a:off x="8197215"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6" name="Slide Number Placeholder 5">
            <a:extLst>
              <a:ext uri="{FF2B5EF4-FFF2-40B4-BE49-F238E27FC236}">
                <a16:creationId xmlns:a16="http://schemas.microsoft.com/office/drawing/2014/main" id="{AB30C074-8F33-E5B3-9A55-D11D3E78E9B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7" name="Group 6">
            <a:extLst>
              <a:ext uri="{FF2B5EF4-FFF2-40B4-BE49-F238E27FC236}">
                <a16:creationId xmlns:a16="http://schemas.microsoft.com/office/drawing/2014/main" id="{B2B30B23-ADB1-011C-633E-A9D3A14F4F80}"/>
              </a:ext>
              <a:ext uri="{C183D7F6-B498-43B3-948B-1728B52AA6E4}">
                <adec:decorative xmlns:adec="http://schemas.microsoft.com/office/drawing/2017/decorative" val="1"/>
              </a:ext>
            </a:extLst>
          </p:cNvPr>
          <p:cNvGrpSpPr/>
          <p:nvPr userDrawn="1"/>
        </p:nvGrpSpPr>
        <p:grpSpPr>
          <a:xfrm>
            <a:off x="4153852" y="1446213"/>
            <a:ext cx="3884296" cy="4630737"/>
            <a:chOff x="4153852" y="1446213"/>
            <a:chExt cx="3884296" cy="4630737"/>
          </a:xfrm>
        </p:grpSpPr>
        <p:cxnSp>
          <p:nvCxnSpPr>
            <p:cNvPr id="3" name="Straight Connector 2">
              <a:extLst>
                <a:ext uri="{FF2B5EF4-FFF2-40B4-BE49-F238E27FC236}">
                  <a16:creationId xmlns:a16="http://schemas.microsoft.com/office/drawing/2014/main" id="{F8A737D2-6B87-DFC3-DA84-6860E12B811E}"/>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5432266-537A-E53F-5875-D324F4DFC0A5}"/>
                </a:ext>
                <a:ext uri="{C183D7F6-B498-43B3-948B-1728B52AA6E4}">
                  <adec:decorative xmlns:adec="http://schemas.microsoft.com/office/drawing/2017/decorative" val="1"/>
                </a:ext>
              </a:extLst>
            </p:cNvPr>
            <p:cNvCxnSpPr>
              <a:cxnSpLocks/>
            </p:cNvCxnSpPr>
            <p:nvPr userDrawn="1"/>
          </p:nvCxnSpPr>
          <p:spPr>
            <a:xfrm>
              <a:off x="8038148"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33764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3">
            <a:extLst>
              <a:ext uri="{FF2B5EF4-FFF2-40B4-BE49-F238E27FC236}">
                <a16:creationId xmlns:a16="http://schemas.microsoft.com/office/drawing/2014/main" id="{AC80D85C-7F74-EF15-F42E-B26573598E05}"/>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6" name="Content Placeholder 2">
            <a:extLst>
              <a:ext uri="{FF2B5EF4-FFF2-40B4-BE49-F238E27FC236}">
                <a16:creationId xmlns:a16="http://schemas.microsoft.com/office/drawing/2014/main" id="{5700FE41-5068-BC51-A4B6-593B5760B3DE}"/>
              </a:ext>
            </a:extLst>
          </p:cNvPr>
          <p:cNvSpPr>
            <a:spLocks noGrp="1"/>
          </p:cNvSpPr>
          <p:nvPr>
            <p:ph idx="12" hasCustomPrompt="1"/>
          </p:nvPr>
        </p:nvSpPr>
        <p:spPr>
          <a:xfrm>
            <a:off x="428624"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Text Placeholder 3">
            <a:extLst>
              <a:ext uri="{FF2B5EF4-FFF2-40B4-BE49-F238E27FC236}">
                <a16:creationId xmlns:a16="http://schemas.microsoft.com/office/drawing/2014/main" id="{A0D33B2D-3680-CFA8-4922-DC944983F91C}"/>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7" name="Content Placeholder 2">
            <a:extLst>
              <a:ext uri="{FF2B5EF4-FFF2-40B4-BE49-F238E27FC236}">
                <a16:creationId xmlns:a16="http://schemas.microsoft.com/office/drawing/2014/main" id="{7D652B75-AA09-638D-B391-9800623F8056}"/>
              </a:ext>
            </a:extLst>
          </p:cNvPr>
          <p:cNvSpPr>
            <a:spLocks noGrp="1"/>
          </p:cNvSpPr>
          <p:nvPr>
            <p:ph idx="23" hasCustomPrompt="1"/>
          </p:nvPr>
        </p:nvSpPr>
        <p:spPr>
          <a:xfrm>
            <a:off x="6280150"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1C26462A-B24E-6496-B1DF-273A6106E18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cxnSp>
        <p:nvCxnSpPr>
          <p:cNvPr id="24" name="Straight Connector 23">
            <a:extLst>
              <a:ext uri="{FF2B5EF4-FFF2-40B4-BE49-F238E27FC236}">
                <a16:creationId xmlns:a16="http://schemas.microsoft.com/office/drawing/2014/main" id="{211BA7B0-5B3E-37FB-ABC1-62CDDC761C13}"/>
              </a:ext>
              <a:ext uri="{C183D7F6-B498-43B3-948B-1728B52AA6E4}">
                <adec:decorative xmlns:adec="http://schemas.microsoft.com/office/drawing/2017/decorative" val="1"/>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2383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D9F1CD4A-4EE0-2AF7-2ECD-C8C5F0390D21}"/>
              </a:ext>
              <a:ext uri="{C183D7F6-B498-43B3-948B-1728B52AA6E4}">
                <adec:decorative xmlns:adec="http://schemas.microsoft.com/office/drawing/2017/decorative" val="1"/>
              </a:ext>
            </a:extLst>
          </p:cNvPr>
          <p:cNvGrpSpPr/>
          <p:nvPr userDrawn="1"/>
        </p:nvGrpSpPr>
        <p:grpSpPr>
          <a:xfrm>
            <a:off x="4153852" y="1446213"/>
            <a:ext cx="3892977" cy="4630737"/>
            <a:chOff x="4153852" y="1446213"/>
            <a:chExt cx="3892977" cy="4630737"/>
          </a:xfrm>
        </p:grpSpPr>
        <p:cxnSp>
          <p:nvCxnSpPr>
            <p:cNvPr id="7" name="Straight Connector 6">
              <a:extLst>
                <a:ext uri="{FF2B5EF4-FFF2-40B4-BE49-F238E27FC236}">
                  <a16:creationId xmlns:a16="http://schemas.microsoft.com/office/drawing/2014/main" id="{8055F457-6C59-9205-5BC8-37A6E312F763}"/>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322889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36933FFB-20BC-0D38-2EC5-3BBF25322C4E}"/>
              </a:ext>
            </a:extLst>
          </p:cNvPr>
          <p:cNvSpPr>
            <a:spLocks noGrp="1"/>
          </p:cNvSpPr>
          <p:nvPr>
            <p:ph type="body" sz="quarter" idx="21" hasCustomPrompt="1"/>
          </p:nvPr>
        </p:nvSpPr>
        <p:spPr>
          <a:xfrm>
            <a:off x="428624" y="1446213"/>
            <a:ext cx="265176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7" name="Text Placeholder 3">
            <a:extLst>
              <a:ext uri="{FF2B5EF4-FFF2-40B4-BE49-F238E27FC236}">
                <a16:creationId xmlns:a16="http://schemas.microsoft.com/office/drawing/2014/main" id="{D8C626AA-D212-61A1-DE59-8BBEC3A26C74}"/>
              </a:ext>
            </a:extLst>
          </p:cNvPr>
          <p:cNvSpPr>
            <a:spLocks noGrp="1"/>
          </p:cNvSpPr>
          <p:nvPr>
            <p:ph type="body" sz="quarter" idx="22" hasCustomPrompt="1"/>
          </p:nvPr>
        </p:nvSpPr>
        <p:spPr>
          <a:xfrm>
            <a:off x="3327006" y="1446213"/>
            <a:ext cx="265176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3327006"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9" name="Text Placeholder 3">
            <a:extLst>
              <a:ext uri="{FF2B5EF4-FFF2-40B4-BE49-F238E27FC236}">
                <a16:creationId xmlns:a16="http://schemas.microsoft.com/office/drawing/2014/main" id="{8A1CCB88-A172-FFF7-96EB-550E3A48F216}"/>
              </a:ext>
            </a:extLst>
          </p:cNvPr>
          <p:cNvSpPr>
            <a:spLocks noGrp="1"/>
          </p:cNvSpPr>
          <p:nvPr>
            <p:ph type="body" sz="quarter" idx="23" hasCustomPrompt="1"/>
          </p:nvPr>
        </p:nvSpPr>
        <p:spPr>
          <a:xfrm>
            <a:off x="6225388" y="1446213"/>
            <a:ext cx="265176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6225388"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Text Placeholder 3">
            <a:extLst>
              <a:ext uri="{FF2B5EF4-FFF2-40B4-BE49-F238E27FC236}">
                <a16:creationId xmlns:a16="http://schemas.microsoft.com/office/drawing/2014/main" id="{5FB728DE-EE08-176A-4432-66A0B7D88664}"/>
              </a:ext>
            </a:extLst>
          </p:cNvPr>
          <p:cNvSpPr>
            <a:spLocks noGrp="1"/>
          </p:cNvSpPr>
          <p:nvPr>
            <p:ph type="body" sz="quarter" idx="24" hasCustomPrompt="1"/>
          </p:nvPr>
        </p:nvSpPr>
        <p:spPr>
          <a:xfrm>
            <a:off x="9123770" y="1446213"/>
            <a:ext cx="265176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6A06F20C-3D16-6913-4223-0510D4DCF1F2}"/>
              </a:ext>
            </a:extLst>
          </p:cNvPr>
          <p:cNvSpPr>
            <a:spLocks noGrp="1"/>
          </p:cNvSpPr>
          <p:nvPr>
            <p:ph type="body" sz="quarter" idx="19" hasCustomPrompt="1"/>
          </p:nvPr>
        </p:nvSpPr>
        <p:spPr>
          <a:xfrm>
            <a:off x="9123770"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4" name="Slide Number Placeholder 5">
            <a:extLst>
              <a:ext uri="{FF2B5EF4-FFF2-40B4-BE49-F238E27FC236}">
                <a16:creationId xmlns:a16="http://schemas.microsoft.com/office/drawing/2014/main" id="{F39A5C7C-FF3B-791E-7112-DA49F4D0B1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5" name="Group 4">
            <a:extLst>
              <a:ext uri="{FF2B5EF4-FFF2-40B4-BE49-F238E27FC236}">
                <a16:creationId xmlns:a16="http://schemas.microsoft.com/office/drawing/2014/main" id="{6835ACEF-14AA-8811-AB5D-3938B97AC12C}"/>
              </a:ext>
              <a:ext uri="{C183D7F6-B498-43B3-948B-1728B52AA6E4}">
                <adec:decorative xmlns:adec="http://schemas.microsoft.com/office/drawing/2017/decorative" val="1"/>
              </a:ext>
            </a:extLst>
          </p:cNvPr>
          <p:cNvGrpSpPr/>
          <p:nvPr userDrawn="1"/>
        </p:nvGrpSpPr>
        <p:grpSpPr>
          <a:xfrm>
            <a:off x="3203695" y="1446213"/>
            <a:ext cx="5796764" cy="4630737"/>
            <a:chOff x="3203695" y="1446213"/>
            <a:chExt cx="5796764" cy="4630737"/>
          </a:xfrm>
        </p:grpSpPr>
        <p:cxnSp>
          <p:nvCxnSpPr>
            <p:cNvPr id="11" name="Straight Connector 10">
              <a:extLst>
                <a:ext uri="{FF2B5EF4-FFF2-40B4-BE49-F238E27FC236}">
                  <a16:creationId xmlns:a16="http://schemas.microsoft.com/office/drawing/2014/main" id="{BBA5152D-90F9-841D-EC13-0030AD385EBB}"/>
                </a:ext>
              </a:extLst>
            </p:cNvPr>
            <p:cNvCxnSpPr>
              <a:cxnSpLocks/>
            </p:cNvCxnSpPr>
            <p:nvPr userDrawn="1"/>
          </p:nvCxnSpPr>
          <p:spPr>
            <a:xfrm>
              <a:off x="3203695"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A886867-C5AE-7140-EDF8-D3A5947BBA94}"/>
                </a:ext>
              </a:extLst>
            </p:cNvPr>
            <p:cNvCxnSpPr>
              <a:cxnSpLocks/>
            </p:cNvCxnSpPr>
            <p:nvPr userDrawn="1"/>
          </p:nvCxnSpPr>
          <p:spPr>
            <a:xfrm>
              <a:off x="610207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83FCCB-2C9D-3E40-0646-FB598DF53981}"/>
                </a:ext>
              </a:extLst>
            </p:cNvPr>
            <p:cNvCxnSpPr>
              <a:cxnSpLocks/>
            </p:cNvCxnSpPr>
            <p:nvPr userDrawn="1"/>
          </p:nvCxnSpPr>
          <p:spPr>
            <a:xfrm>
              <a:off x="900045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019586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Text Placeholder 3">
            <a:extLst>
              <a:ext uri="{FF2B5EF4-FFF2-40B4-BE49-F238E27FC236}">
                <a16:creationId xmlns:a16="http://schemas.microsoft.com/office/drawing/2014/main" id="{C2CA012C-3387-F6E7-BD07-7F68D4FD7B29}"/>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9" name="Text Placeholder 3">
            <a:extLst>
              <a:ext uri="{FF2B5EF4-FFF2-40B4-BE49-F238E27FC236}">
                <a16:creationId xmlns:a16="http://schemas.microsoft.com/office/drawing/2014/main" id="{28E350C6-C030-D9A7-8FFE-0C6BE159F13B}"/>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3" name="Slide Number Placeholder 5">
            <a:extLst>
              <a:ext uri="{FF2B5EF4-FFF2-40B4-BE49-F238E27FC236}">
                <a16:creationId xmlns:a16="http://schemas.microsoft.com/office/drawing/2014/main" id="{B5B1AEC1-40BF-926F-B166-C26EDD113684}"/>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4" name="Picture Placeholder 3">
            <a:extLst>
              <a:ext uri="{FF2B5EF4-FFF2-40B4-BE49-F238E27FC236}">
                <a16:creationId xmlns:a16="http://schemas.microsoft.com/office/drawing/2014/main" id="{D273CDCD-A3ED-25B5-B18D-BDF48020EDDD}"/>
              </a:ext>
              <a:ext uri="{C183D7F6-B498-43B3-948B-1728B52AA6E4}">
                <adec:decorative xmlns:adec="http://schemas.microsoft.com/office/drawing/2017/decorative" val="1"/>
              </a:ext>
            </a:extLst>
          </p:cNvPr>
          <p:cNvSpPr>
            <a:spLocks noGrp="1"/>
          </p:cNvSpPr>
          <p:nvPr>
            <p:ph type="pic" sz="quarter" idx="17"/>
          </p:nvPr>
        </p:nvSpPr>
        <p:spPr>
          <a:xfrm>
            <a:off x="428624" y="1994854"/>
            <a:ext cx="5486400" cy="4082096"/>
          </a:xfrm>
        </p:spPr>
        <p:txBody>
          <a:bodyPr anchor="ctr"/>
          <a:lstStyle>
            <a:lvl1pPr marL="0" indent="0" algn="ctr">
              <a:buNone/>
              <a:defRPr/>
            </a:lvl1pPr>
          </a:lstStyle>
          <a:p>
            <a:r>
              <a:rPr lang="fr-FR"/>
              <a:t>Cliquez sur l'icône pour ajouter une image</a:t>
            </a:r>
            <a:endParaRPr lang="en-US"/>
          </a:p>
        </p:txBody>
      </p:sp>
      <p:sp>
        <p:nvSpPr>
          <p:cNvPr id="5" name="Picture Placeholder 3">
            <a:extLst>
              <a:ext uri="{FF2B5EF4-FFF2-40B4-BE49-F238E27FC236}">
                <a16:creationId xmlns:a16="http://schemas.microsoft.com/office/drawing/2014/main" id="{64FC30F8-E61C-6616-BF60-9AFD9F7EBEC9}"/>
              </a:ext>
              <a:ext uri="{C183D7F6-B498-43B3-948B-1728B52AA6E4}">
                <adec:decorative xmlns:adec="http://schemas.microsoft.com/office/drawing/2017/decorative" val="1"/>
              </a:ext>
            </a:extLst>
          </p:cNvPr>
          <p:cNvSpPr>
            <a:spLocks noGrp="1"/>
          </p:cNvSpPr>
          <p:nvPr>
            <p:ph type="pic" sz="quarter" idx="18"/>
          </p:nvPr>
        </p:nvSpPr>
        <p:spPr>
          <a:xfrm>
            <a:off x="6280150" y="1994854"/>
            <a:ext cx="5486400" cy="4082096"/>
          </a:xfr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42506888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5C2280E2-8456-6A59-68C6-B002ACDE4A5D}"/>
              </a:ext>
            </a:extLst>
          </p:cNvPr>
          <p:cNvSpPr>
            <a:spLocks noGrp="1"/>
          </p:cNvSpPr>
          <p:nvPr>
            <p:ph type="body" sz="quarter" idx="22"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7" name="Text Placeholder 3">
            <a:extLst>
              <a:ext uri="{FF2B5EF4-FFF2-40B4-BE49-F238E27FC236}">
                <a16:creationId xmlns:a16="http://schemas.microsoft.com/office/drawing/2014/main" id="{52CCFF94-B857-D8DC-B2CD-0FFF4A50C300}"/>
              </a:ext>
            </a:extLst>
          </p:cNvPr>
          <p:cNvSpPr>
            <a:spLocks noGrp="1"/>
          </p:cNvSpPr>
          <p:nvPr>
            <p:ph type="body" sz="quarter" idx="23"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9" name="Text Placeholder 3">
            <a:extLst>
              <a:ext uri="{FF2B5EF4-FFF2-40B4-BE49-F238E27FC236}">
                <a16:creationId xmlns:a16="http://schemas.microsoft.com/office/drawing/2014/main" id="{3242A419-9A8D-61BF-51EB-69513EA5BE23}"/>
              </a:ext>
            </a:extLst>
          </p:cNvPr>
          <p:cNvSpPr>
            <a:spLocks noGrp="1"/>
          </p:cNvSpPr>
          <p:nvPr>
            <p:ph type="body" sz="quarter" idx="24"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a:t>Heading</a:t>
            </a:r>
          </a:p>
        </p:txBody>
      </p:sp>
      <p:sp>
        <p:nvSpPr>
          <p:cNvPr id="10" name="Slide Number Placeholder 5">
            <a:extLst>
              <a:ext uri="{FF2B5EF4-FFF2-40B4-BE49-F238E27FC236}">
                <a16:creationId xmlns:a16="http://schemas.microsoft.com/office/drawing/2014/main" id="{3D7EF800-D5AD-6EA2-68D5-8EACC1DBE5E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3" name="Picture Placeholder 3">
            <a:extLst>
              <a:ext uri="{FF2B5EF4-FFF2-40B4-BE49-F238E27FC236}">
                <a16:creationId xmlns:a16="http://schemas.microsoft.com/office/drawing/2014/main" id="{3ABED1DD-3627-3441-AC4C-69C0E51BE10F}"/>
              </a:ext>
              <a:ext uri="{C183D7F6-B498-43B3-948B-1728B52AA6E4}">
                <adec:decorative xmlns:adec="http://schemas.microsoft.com/office/drawing/2017/decorative" val="1"/>
              </a:ext>
            </a:extLst>
          </p:cNvPr>
          <p:cNvSpPr>
            <a:spLocks noGrp="1"/>
          </p:cNvSpPr>
          <p:nvPr>
            <p:ph type="pic" sz="quarter" idx="19"/>
          </p:nvPr>
        </p:nvSpPr>
        <p:spPr>
          <a:xfrm>
            <a:off x="428624" y="1994854"/>
            <a:ext cx="3566160" cy="4082096"/>
          </a:xfrm>
        </p:spPr>
        <p:txBody>
          <a:bodyPr anchor="ctr"/>
          <a:lstStyle>
            <a:lvl1pPr marL="0" indent="0" algn="ctr">
              <a:buNone/>
              <a:defRPr sz="1400"/>
            </a:lvl1pPr>
          </a:lstStyle>
          <a:p>
            <a:r>
              <a:rPr lang="fr-FR"/>
              <a:t>Cliquez sur l'icône pour ajouter une image</a:t>
            </a:r>
            <a:endParaRPr lang="en-US"/>
          </a:p>
        </p:txBody>
      </p:sp>
      <p:sp>
        <p:nvSpPr>
          <p:cNvPr id="4" name="Picture Placeholder 3">
            <a:extLst>
              <a:ext uri="{FF2B5EF4-FFF2-40B4-BE49-F238E27FC236}">
                <a16:creationId xmlns:a16="http://schemas.microsoft.com/office/drawing/2014/main" id="{2918F928-6CA5-FEF8-D882-6AA9F401BE7D}"/>
              </a:ext>
              <a:ext uri="{C183D7F6-B498-43B3-948B-1728B52AA6E4}">
                <adec:decorative xmlns:adec="http://schemas.microsoft.com/office/drawing/2017/decorative" val="1"/>
              </a:ext>
            </a:extLst>
          </p:cNvPr>
          <p:cNvSpPr>
            <a:spLocks noGrp="1"/>
          </p:cNvSpPr>
          <p:nvPr>
            <p:ph type="pic" sz="quarter" idx="20"/>
          </p:nvPr>
        </p:nvSpPr>
        <p:spPr>
          <a:xfrm>
            <a:off x="4318707" y="1994854"/>
            <a:ext cx="3566160" cy="4082096"/>
          </a:xfrm>
        </p:spPr>
        <p:txBody>
          <a:bodyPr anchor="ctr"/>
          <a:lstStyle>
            <a:lvl1pPr marL="0" indent="0" algn="ctr">
              <a:buNone/>
              <a:defRPr sz="1400"/>
            </a:lvl1pPr>
          </a:lstStyle>
          <a:p>
            <a:r>
              <a:rPr lang="fr-FR"/>
              <a:t>Cliquez sur l'icône pour ajouter une image</a:t>
            </a:r>
            <a:endParaRPr lang="en-US"/>
          </a:p>
        </p:txBody>
      </p:sp>
      <p:sp>
        <p:nvSpPr>
          <p:cNvPr id="5" name="Picture Placeholder 3">
            <a:extLst>
              <a:ext uri="{FF2B5EF4-FFF2-40B4-BE49-F238E27FC236}">
                <a16:creationId xmlns:a16="http://schemas.microsoft.com/office/drawing/2014/main" id="{0ED812F7-BF5D-DF64-7216-C1D7D0E71804}"/>
              </a:ext>
              <a:ext uri="{C183D7F6-B498-43B3-948B-1728B52AA6E4}">
                <adec:decorative xmlns:adec="http://schemas.microsoft.com/office/drawing/2017/decorative" val="1"/>
              </a:ext>
            </a:extLst>
          </p:cNvPr>
          <p:cNvSpPr>
            <a:spLocks noGrp="1"/>
          </p:cNvSpPr>
          <p:nvPr>
            <p:ph type="pic" sz="quarter" idx="21"/>
          </p:nvPr>
        </p:nvSpPr>
        <p:spPr>
          <a:xfrm>
            <a:off x="8208790" y="1994854"/>
            <a:ext cx="3566160" cy="4082096"/>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37511452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3">
            <a:extLst>
              <a:ext uri="{FF2B5EF4-FFF2-40B4-BE49-F238E27FC236}">
                <a16:creationId xmlns:a16="http://schemas.microsoft.com/office/drawing/2014/main" id="{3B4DF86C-4686-D09F-9CDD-05397E5EA11B}"/>
              </a:ext>
            </a:extLst>
          </p:cNvPr>
          <p:cNvSpPr>
            <a:spLocks noGrp="1"/>
          </p:cNvSpPr>
          <p:nvPr>
            <p:ph type="body" sz="quarter" idx="25" hasCustomPrompt="1"/>
          </p:nvPr>
        </p:nvSpPr>
        <p:spPr>
          <a:xfrm>
            <a:off x="428624" y="1446213"/>
            <a:ext cx="269748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4" name="Text Placeholder 3">
            <a:extLst>
              <a:ext uri="{FF2B5EF4-FFF2-40B4-BE49-F238E27FC236}">
                <a16:creationId xmlns:a16="http://schemas.microsoft.com/office/drawing/2014/main" id="{464460DE-EC5C-7D9A-E60B-C77EBEE2719C}"/>
              </a:ext>
            </a:extLst>
          </p:cNvPr>
          <p:cNvSpPr>
            <a:spLocks noGrp="1"/>
          </p:cNvSpPr>
          <p:nvPr>
            <p:ph type="body" sz="quarter" idx="26" hasCustomPrompt="1"/>
          </p:nvPr>
        </p:nvSpPr>
        <p:spPr>
          <a:xfrm>
            <a:off x="3311573" y="1446213"/>
            <a:ext cx="269748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5" name="Text Placeholder 3">
            <a:extLst>
              <a:ext uri="{FF2B5EF4-FFF2-40B4-BE49-F238E27FC236}">
                <a16:creationId xmlns:a16="http://schemas.microsoft.com/office/drawing/2014/main" id="{572B8F90-4F7E-E6C3-8446-7D3736C9E4B6}"/>
              </a:ext>
            </a:extLst>
          </p:cNvPr>
          <p:cNvSpPr>
            <a:spLocks noGrp="1"/>
          </p:cNvSpPr>
          <p:nvPr>
            <p:ph type="body" sz="quarter" idx="27" hasCustomPrompt="1"/>
          </p:nvPr>
        </p:nvSpPr>
        <p:spPr>
          <a:xfrm>
            <a:off x="6194522" y="1446213"/>
            <a:ext cx="269748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6" name="Text Placeholder 3">
            <a:extLst>
              <a:ext uri="{FF2B5EF4-FFF2-40B4-BE49-F238E27FC236}">
                <a16:creationId xmlns:a16="http://schemas.microsoft.com/office/drawing/2014/main" id="{DE7EB277-5C78-54AF-0C0C-DA543BC54271}"/>
              </a:ext>
            </a:extLst>
          </p:cNvPr>
          <p:cNvSpPr>
            <a:spLocks noGrp="1"/>
          </p:cNvSpPr>
          <p:nvPr>
            <p:ph type="body" sz="quarter" idx="28" hasCustomPrompt="1"/>
          </p:nvPr>
        </p:nvSpPr>
        <p:spPr>
          <a:xfrm>
            <a:off x="9077470" y="1446213"/>
            <a:ext cx="269748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7" name="Slide Number Placeholder 5">
            <a:extLst>
              <a:ext uri="{FF2B5EF4-FFF2-40B4-BE49-F238E27FC236}">
                <a16:creationId xmlns:a16="http://schemas.microsoft.com/office/drawing/2014/main" id="{F695E5FE-6AE6-5F54-59EB-08105E1B827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994854"/>
            <a:ext cx="2697480" cy="4082096"/>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3311573" y="1994854"/>
            <a:ext cx="2697480" cy="4082096"/>
          </a:xfrm>
        </p:spPr>
        <p:txBody>
          <a:bodyPr anchor="ctr"/>
          <a:lstStyle>
            <a:lvl1pPr marL="0" indent="0" algn="ctr">
              <a:buNone/>
              <a:defRPr sz="1400"/>
            </a:lvl1pPr>
          </a:lstStyle>
          <a:p>
            <a:r>
              <a:rPr lang="fr-FR"/>
              <a:t>Cliquez sur l'icône pour ajouter une image</a:t>
            </a:r>
            <a:endParaRPr lang="en-US"/>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6194522" y="1994854"/>
            <a:ext cx="2697480" cy="4082096"/>
          </a:xfrm>
        </p:spPr>
        <p:txBody>
          <a:bodyPr anchor="ctr"/>
          <a:lstStyle>
            <a:lvl1pPr marL="0" indent="0" algn="ctr">
              <a:buNone/>
              <a:defRPr sz="1400"/>
            </a:lvl1pPr>
          </a:lstStyle>
          <a:p>
            <a:r>
              <a:rPr lang="fr-FR"/>
              <a:t>Cliquez sur l'icône pour ajouter une image</a:t>
            </a:r>
            <a:endParaRPr lang="en-US"/>
          </a:p>
        </p:txBody>
      </p:sp>
      <p:sp>
        <p:nvSpPr>
          <p:cNvPr id="26" name="Picture Placeholder 3">
            <a:extLst>
              <a:ext uri="{FF2B5EF4-FFF2-40B4-BE49-F238E27FC236}">
                <a16:creationId xmlns:a16="http://schemas.microsoft.com/office/drawing/2014/main" id="{A45CB8E2-394E-796C-52EE-17D17DF169E6}"/>
              </a:ext>
              <a:ext uri="{C183D7F6-B498-43B3-948B-1728B52AA6E4}">
                <adec:decorative xmlns:adec="http://schemas.microsoft.com/office/drawing/2017/decorative" val="1"/>
              </a:ext>
            </a:extLst>
          </p:cNvPr>
          <p:cNvSpPr>
            <a:spLocks noGrp="1"/>
          </p:cNvSpPr>
          <p:nvPr>
            <p:ph type="pic" sz="quarter" idx="22"/>
          </p:nvPr>
        </p:nvSpPr>
        <p:spPr>
          <a:xfrm>
            <a:off x="9077470" y="1994854"/>
            <a:ext cx="2697480" cy="4082096"/>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4359391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5" name="Text Placeholder 3">
            <a:extLst>
              <a:ext uri="{FF2B5EF4-FFF2-40B4-BE49-F238E27FC236}">
                <a16:creationId xmlns:a16="http://schemas.microsoft.com/office/drawing/2014/main" id="{14016A94-A7DE-DAE3-0EE2-A8FF8619D3F5}"/>
              </a:ext>
            </a:extLst>
          </p:cNvPr>
          <p:cNvSpPr>
            <a:spLocks noGrp="1"/>
          </p:cNvSpPr>
          <p:nvPr>
            <p:ph type="body" sz="quarter" idx="22" hasCustomPrompt="1"/>
          </p:nvPr>
        </p:nvSpPr>
        <p:spPr>
          <a:xfrm>
            <a:off x="428624" y="2968820"/>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9" name="Content Placeholder 2">
            <a:extLst>
              <a:ext uri="{FF2B5EF4-FFF2-40B4-BE49-F238E27FC236}">
                <a16:creationId xmlns:a16="http://schemas.microsoft.com/office/drawing/2014/main" id="{8145BD5C-F8FB-36C9-4EE1-AB37715D6736}"/>
              </a:ext>
            </a:extLst>
          </p:cNvPr>
          <p:cNvSpPr>
            <a:spLocks noGrp="1"/>
          </p:cNvSpPr>
          <p:nvPr>
            <p:ph idx="12" hasCustomPrompt="1"/>
          </p:nvPr>
        </p:nvSpPr>
        <p:spPr>
          <a:xfrm>
            <a:off x="428624"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6" name="Text Placeholder 3">
            <a:extLst>
              <a:ext uri="{FF2B5EF4-FFF2-40B4-BE49-F238E27FC236}">
                <a16:creationId xmlns:a16="http://schemas.microsoft.com/office/drawing/2014/main" id="{0005BD77-4BBE-2F03-AFA8-87F126BB6A24}"/>
              </a:ext>
            </a:extLst>
          </p:cNvPr>
          <p:cNvSpPr>
            <a:spLocks noGrp="1"/>
          </p:cNvSpPr>
          <p:nvPr>
            <p:ph type="body" sz="quarter" idx="26" hasCustomPrompt="1"/>
          </p:nvPr>
        </p:nvSpPr>
        <p:spPr>
          <a:xfrm>
            <a:off x="6276978" y="2968820"/>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10" name="Content Placeholder 2">
            <a:extLst>
              <a:ext uri="{FF2B5EF4-FFF2-40B4-BE49-F238E27FC236}">
                <a16:creationId xmlns:a16="http://schemas.microsoft.com/office/drawing/2014/main" id="{4DA3DC55-D289-438E-D71E-EB8529434583}"/>
              </a:ext>
            </a:extLst>
          </p:cNvPr>
          <p:cNvSpPr>
            <a:spLocks noGrp="1"/>
          </p:cNvSpPr>
          <p:nvPr>
            <p:ph idx="27" hasCustomPrompt="1"/>
          </p:nvPr>
        </p:nvSpPr>
        <p:spPr>
          <a:xfrm>
            <a:off x="6276978"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7" name="Slide Number Placeholder 5">
            <a:extLst>
              <a:ext uri="{FF2B5EF4-FFF2-40B4-BE49-F238E27FC236}">
                <a16:creationId xmlns:a16="http://schemas.microsoft.com/office/drawing/2014/main" id="{DF72C938-C047-38AD-D83C-189C1AC036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5486400" cy="1522607"/>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6276978" y="1446213"/>
            <a:ext cx="5486400" cy="1522607"/>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17461230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ree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2C979499-D739-73B9-FE75-660BB28AD740}"/>
              </a:ext>
            </a:extLst>
          </p:cNvPr>
          <p:cNvSpPr>
            <a:spLocks noGrp="1"/>
          </p:cNvSpPr>
          <p:nvPr>
            <p:ph type="body" sz="quarter" idx="22" hasCustomPrompt="1"/>
          </p:nvPr>
        </p:nvSpPr>
        <p:spPr>
          <a:xfrm>
            <a:off x="428624" y="2968820"/>
            <a:ext cx="356616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7" name="Text Placeholder 3">
            <a:extLst>
              <a:ext uri="{FF2B5EF4-FFF2-40B4-BE49-F238E27FC236}">
                <a16:creationId xmlns:a16="http://schemas.microsoft.com/office/drawing/2014/main" id="{30756F07-9227-C871-FCFC-7AA0F5D4A4FB}"/>
              </a:ext>
            </a:extLst>
          </p:cNvPr>
          <p:cNvSpPr>
            <a:spLocks noGrp="1"/>
          </p:cNvSpPr>
          <p:nvPr>
            <p:ph type="body" sz="quarter" idx="27" hasCustomPrompt="1"/>
          </p:nvPr>
        </p:nvSpPr>
        <p:spPr>
          <a:xfrm>
            <a:off x="4312920" y="2968820"/>
            <a:ext cx="356616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4312920"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9" name="Text Placeholder 3">
            <a:extLst>
              <a:ext uri="{FF2B5EF4-FFF2-40B4-BE49-F238E27FC236}">
                <a16:creationId xmlns:a16="http://schemas.microsoft.com/office/drawing/2014/main" id="{2B6D4682-833F-2E78-0271-A3BC65DC1283}"/>
              </a:ext>
            </a:extLst>
          </p:cNvPr>
          <p:cNvSpPr>
            <a:spLocks noGrp="1"/>
          </p:cNvSpPr>
          <p:nvPr>
            <p:ph type="body" sz="quarter" idx="28" hasCustomPrompt="1"/>
          </p:nvPr>
        </p:nvSpPr>
        <p:spPr>
          <a:xfrm>
            <a:off x="8197215" y="2968820"/>
            <a:ext cx="356616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8197215"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Slide Number Placeholder 5">
            <a:extLst>
              <a:ext uri="{FF2B5EF4-FFF2-40B4-BE49-F238E27FC236}">
                <a16:creationId xmlns:a16="http://schemas.microsoft.com/office/drawing/2014/main" id="{08CA3288-0FCF-ED06-AD6E-E7CB3C8DC965}"/>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3566160" cy="1522607"/>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4312920" y="1446213"/>
            <a:ext cx="3566160" cy="1522607"/>
          </a:xfrm>
        </p:spPr>
        <p:txBody>
          <a:bodyPr anchor="ctr"/>
          <a:lstStyle>
            <a:lvl1pPr marL="0" indent="0" algn="ctr">
              <a:buNone/>
              <a:defRPr sz="1400"/>
            </a:lvl1pPr>
          </a:lstStyle>
          <a:p>
            <a:r>
              <a:rPr lang="fr-FR"/>
              <a:t>Cliquez sur l'icône pour ajouter une image</a:t>
            </a:r>
            <a:endParaRPr lang="en-US"/>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8197215" y="1446213"/>
            <a:ext cx="3566160" cy="1522607"/>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41922170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ur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58EA87E5-B00B-294C-9BEB-D8AB1DA7D633}"/>
              </a:ext>
            </a:extLst>
          </p:cNvPr>
          <p:cNvSpPr>
            <a:spLocks noGrp="1"/>
          </p:cNvSpPr>
          <p:nvPr>
            <p:ph type="body" sz="quarter" idx="28" hasCustomPrompt="1"/>
          </p:nvPr>
        </p:nvSpPr>
        <p:spPr>
          <a:xfrm>
            <a:off x="428624" y="2968820"/>
            <a:ext cx="269748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7" name="Text Placeholder 3">
            <a:extLst>
              <a:ext uri="{FF2B5EF4-FFF2-40B4-BE49-F238E27FC236}">
                <a16:creationId xmlns:a16="http://schemas.microsoft.com/office/drawing/2014/main" id="{2CC21B11-4BB9-E7F7-2D10-7A711FE51A2C}"/>
              </a:ext>
            </a:extLst>
          </p:cNvPr>
          <p:cNvSpPr>
            <a:spLocks noGrp="1"/>
          </p:cNvSpPr>
          <p:nvPr>
            <p:ph type="body" sz="quarter" idx="29" hasCustomPrompt="1"/>
          </p:nvPr>
        </p:nvSpPr>
        <p:spPr>
          <a:xfrm>
            <a:off x="3311573" y="2968820"/>
            <a:ext cx="269748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3311573"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1" name="Text Placeholder 3">
            <a:extLst>
              <a:ext uri="{FF2B5EF4-FFF2-40B4-BE49-F238E27FC236}">
                <a16:creationId xmlns:a16="http://schemas.microsoft.com/office/drawing/2014/main" id="{60624600-098D-4116-2BA4-B77914ACDD08}"/>
              </a:ext>
            </a:extLst>
          </p:cNvPr>
          <p:cNvSpPr>
            <a:spLocks noGrp="1"/>
          </p:cNvSpPr>
          <p:nvPr>
            <p:ph type="body" sz="quarter" idx="30" hasCustomPrompt="1"/>
          </p:nvPr>
        </p:nvSpPr>
        <p:spPr>
          <a:xfrm>
            <a:off x="6194522" y="2968820"/>
            <a:ext cx="269748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6194522"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3" name="Text Placeholder 3">
            <a:extLst>
              <a:ext uri="{FF2B5EF4-FFF2-40B4-BE49-F238E27FC236}">
                <a16:creationId xmlns:a16="http://schemas.microsoft.com/office/drawing/2014/main" id="{FBA7EB72-6B8C-7C86-47F1-FB927F697C15}"/>
              </a:ext>
            </a:extLst>
          </p:cNvPr>
          <p:cNvSpPr>
            <a:spLocks noGrp="1"/>
          </p:cNvSpPr>
          <p:nvPr>
            <p:ph type="body" sz="quarter" idx="31" hasCustomPrompt="1"/>
          </p:nvPr>
        </p:nvSpPr>
        <p:spPr>
          <a:xfrm>
            <a:off x="9077470" y="2968820"/>
            <a:ext cx="269748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9" name="Text Placeholder 11">
            <a:extLst>
              <a:ext uri="{FF2B5EF4-FFF2-40B4-BE49-F238E27FC236}">
                <a16:creationId xmlns:a16="http://schemas.microsoft.com/office/drawing/2014/main" id="{0FB8ABDB-A570-09B0-47F8-17E0EAF3EA3E}"/>
              </a:ext>
            </a:extLst>
          </p:cNvPr>
          <p:cNvSpPr>
            <a:spLocks noGrp="1"/>
          </p:cNvSpPr>
          <p:nvPr>
            <p:ph type="body" sz="quarter" idx="27" hasCustomPrompt="1"/>
          </p:nvPr>
        </p:nvSpPr>
        <p:spPr>
          <a:xfrm>
            <a:off x="9077470"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Slide Number Placeholder 5">
            <a:extLst>
              <a:ext uri="{FF2B5EF4-FFF2-40B4-BE49-F238E27FC236}">
                <a16:creationId xmlns:a16="http://schemas.microsoft.com/office/drawing/2014/main" id="{D8D0839C-757C-586E-BFC4-95B70BCF572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2697480" cy="1522607"/>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3311573" y="1446213"/>
            <a:ext cx="2697480" cy="1522607"/>
          </a:xfrm>
        </p:spPr>
        <p:txBody>
          <a:bodyPr anchor="ctr"/>
          <a:lstStyle>
            <a:lvl1pPr marL="0" indent="0" algn="ctr">
              <a:buNone/>
              <a:defRPr sz="1400"/>
            </a:lvl1pPr>
          </a:lstStyle>
          <a:p>
            <a:r>
              <a:rPr lang="fr-FR"/>
              <a:t>Cliquez sur l'icône pour ajouter une image</a:t>
            </a:r>
            <a:endParaRPr lang="en-US"/>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6194522" y="1446213"/>
            <a:ext cx="2697480" cy="1522607"/>
          </a:xfrm>
        </p:spPr>
        <p:txBody>
          <a:bodyPr anchor="ctr"/>
          <a:lstStyle>
            <a:lvl1pPr marL="0" indent="0" algn="ctr">
              <a:buNone/>
              <a:defRPr sz="1400"/>
            </a:lvl1pPr>
          </a:lstStyle>
          <a:p>
            <a:r>
              <a:rPr lang="fr-FR"/>
              <a:t>Cliquez sur l'icône pour ajouter une image</a:t>
            </a:r>
            <a:endParaRPr lang="en-US"/>
          </a:p>
        </p:txBody>
      </p:sp>
      <p:sp>
        <p:nvSpPr>
          <p:cNvPr id="26" name="Picture Placeholder 3">
            <a:extLst>
              <a:ext uri="{FF2B5EF4-FFF2-40B4-BE49-F238E27FC236}">
                <a16:creationId xmlns:a16="http://schemas.microsoft.com/office/drawing/2014/main" id="{A45CB8E2-394E-796C-52EE-17D17DF169E6}"/>
              </a:ext>
              <a:ext uri="{C183D7F6-B498-43B3-948B-1728B52AA6E4}">
                <adec:decorative xmlns:adec="http://schemas.microsoft.com/office/drawing/2017/decorative" val="1"/>
              </a:ext>
            </a:extLst>
          </p:cNvPr>
          <p:cNvSpPr>
            <a:spLocks noGrp="1"/>
          </p:cNvSpPr>
          <p:nvPr>
            <p:ph type="pic" sz="quarter" idx="22"/>
          </p:nvPr>
        </p:nvSpPr>
        <p:spPr>
          <a:xfrm>
            <a:off x="9077470" y="1446213"/>
            <a:ext cx="2697480" cy="1522607"/>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39188710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ue bo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0" name="Text Placeholder 11">
            <a:extLst>
              <a:ext uri="{FF2B5EF4-FFF2-40B4-BE49-F238E27FC236}">
                <a16:creationId xmlns:a16="http://schemas.microsoft.com/office/drawing/2014/main" id="{E75B62F6-55F7-EC3C-2ED6-BBCF8B1F3040}"/>
              </a:ext>
            </a:extLst>
          </p:cNvPr>
          <p:cNvSpPr>
            <a:spLocks noGrp="1"/>
          </p:cNvSpPr>
          <p:nvPr>
            <p:ph type="body" sz="quarter" idx="14" hasCustomPrompt="1"/>
          </p:nvPr>
        </p:nvSpPr>
        <p:spPr>
          <a:xfrm>
            <a:off x="428624" y="1446213"/>
            <a:ext cx="2697480" cy="4630737"/>
          </a:xfrm>
          <a:solidFill>
            <a:schemeClr val="accent1"/>
          </a:solidFill>
        </p:spPr>
        <p:txBody>
          <a:bodyPr lIns="91440" tIns="91440" rIns="91440" bIns="45720" anchor="t">
            <a:noAutofit/>
          </a:bodyPr>
          <a:lstStyle>
            <a:lvl1pPr marL="0" indent="0" algn="l">
              <a:buNone/>
              <a:defRPr sz="2000">
                <a:solidFill>
                  <a:schemeClr val="bg1"/>
                </a:solidFill>
                <a:latin typeface="+mj-lt"/>
              </a:defRPr>
            </a:lvl1pPr>
          </a:lstStyle>
          <a:p>
            <a:pPr lvl="0"/>
            <a:r>
              <a:rPr lang="en-US"/>
              <a:t>Heading</a:t>
            </a:r>
          </a:p>
        </p:txBody>
      </p:sp>
      <p:sp>
        <p:nvSpPr>
          <p:cNvPr id="5" name="Content Placeholder 2">
            <a:extLst>
              <a:ext uri="{FF2B5EF4-FFF2-40B4-BE49-F238E27FC236}">
                <a16:creationId xmlns:a16="http://schemas.microsoft.com/office/drawing/2014/main" id="{10E88463-50FF-3CD8-E203-3C696879E54D}"/>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Slide Number Placeholder 5">
            <a:extLst>
              <a:ext uri="{FF2B5EF4-FFF2-40B4-BE49-F238E27FC236}">
                <a16:creationId xmlns:a16="http://schemas.microsoft.com/office/drawing/2014/main" id="{A1B59311-C109-90D5-373E-703450BE437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1832050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2BCEDC2E-0B96-BB68-C6CE-4DEBC490BB97}"/>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2816F5F7-DC15-93E3-03C3-BC68295C29D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4" name="Picture Placeholder 3">
            <a:extLst>
              <a:ext uri="{FF2B5EF4-FFF2-40B4-BE49-F238E27FC236}">
                <a16:creationId xmlns:a16="http://schemas.microsoft.com/office/drawing/2014/main" id="{78F88F08-9355-72DC-FA2D-5379EE038153}"/>
              </a:ext>
              <a:ext uri="{C183D7F6-B498-43B3-948B-1728B52AA6E4}">
                <adec:decorative xmlns:adec="http://schemas.microsoft.com/office/drawing/2017/decorative" val="1"/>
              </a:ext>
            </a:extLst>
          </p:cNvPr>
          <p:cNvSpPr>
            <a:spLocks noGrp="1"/>
          </p:cNvSpPr>
          <p:nvPr>
            <p:ph type="pic" sz="quarter" idx="21"/>
          </p:nvPr>
        </p:nvSpPr>
        <p:spPr>
          <a:xfrm>
            <a:off x="428624" y="1446213"/>
            <a:ext cx="2697480" cy="4630737"/>
          </a:xfrm>
        </p:spPr>
        <p:txBody>
          <a:bodyPr anchor="ctr"/>
          <a:lstStyle>
            <a:lvl1pPr marL="0" indent="0" algn="ctr">
              <a:buNone/>
              <a:defRPr sz="1600"/>
            </a:lvl1pPr>
          </a:lstStyle>
          <a:p>
            <a:r>
              <a:rPr lang="fr-FR"/>
              <a:t>Cliquez sur l'icône pour ajouter une image</a:t>
            </a:r>
            <a:endParaRPr lang="en-US"/>
          </a:p>
        </p:txBody>
      </p:sp>
    </p:spTree>
    <p:extLst>
      <p:ext uri="{BB962C8B-B14F-4D97-AF65-F5344CB8AC3E}">
        <p14:creationId xmlns:p14="http://schemas.microsoft.com/office/powerpoint/2010/main" val="30829841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801504" y="1469073"/>
            <a:ext cx="9965046" cy="141732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5" name="Text Placeholder 11">
            <a:extLst>
              <a:ext uri="{FF2B5EF4-FFF2-40B4-BE49-F238E27FC236}">
                <a16:creationId xmlns:a16="http://schemas.microsoft.com/office/drawing/2014/main" id="{A1AB26F9-0173-EB8B-A0B2-71203D4C68A5}"/>
              </a:ext>
            </a:extLst>
          </p:cNvPr>
          <p:cNvSpPr>
            <a:spLocks noGrp="1"/>
          </p:cNvSpPr>
          <p:nvPr>
            <p:ph type="body" sz="quarter" idx="23" hasCustomPrompt="1"/>
          </p:nvPr>
        </p:nvSpPr>
        <p:spPr>
          <a:xfrm>
            <a:off x="1801504" y="3064352"/>
            <a:ext cx="9965046" cy="141732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6" name="Text Placeholder 11">
            <a:extLst>
              <a:ext uri="{FF2B5EF4-FFF2-40B4-BE49-F238E27FC236}">
                <a16:creationId xmlns:a16="http://schemas.microsoft.com/office/drawing/2014/main" id="{C5BC671B-E3BA-C641-C295-075806A97A8B}"/>
              </a:ext>
            </a:extLst>
          </p:cNvPr>
          <p:cNvSpPr>
            <a:spLocks noGrp="1"/>
          </p:cNvSpPr>
          <p:nvPr>
            <p:ph type="body" sz="quarter" idx="24" hasCustomPrompt="1"/>
          </p:nvPr>
        </p:nvSpPr>
        <p:spPr>
          <a:xfrm>
            <a:off x="1801504" y="4659630"/>
            <a:ext cx="9965046" cy="1417320"/>
          </a:xfrm>
        </p:spPr>
        <p:txBody>
          <a:bodyPr lIns="0" tIns="45720" rIns="0" bIns="45720" anchor="ctr"/>
          <a:lstStyle>
            <a:lvl1pPr marL="0" indent="0">
              <a:spcAft>
                <a:spcPts val="200"/>
              </a:spcAft>
              <a:buNone/>
              <a:defRPr sz="1600">
                <a:solidFill>
                  <a:schemeClr val="accent5"/>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9" name="Slide Number Placeholder 5">
            <a:extLst>
              <a:ext uri="{FF2B5EF4-FFF2-40B4-BE49-F238E27FC236}">
                <a16:creationId xmlns:a16="http://schemas.microsoft.com/office/drawing/2014/main" id="{B8D7EE73-BD0F-1407-31F4-45DE38083E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1" name="Group 10">
            <a:extLst>
              <a:ext uri="{FF2B5EF4-FFF2-40B4-BE49-F238E27FC236}">
                <a16:creationId xmlns:a16="http://schemas.microsoft.com/office/drawing/2014/main" id="{055B8971-4A56-8869-5B97-CA90764D9B26}"/>
              </a:ext>
              <a:ext uri="{C183D7F6-B498-43B3-948B-1728B52AA6E4}">
                <adec:decorative xmlns:adec="http://schemas.microsoft.com/office/drawing/2017/decorative" val="1"/>
              </a:ext>
            </a:extLst>
          </p:cNvPr>
          <p:cNvGrpSpPr/>
          <p:nvPr userDrawn="1"/>
        </p:nvGrpSpPr>
        <p:grpSpPr>
          <a:xfrm>
            <a:off x="1799590" y="2975372"/>
            <a:ext cx="9966960" cy="1595279"/>
            <a:chOff x="1799590" y="2975372"/>
            <a:chExt cx="9966960" cy="1595279"/>
          </a:xfrm>
        </p:grpSpPr>
        <p:cxnSp>
          <p:nvCxnSpPr>
            <p:cNvPr id="4" name="Straight Connector 3">
              <a:extLst>
                <a:ext uri="{FF2B5EF4-FFF2-40B4-BE49-F238E27FC236}">
                  <a16:creationId xmlns:a16="http://schemas.microsoft.com/office/drawing/2014/main" id="{B7476357-305F-5973-5369-7AC81D8D5961}"/>
                </a:ext>
              </a:extLst>
            </p:cNvPr>
            <p:cNvCxnSpPr>
              <a:cxnSpLocks/>
            </p:cNvCxnSpPr>
            <p:nvPr userDrawn="1"/>
          </p:nvCxnSpPr>
          <p:spPr>
            <a:xfrm>
              <a:off x="1799590" y="2975372"/>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D72055C-7159-2B40-7017-C8F627D20E68}"/>
                </a:ext>
              </a:extLst>
            </p:cNvPr>
            <p:cNvCxnSpPr>
              <a:cxnSpLocks/>
            </p:cNvCxnSpPr>
            <p:nvPr userDrawn="1"/>
          </p:nvCxnSpPr>
          <p:spPr>
            <a:xfrm>
              <a:off x="1799590" y="4570651"/>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0" name="Picture Placeholder 9">
            <a:extLst>
              <a:ext uri="{FF2B5EF4-FFF2-40B4-BE49-F238E27FC236}">
                <a16:creationId xmlns:a16="http://schemas.microsoft.com/office/drawing/2014/main" id="{7B65EF11-27C6-3489-DD6F-30BE392A095F}"/>
              </a:ext>
              <a:ext uri="{C183D7F6-B498-43B3-948B-1728B52AA6E4}">
                <adec:decorative xmlns:adec="http://schemas.microsoft.com/office/drawing/2017/decorative" val="1"/>
              </a:ext>
            </a:extLst>
          </p:cNvPr>
          <p:cNvSpPr>
            <a:spLocks noGrp="1" noChangeAspect="1"/>
          </p:cNvSpPr>
          <p:nvPr>
            <p:ph type="pic" sz="quarter" idx="20" hasCustomPrompt="1"/>
          </p:nvPr>
        </p:nvSpPr>
        <p:spPr>
          <a:xfrm>
            <a:off x="425450" y="1583373"/>
            <a:ext cx="1188720" cy="1188720"/>
          </a:xfrm>
          <a:prstGeom prst="rect">
            <a:avLst/>
          </a:prstGeom>
        </p:spPr>
        <p:txBody>
          <a:bodyPr anchor="ctr"/>
          <a:lstStyle>
            <a:lvl1pPr marL="0" indent="0" algn="ctr">
              <a:buNone/>
              <a:defRPr sz="1200"/>
            </a:lvl1pPr>
          </a:lstStyle>
          <a:p>
            <a:r>
              <a:rPr lang="en-US"/>
              <a:t>Click here to add icon</a:t>
            </a:r>
          </a:p>
        </p:txBody>
      </p:sp>
      <p:sp>
        <p:nvSpPr>
          <p:cNvPr id="14" name="Picture Placeholder 9">
            <a:extLst>
              <a:ext uri="{FF2B5EF4-FFF2-40B4-BE49-F238E27FC236}">
                <a16:creationId xmlns:a16="http://schemas.microsoft.com/office/drawing/2014/main" id="{34FDC33C-83ED-0DED-F0E9-23BB9B01EA18}"/>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425450" y="3178652"/>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a:t>Click here to add icon</a:t>
            </a:r>
          </a:p>
        </p:txBody>
      </p:sp>
      <p:sp>
        <p:nvSpPr>
          <p:cNvPr id="15" name="Picture Placeholder 9">
            <a:extLst>
              <a:ext uri="{FF2B5EF4-FFF2-40B4-BE49-F238E27FC236}">
                <a16:creationId xmlns:a16="http://schemas.microsoft.com/office/drawing/2014/main" id="{C01BBE2D-9FF8-C873-8A2E-50CE50A2A903}"/>
              </a:ext>
              <a:ext uri="{C183D7F6-B498-43B3-948B-1728B52AA6E4}">
                <adec:decorative xmlns:adec="http://schemas.microsoft.com/office/drawing/2017/decorative" val="1"/>
              </a:ext>
            </a:extLst>
          </p:cNvPr>
          <p:cNvSpPr>
            <a:spLocks noGrp="1" noChangeAspect="1"/>
          </p:cNvSpPr>
          <p:nvPr>
            <p:ph type="pic" sz="quarter" idx="22" hasCustomPrompt="1"/>
          </p:nvPr>
        </p:nvSpPr>
        <p:spPr>
          <a:xfrm>
            <a:off x="425450" y="4773930"/>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a:t>Click here to add icon</a:t>
            </a:r>
          </a:p>
        </p:txBody>
      </p:sp>
    </p:spTree>
    <p:extLst>
      <p:ext uri="{BB962C8B-B14F-4D97-AF65-F5344CB8AC3E}">
        <p14:creationId xmlns:p14="http://schemas.microsoft.com/office/powerpoint/2010/main" val="31733361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ight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D89EBC5-7786-3168-7F27-AA8125DACF78}"/>
              </a:ext>
            </a:extLst>
          </p:cNvPr>
          <p:cNvSpPr>
            <a:spLocks noGrp="1"/>
          </p:cNvSpPr>
          <p:nvPr>
            <p:ph type="body" sz="quarter" idx="36" hasCustomPrompt="1"/>
          </p:nvPr>
        </p:nvSpPr>
        <p:spPr>
          <a:xfrm>
            <a:off x="1512137"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5" name="Text Placeholder 11">
            <a:extLst>
              <a:ext uri="{FF2B5EF4-FFF2-40B4-BE49-F238E27FC236}">
                <a16:creationId xmlns:a16="http://schemas.microsoft.com/office/drawing/2014/main" id="{12771577-6DF7-C28B-98C1-13903E641423}"/>
              </a:ext>
            </a:extLst>
          </p:cNvPr>
          <p:cNvSpPr>
            <a:spLocks noGrp="1"/>
          </p:cNvSpPr>
          <p:nvPr>
            <p:ph type="body" sz="quarter" idx="39" hasCustomPrompt="1"/>
          </p:nvPr>
        </p:nvSpPr>
        <p:spPr>
          <a:xfrm>
            <a:off x="1512137"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3" name="Text Placeholder 11">
            <a:extLst>
              <a:ext uri="{FF2B5EF4-FFF2-40B4-BE49-F238E27FC236}">
                <a16:creationId xmlns:a16="http://schemas.microsoft.com/office/drawing/2014/main" id="{70C21BF9-98CF-2439-2FC3-3163C556C2CB}"/>
              </a:ext>
            </a:extLst>
          </p:cNvPr>
          <p:cNvSpPr>
            <a:spLocks noGrp="1"/>
          </p:cNvSpPr>
          <p:nvPr>
            <p:ph type="body" sz="quarter" idx="38" hasCustomPrompt="1"/>
          </p:nvPr>
        </p:nvSpPr>
        <p:spPr>
          <a:xfrm>
            <a:off x="1512137"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2" name="Text Placeholder 11">
            <a:extLst>
              <a:ext uri="{FF2B5EF4-FFF2-40B4-BE49-F238E27FC236}">
                <a16:creationId xmlns:a16="http://schemas.microsoft.com/office/drawing/2014/main" id="{8ACBFC19-88E9-647B-456B-987298401E2E}"/>
              </a:ext>
            </a:extLst>
          </p:cNvPr>
          <p:cNvSpPr>
            <a:spLocks noGrp="1"/>
          </p:cNvSpPr>
          <p:nvPr>
            <p:ph type="body" sz="quarter" idx="37" hasCustomPrompt="1"/>
          </p:nvPr>
        </p:nvSpPr>
        <p:spPr>
          <a:xfrm>
            <a:off x="1512137"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8" name="Text Placeholder 11">
            <a:extLst>
              <a:ext uri="{FF2B5EF4-FFF2-40B4-BE49-F238E27FC236}">
                <a16:creationId xmlns:a16="http://schemas.microsoft.com/office/drawing/2014/main" id="{E7C72D8B-534B-6DE5-0B48-3CB97967D311}"/>
              </a:ext>
            </a:extLst>
          </p:cNvPr>
          <p:cNvSpPr>
            <a:spLocks noGrp="1"/>
          </p:cNvSpPr>
          <p:nvPr>
            <p:ph type="body" sz="quarter" idx="40" hasCustomPrompt="1"/>
          </p:nvPr>
        </p:nvSpPr>
        <p:spPr>
          <a:xfrm>
            <a:off x="7385531"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9" name="Text Placeholder 11">
            <a:extLst>
              <a:ext uri="{FF2B5EF4-FFF2-40B4-BE49-F238E27FC236}">
                <a16:creationId xmlns:a16="http://schemas.microsoft.com/office/drawing/2014/main" id="{E56446B9-85DF-3D97-4D7B-6A4467036639}"/>
              </a:ext>
            </a:extLst>
          </p:cNvPr>
          <p:cNvSpPr>
            <a:spLocks noGrp="1"/>
          </p:cNvSpPr>
          <p:nvPr>
            <p:ph type="body" sz="quarter" idx="41" hasCustomPrompt="1"/>
          </p:nvPr>
        </p:nvSpPr>
        <p:spPr>
          <a:xfrm>
            <a:off x="7385531"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2" name="Text Placeholder 11">
            <a:extLst>
              <a:ext uri="{FF2B5EF4-FFF2-40B4-BE49-F238E27FC236}">
                <a16:creationId xmlns:a16="http://schemas.microsoft.com/office/drawing/2014/main" id="{CE2966E9-E5B2-905D-1BF4-C087E4D1BD05}"/>
              </a:ext>
            </a:extLst>
          </p:cNvPr>
          <p:cNvSpPr>
            <a:spLocks noGrp="1"/>
          </p:cNvSpPr>
          <p:nvPr>
            <p:ph type="body" sz="quarter" idx="42" hasCustomPrompt="1"/>
          </p:nvPr>
        </p:nvSpPr>
        <p:spPr>
          <a:xfrm>
            <a:off x="7385531"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3" name="Text Placeholder 11">
            <a:extLst>
              <a:ext uri="{FF2B5EF4-FFF2-40B4-BE49-F238E27FC236}">
                <a16:creationId xmlns:a16="http://schemas.microsoft.com/office/drawing/2014/main" id="{2291F0A7-9B4B-3796-A3FB-37ECE65A9A89}"/>
              </a:ext>
            </a:extLst>
          </p:cNvPr>
          <p:cNvSpPr>
            <a:spLocks noGrp="1"/>
          </p:cNvSpPr>
          <p:nvPr>
            <p:ph type="body" sz="quarter" idx="43" hasCustomPrompt="1"/>
          </p:nvPr>
        </p:nvSpPr>
        <p:spPr>
          <a:xfrm>
            <a:off x="7385531"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 name="Slide Number Placeholder 5">
            <a:extLst>
              <a:ext uri="{FF2B5EF4-FFF2-40B4-BE49-F238E27FC236}">
                <a16:creationId xmlns:a16="http://schemas.microsoft.com/office/drawing/2014/main" id="{88F45AF8-A8C0-A223-DBED-02A7C9E91BF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D4998533-267D-FA29-C957-06907F5AB9F7}"/>
              </a:ext>
              <a:ext uri="{C183D7F6-B498-43B3-948B-1728B52AA6E4}">
                <adec:decorative xmlns:adec="http://schemas.microsoft.com/office/drawing/2017/decorative" val="1"/>
              </a:ext>
            </a:extLst>
          </p:cNvPr>
          <p:cNvGrpSpPr/>
          <p:nvPr userDrawn="1"/>
        </p:nvGrpSpPr>
        <p:grpSpPr>
          <a:xfrm>
            <a:off x="1512137" y="2437484"/>
            <a:ext cx="10262514" cy="2510164"/>
            <a:chOff x="1512137" y="2437484"/>
            <a:chExt cx="10262514" cy="2510164"/>
          </a:xfrm>
        </p:grpSpPr>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12137"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12137"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378A91-CE46-5522-9C0B-EA8A8EEE264C}"/>
                </a:ext>
              </a:extLst>
            </p:cNvPr>
            <p:cNvCxnSpPr>
              <a:cxnSpLocks/>
            </p:cNvCxnSpPr>
            <p:nvPr userDrawn="1"/>
          </p:nvCxnSpPr>
          <p:spPr>
            <a:xfrm>
              <a:off x="1512137"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55D23A-01AB-588F-517A-144079958FC2}"/>
                </a:ext>
              </a:extLst>
            </p:cNvPr>
            <p:cNvCxnSpPr>
              <a:cxnSpLocks/>
            </p:cNvCxnSpPr>
            <p:nvPr userDrawn="1"/>
          </p:nvCxnSpPr>
          <p:spPr>
            <a:xfrm>
              <a:off x="7385531"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326F57-826B-3ACC-E1E9-43A337E58CE7}"/>
                </a:ext>
              </a:extLst>
            </p:cNvPr>
            <p:cNvCxnSpPr>
              <a:cxnSpLocks/>
            </p:cNvCxnSpPr>
            <p:nvPr userDrawn="1"/>
          </p:nvCxnSpPr>
          <p:spPr>
            <a:xfrm>
              <a:off x="7385531"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9BA8E10-C301-B50F-BA49-15050943AAD9}"/>
                </a:ext>
              </a:extLst>
            </p:cNvPr>
            <p:cNvCxnSpPr>
              <a:cxnSpLocks/>
            </p:cNvCxnSpPr>
            <p:nvPr userDrawn="1"/>
          </p:nvCxnSpPr>
          <p:spPr>
            <a:xfrm>
              <a:off x="7385531"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24" name="Picture Placeholder 9">
            <a:extLst>
              <a:ext uri="{FF2B5EF4-FFF2-40B4-BE49-F238E27FC236}">
                <a16:creationId xmlns:a16="http://schemas.microsoft.com/office/drawing/2014/main" id="{B43F4B7B-2CB6-3C5D-41D4-F0733252324A}"/>
              </a:ext>
              <a:ext uri="{C183D7F6-B498-43B3-948B-1728B52AA6E4}">
                <adec:decorative xmlns:adec="http://schemas.microsoft.com/office/drawing/2017/decorative" val="1"/>
              </a:ext>
            </a:extLst>
          </p:cNvPr>
          <p:cNvSpPr>
            <a:spLocks noGrp="1" noChangeAspect="1"/>
          </p:cNvSpPr>
          <p:nvPr>
            <p:ph type="pic" sz="quarter" idx="28" hasCustomPrompt="1"/>
          </p:nvPr>
        </p:nvSpPr>
        <p:spPr>
          <a:xfrm>
            <a:off x="425450" y="1352743"/>
            <a:ext cx="914400" cy="914400"/>
          </a:xfrm>
          <a:prstGeom prst="rect">
            <a:avLst/>
          </a:prstGeom>
        </p:spPr>
        <p:txBody>
          <a:bodyPr anchor="ctr"/>
          <a:lstStyle>
            <a:lvl1pPr marL="0" indent="0" algn="ctr">
              <a:buNone/>
              <a:defRPr sz="1200"/>
            </a:lvl1pPr>
          </a:lstStyle>
          <a:p>
            <a:r>
              <a:rPr lang="en-US"/>
              <a:t>Click here to add icon</a:t>
            </a:r>
          </a:p>
        </p:txBody>
      </p:sp>
      <p:sp>
        <p:nvSpPr>
          <p:cNvPr id="26" name="Picture Placeholder 9">
            <a:extLst>
              <a:ext uri="{FF2B5EF4-FFF2-40B4-BE49-F238E27FC236}">
                <a16:creationId xmlns:a16="http://schemas.microsoft.com/office/drawing/2014/main" id="{EB7D8D35-559F-0ECB-0A77-87FEE0425347}"/>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25450" y="2607825"/>
            <a:ext cx="914400" cy="914400"/>
          </a:xfrm>
          <a:prstGeom prst="rect">
            <a:avLst/>
          </a:prstGeom>
        </p:spPr>
        <p:txBody>
          <a:bodyPr anchor="ctr"/>
          <a:lstStyle>
            <a:lvl1pPr marL="0" indent="0" algn="ctr">
              <a:buNone/>
              <a:defRPr sz="1200"/>
            </a:lvl1pPr>
          </a:lstStyle>
          <a:p>
            <a:r>
              <a:rPr lang="en-US"/>
              <a:t>Click here to add icon</a:t>
            </a:r>
          </a:p>
        </p:txBody>
      </p:sp>
      <p:sp>
        <p:nvSpPr>
          <p:cNvPr id="28" name="Picture Placeholder 9">
            <a:extLst>
              <a:ext uri="{FF2B5EF4-FFF2-40B4-BE49-F238E27FC236}">
                <a16:creationId xmlns:a16="http://schemas.microsoft.com/office/drawing/2014/main" id="{0815622D-F593-5765-4DE3-9C3B3DA20081}"/>
              </a:ext>
              <a:ext uri="{C183D7F6-B498-43B3-948B-1728B52AA6E4}">
                <adec:decorative xmlns:adec="http://schemas.microsoft.com/office/drawing/2017/decorative" val="1"/>
              </a:ext>
            </a:extLst>
          </p:cNvPr>
          <p:cNvSpPr>
            <a:spLocks noGrp="1" noChangeAspect="1"/>
          </p:cNvSpPr>
          <p:nvPr>
            <p:ph type="pic" sz="quarter" idx="32" hasCustomPrompt="1"/>
          </p:nvPr>
        </p:nvSpPr>
        <p:spPr>
          <a:xfrm>
            <a:off x="425450" y="3862907"/>
            <a:ext cx="914400" cy="914400"/>
          </a:xfrm>
          <a:prstGeom prst="rect">
            <a:avLst/>
          </a:prstGeom>
        </p:spPr>
        <p:txBody>
          <a:bodyPr anchor="ctr"/>
          <a:lstStyle>
            <a:lvl1pPr marL="0" indent="0" algn="ctr">
              <a:buNone/>
              <a:defRPr sz="1200"/>
            </a:lvl1pPr>
          </a:lstStyle>
          <a:p>
            <a:r>
              <a:rPr lang="en-US"/>
              <a:t>Click here to add icon</a:t>
            </a:r>
          </a:p>
        </p:txBody>
      </p:sp>
      <p:sp>
        <p:nvSpPr>
          <p:cNvPr id="30" name="Picture Placeholder 9">
            <a:extLst>
              <a:ext uri="{FF2B5EF4-FFF2-40B4-BE49-F238E27FC236}">
                <a16:creationId xmlns:a16="http://schemas.microsoft.com/office/drawing/2014/main" id="{B1B97117-9F24-6123-995B-5C808A68E78F}"/>
              </a:ext>
              <a:ext uri="{C183D7F6-B498-43B3-948B-1728B52AA6E4}">
                <adec:decorative xmlns:adec="http://schemas.microsoft.com/office/drawing/2017/decorative" val="1"/>
              </a:ext>
            </a:extLst>
          </p:cNvPr>
          <p:cNvSpPr>
            <a:spLocks noGrp="1" noChangeAspect="1"/>
          </p:cNvSpPr>
          <p:nvPr>
            <p:ph type="pic" sz="quarter" idx="34" hasCustomPrompt="1"/>
          </p:nvPr>
        </p:nvSpPr>
        <p:spPr>
          <a:xfrm>
            <a:off x="425450" y="5117990"/>
            <a:ext cx="914400" cy="914400"/>
          </a:xfrm>
          <a:prstGeom prst="rect">
            <a:avLst/>
          </a:prstGeom>
        </p:spPr>
        <p:txBody>
          <a:bodyPr anchor="ctr"/>
          <a:lstStyle>
            <a:lvl1pPr marL="0" indent="0" algn="ctr">
              <a:buNone/>
              <a:defRPr sz="1200"/>
            </a:lvl1pPr>
          </a:lstStyle>
          <a:p>
            <a:r>
              <a:rPr lang="en-US"/>
              <a:t>Click here to add icon</a:t>
            </a:r>
          </a:p>
        </p:txBody>
      </p:sp>
      <p:sp>
        <p:nvSpPr>
          <p:cNvPr id="25" name="Picture Placeholder 9">
            <a:extLst>
              <a:ext uri="{FF2B5EF4-FFF2-40B4-BE49-F238E27FC236}">
                <a16:creationId xmlns:a16="http://schemas.microsoft.com/office/drawing/2014/main" id="{0D74B06B-61ED-CEFB-E3B3-9FC646969EA4}"/>
              </a:ext>
              <a:ext uri="{C183D7F6-B498-43B3-948B-1728B52AA6E4}">
                <adec:decorative xmlns:adec="http://schemas.microsoft.com/office/drawing/2017/decorative" val="1"/>
              </a:ext>
            </a:extLst>
          </p:cNvPr>
          <p:cNvSpPr>
            <a:spLocks noGrp="1" noChangeAspect="1"/>
          </p:cNvSpPr>
          <p:nvPr>
            <p:ph type="pic" sz="quarter" idx="29" hasCustomPrompt="1"/>
          </p:nvPr>
        </p:nvSpPr>
        <p:spPr>
          <a:xfrm>
            <a:off x="6305389" y="1352743"/>
            <a:ext cx="914400" cy="914400"/>
          </a:xfrm>
          <a:prstGeom prst="rect">
            <a:avLst/>
          </a:prstGeom>
        </p:spPr>
        <p:txBody>
          <a:bodyPr anchor="ctr"/>
          <a:lstStyle>
            <a:lvl1pPr marL="0" indent="0" algn="ctr">
              <a:buNone/>
              <a:defRPr sz="1200"/>
            </a:lvl1pPr>
          </a:lstStyle>
          <a:p>
            <a:r>
              <a:rPr lang="en-US"/>
              <a:t>Click here to add icon</a:t>
            </a:r>
          </a:p>
        </p:txBody>
      </p:sp>
      <p:sp>
        <p:nvSpPr>
          <p:cNvPr id="27" name="Picture Placeholder 9">
            <a:extLst>
              <a:ext uri="{FF2B5EF4-FFF2-40B4-BE49-F238E27FC236}">
                <a16:creationId xmlns:a16="http://schemas.microsoft.com/office/drawing/2014/main" id="{C8F1CBD6-68D2-0E56-C57A-4BB197422862}"/>
              </a:ext>
              <a:ext uri="{C183D7F6-B498-43B3-948B-1728B52AA6E4}">
                <adec:decorative xmlns:adec="http://schemas.microsoft.com/office/drawing/2017/decorative" val="1"/>
              </a:ext>
            </a:extLst>
          </p:cNvPr>
          <p:cNvSpPr>
            <a:spLocks noGrp="1" noChangeAspect="1"/>
          </p:cNvSpPr>
          <p:nvPr>
            <p:ph type="pic" sz="quarter" idx="31" hasCustomPrompt="1"/>
          </p:nvPr>
        </p:nvSpPr>
        <p:spPr>
          <a:xfrm>
            <a:off x="6305389" y="2607825"/>
            <a:ext cx="914400" cy="914400"/>
          </a:xfrm>
          <a:prstGeom prst="rect">
            <a:avLst/>
          </a:prstGeom>
        </p:spPr>
        <p:txBody>
          <a:bodyPr anchor="ctr"/>
          <a:lstStyle>
            <a:lvl1pPr marL="0" indent="0" algn="ctr">
              <a:buNone/>
              <a:defRPr sz="1200"/>
            </a:lvl1pPr>
          </a:lstStyle>
          <a:p>
            <a:r>
              <a:rPr lang="en-US"/>
              <a:t>Click here to add icon</a:t>
            </a:r>
          </a:p>
        </p:txBody>
      </p:sp>
      <p:sp>
        <p:nvSpPr>
          <p:cNvPr id="29" name="Picture Placeholder 9">
            <a:extLst>
              <a:ext uri="{FF2B5EF4-FFF2-40B4-BE49-F238E27FC236}">
                <a16:creationId xmlns:a16="http://schemas.microsoft.com/office/drawing/2014/main" id="{8A4B5D9B-DD42-E12C-B8B1-D148773ADFC2}"/>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305389" y="3862907"/>
            <a:ext cx="914400" cy="914400"/>
          </a:xfrm>
          <a:prstGeom prst="rect">
            <a:avLst/>
          </a:prstGeom>
        </p:spPr>
        <p:txBody>
          <a:bodyPr anchor="ctr"/>
          <a:lstStyle>
            <a:lvl1pPr marL="0" indent="0" algn="ctr">
              <a:buNone/>
              <a:defRPr sz="1200"/>
            </a:lvl1pPr>
          </a:lstStyle>
          <a:p>
            <a:r>
              <a:rPr lang="en-US"/>
              <a:t>Click here to add icon</a:t>
            </a:r>
          </a:p>
        </p:txBody>
      </p:sp>
      <p:sp>
        <p:nvSpPr>
          <p:cNvPr id="31" name="Picture Placeholder 9">
            <a:extLst>
              <a:ext uri="{FF2B5EF4-FFF2-40B4-BE49-F238E27FC236}">
                <a16:creationId xmlns:a16="http://schemas.microsoft.com/office/drawing/2014/main" id="{4FE3643B-04DC-9C04-EC21-6FC260035471}"/>
              </a:ext>
              <a:ext uri="{C183D7F6-B498-43B3-948B-1728B52AA6E4}">
                <adec:decorative xmlns:adec="http://schemas.microsoft.com/office/drawing/2017/decorative" val="1"/>
              </a:ext>
            </a:extLst>
          </p:cNvPr>
          <p:cNvSpPr>
            <a:spLocks noGrp="1" noChangeAspect="1"/>
          </p:cNvSpPr>
          <p:nvPr>
            <p:ph type="pic" sz="quarter" idx="35" hasCustomPrompt="1"/>
          </p:nvPr>
        </p:nvSpPr>
        <p:spPr>
          <a:xfrm>
            <a:off x="6305389" y="5117990"/>
            <a:ext cx="914400" cy="914400"/>
          </a:xfrm>
          <a:prstGeom prst="rect">
            <a:avLst/>
          </a:prstGeom>
        </p:spPr>
        <p:txBody>
          <a:bodyPr anchor="ctr"/>
          <a:lstStyle>
            <a:lvl1pPr marL="0" indent="0" algn="ctr">
              <a:buNone/>
              <a:defRPr sz="1200"/>
            </a:lvl1pPr>
          </a:lstStyle>
          <a:p>
            <a:r>
              <a:rPr lang="en-US"/>
              <a:t>Click here to add icon</a:t>
            </a:r>
          </a:p>
        </p:txBody>
      </p:sp>
    </p:spTree>
    <p:extLst>
      <p:ext uri="{BB962C8B-B14F-4D97-AF65-F5344CB8AC3E}">
        <p14:creationId xmlns:p14="http://schemas.microsoft.com/office/powerpoint/2010/main" val="16649071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our circle tex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4" name="Text Placeholder 11">
            <a:extLst>
              <a:ext uri="{FF2B5EF4-FFF2-40B4-BE49-F238E27FC236}">
                <a16:creationId xmlns:a16="http://schemas.microsoft.com/office/drawing/2014/main" id="{F190266A-6EA5-DA1F-2689-9203581580EC}"/>
              </a:ext>
            </a:extLst>
          </p:cNvPr>
          <p:cNvSpPr>
            <a:spLocks noGrp="1"/>
          </p:cNvSpPr>
          <p:nvPr>
            <p:ph type="body" sz="quarter" idx="36" hasCustomPrompt="1"/>
          </p:nvPr>
        </p:nvSpPr>
        <p:spPr>
          <a:xfrm>
            <a:off x="1643606" y="1469073"/>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2" name="Text Placeholder 11">
            <a:extLst>
              <a:ext uri="{FF2B5EF4-FFF2-40B4-BE49-F238E27FC236}">
                <a16:creationId xmlns:a16="http://schemas.microsoft.com/office/drawing/2014/main" id="{51F13AE0-9183-D602-5CE3-A9A8CFB65524}"/>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5" name="Text Placeholder 11">
            <a:extLst>
              <a:ext uri="{FF2B5EF4-FFF2-40B4-BE49-F238E27FC236}">
                <a16:creationId xmlns:a16="http://schemas.microsoft.com/office/drawing/2014/main" id="{5401359C-8F5C-6329-FB4C-ACDB3E530D46}"/>
              </a:ext>
            </a:extLst>
          </p:cNvPr>
          <p:cNvSpPr>
            <a:spLocks noGrp="1"/>
          </p:cNvSpPr>
          <p:nvPr>
            <p:ph type="body" sz="quarter" idx="37" hasCustomPrompt="1"/>
          </p:nvPr>
        </p:nvSpPr>
        <p:spPr>
          <a:xfrm>
            <a:off x="1643606" y="2661324"/>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3" name="Text Placeholder 11">
            <a:extLst>
              <a:ext uri="{FF2B5EF4-FFF2-40B4-BE49-F238E27FC236}">
                <a16:creationId xmlns:a16="http://schemas.microsoft.com/office/drawing/2014/main" id="{9AAE432B-E20C-7DDA-7B74-202DD9899130}"/>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6" name="Text Placeholder 11">
            <a:extLst>
              <a:ext uri="{FF2B5EF4-FFF2-40B4-BE49-F238E27FC236}">
                <a16:creationId xmlns:a16="http://schemas.microsoft.com/office/drawing/2014/main" id="{46420016-65BB-65D1-7A9B-BC72F9D6828A}"/>
              </a:ext>
            </a:extLst>
          </p:cNvPr>
          <p:cNvSpPr>
            <a:spLocks noGrp="1"/>
          </p:cNvSpPr>
          <p:nvPr>
            <p:ph type="body" sz="quarter" idx="38" hasCustomPrompt="1"/>
          </p:nvPr>
        </p:nvSpPr>
        <p:spPr>
          <a:xfrm>
            <a:off x="1643606" y="3855191"/>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5" name="Text Placeholder 11">
            <a:extLst>
              <a:ext uri="{FF2B5EF4-FFF2-40B4-BE49-F238E27FC236}">
                <a16:creationId xmlns:a16="http://schemas.microsoft.com/office/drawing/2014/main" id="{6AA48CE4-D48F-1815-952F-AE9234ABC8B0}"/>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7" name="Text Placeholder 11">
            <a:extLst>
              <a:ext uri="{FF2B5EF4-FFF2-40B4-BE49-F238E27FC236}">
                <a16:creationId xmlns:a16="http://schemas.microsoft.com/office/drawing/2014/main" id="{2E30510B-0B2F-B2B8-13C1-8A4B008236D0}"/>
              </a:ext>
            </a:extLst>
          </p:cNvPr>
          <p:cNvSpPr>
            <a:spLocks noGrp="1"/>
          </p:cNvSpPr>
          <p:nvPr>
            <p:ph type="body" sz="quarter" idx="39" hasCustomPrompt="1"/>
          </p:nvPr>
        </p:nvSpPr>
        <p:spPr>
          <a:xfrm>
            <a:off x="1643606" y="5048250"/>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 name="Slide Number Placeholder 5">
            <a:extLst>
              <a:ext uri="{FF2B5EF4-FFF2-40B4-BE49-F238E27FC236}">
                <a16:creationId xmlns:a16="http://schemas.microsoft.com/office/drawing/2014/main" id="{B7F83E17-8512-7962-C5E1-591C2FB9ADD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9" name="Group 8">
            <a:extLst>
              <a:ext uri="{FF2B5EF4-FFF2-40B4-BE49-F238E27FC236}">
                <a16:creationId xmlns:a16="http://schemas.microsoft.com/office/drawing/2014/main" id="{EE0F0882-44F5-44B1-C186-702F2480C0F2}"/>
              </a:ext>
              <a:ext uri="{C183D7F6-B498-43B3-948B-1728B52AA6E4}">
                <adec:decorative xmlns:adec="http://schemas.microsoft.com/office/drawing/2017/decorative" val="1"/>
              </a:ext>
            </a:extLst>
          </p:cNvPr>
          <p:cNvGrpSpPr/>
          <p:nvPr userDrawn="1"/>
        </p:nvGrpSpPr>
        <p:grpSpPr>
          <a:xfrm>
            <a:off x="1643606" y="2568119"/>
            <a:ext cx="10122943" cy="2386522"/>
            <a:chOff x="1643606" y="2568119"/>
            <a:chExt cx="10122943" cy="2386522"/>
          </a:xfrm>
        </p:grpSpPr>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756285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our circle tex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Text Placeholder 11">
            <a:extLst>
              <a:ext uri="{FF2B5EF4-FFF2-40B4-BE49-F238E27FC236}">
                <a16:creationId xmlns:a16="http://schemas.microsoft.com/office/drawing/2014/main" id="{D73F7F6A-A03C-29C6-C5D4-5A7B3542360A}"/>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643606" y="1469073"/>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5" name="Text Placeholder 11">
            <a:extLst>
              <a:ext uri="{FF2B5EF4-FFF2-40B4-BE49-F238E27FC236}">
                <a16:creationId xmlns:a16="http://schemas.microsoft.com/office/drawing/2014/main" id="{B7BFB2D0-1EAF-DCB0-6345-DF88DCCF0E69}"/>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643606" y="2661324"/>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6" name="Text Placeholder 11">
            <a:extLst>
              <a:ext uri="{FF2B5EF4-FFF2-40B4-BE49-F238E27FC236}">
                <a16:creationId xmlns:a16="http://schemas.microsoft.com/office/drawing/2014/main" id="{42951087-268C-82C9-8EE2-ACDB75F9C8F8}"/>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643606" y="3855191"/>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7" name="Text Placeholder 11">
            <a:extLst>
              <a:ext uri="{FF2B5EF4-FFF2-40B4-BE49-F238E27FC236}">
                <a16:creationId xmlns:a16="http://schemas.microsoft.com/office/drawing/2014/main" id="{D6FBDD42-ED0C-5362-9314-8816E840A6CF}"/>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8" name="Text Placeholder 11">
            <a:extLst>
              <a:ext uri="{FF2B5EF4-FFF2-40B4-BE49-F238E27FC236}">
                <a16:creationId xmlns:a16="http://schemas.microsoft.com/office/drawing/2014/main" id="{25BAE7B8-AA80-9379-0D79-99D8A5FB8883}"/>
              </a:ext>
            </a:extLst>
          </p:cNvPr>
          <p:cNvSpPr>
            <a:spLocks noGrp="1"/>
          </p:cNvSpPr>
          <p:nvPr>
            <p:ph type="body" sz="quarter" idx="20" hasCustomPrompt="1"/>
          </p:nvPr>
        </p:nvSpPr>
        <p:spPr>
          <a:xfrm>
            <a:off x="1643606" y="5048250"/>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9" name="Slide Number Placeholder 5">
            <a:extLst>
              <a:ext uri="{FF2B5EF4-FFF2-40B4-BE49-F238E27FC236}">
                <a16:creationId xmlns:a16="http://schemas.microsoft.com/office/drawing/2014/main" id="{25805B27-E793-67C5-14F5-AF17640665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B7BA0B3A-C5FE-73FE-0313-2D261BC14E1D}"/>
              </a:ext>
              <a:ext uri="{C183D7F6-B498-43B3-948B-1728B52AA6E4}">
                <adec:decorative xmlns:adec="http://schemas.microsoft.com/office/drawing/2017/decorative" val="1"/>
              </a:ext>
            </a:extLst>
          </p:cNvPr>
          <p:cNvGrpSpPr/>
          <p:nvPr userDrawn="1"/>
        </p:nvGrpSpPr>
        <p:grpSpPr>
          <a:xfrm>
            <a:off x="1643606" y="2568119"/>
            <a:ext cx="10122943" cy="2386522"/>
            <a:chOff x="1643606" y="2568119"/>
            <a:chExt cx="10122943" cy="2386522"/>
          </a:xfrm>
        </p:grpSpPr>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520170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ight circl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585732"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9" name="Text Placeholder 11">
            <a:extLst>
              <a:ext uri="{FF2B5EF4-FFF2-40B4-BE49-F238E27FC236}">
                <a16:creationId xmlns:a16="http://schemas.microsoft.com/office/drawing/2014/main" id="{F21F880F-FB7C-4634-306F-F1211CD4DE2E}"/>
              </a:ext>
            </a:extLst>
          </p:cNvPr>
          <p:cNvSpPr>
            <a:spLocks noGrp="1" noChangeAspect="1"/>
          </p:cNvSpPr>
          <p:nvPr>
            <p:ph type="body" sz="quarter" idx="27" hasCustomPrompt="1"/>
          </p:nvPr>
        </p:nvSpPr>
        <p:spPr>
          <a:xfrm>
            <a:off x="425450"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585732"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10" name="Text Placeholder 11">
            <a:extLst>
              <a:ext uri="{FF2B5EF4-FFF2-40B4-BE49-F238E27FC236}">
                <a16:creationId xmlns:a16="http://schemas.microsoft.com/office/drawing/2014/main" id="{279C447D-3CA9-F6B7-7D94-8FE95A45534D}"/>
              </a:ext>
            </a:extLst>
          </p:cNvPr>
          <p:cNvSpPr>
            <a:spLocks noGrp="1" noChangeAspect="1"/>
          </p:cNvSpPr>
          <p:nvPr>
            <p:ph type="body" sz="quarter" idx="28" hasCustomPrompt="1"/>
          </p:nvPr>
        </p:nvSpPr>
        <p:spPr>
          <a:xfrm>
            <a:off x="425450"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585732"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24" name="Text Placeholder 11">
            <a:extLst>
              <a:ext uri="{FF2B5EF4-FFF2-40B4-BE49-F238E27FC236}">
                <a16:creationId xmlns:a16="http://schemas.microsoft.com/office/drawing/2014/main" id="{E8B13DF0-07C0-23DB-928E-C1C480CADC08}"/>
              </a:ext>
            </a:extLst>
          </p:cNvPr>
          <p:cNvSpPr>
            <a:spLocks noGrp="1" noChangeAspect="1"/>
          </p:cNvSpPr>
          <p:nvPr>
            <p:ph type="body" sz="quarter" idx="29" hasCustomPrompt="1"/>
          </p:nvPr>
        </p:nvSpPr>
        <p:spPr>
          <a:xfrm>
            <a:off x="425450"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4" name="Text Placeholder 11">
            <a:extLst>
              <a:ext uri="{FF2B5EF4-FFF2-40B4-BE49-F238E27FC236}">
                <a16:creationId xmlns:a16="http://schemas.microsoft.com/office/drawing/2014/main" id="{A275FC47-DC0A-178E-6514-4A3C25D30369}"/>
              </a:ext>
            </a:extLst>
          </p:cNvPr>
          <p:cNvSpPr>
            <a:spLocks noGrp="1"/>
          </p:cNvSpPr>
          <p:nvPr>
            <p:ph type="body" sz="quarter" idx="26" hasCustomPrompt="1"/>
          </p:nvPr>
        </p:nvSpPr>
        <p:spPr>
          <a:xfrm>
            <a:off x="1585732"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26" name="Text Placeholder 11">
            <a:extLst>
              <a:ext uri="{FF2B5EF4-FFF2-40B4-BE49-F238E27FC236}">
                <a16:creationId xmlns:a16="http://schemas.microsoft.com/office/drawing/2014/main" id="{38FFF44D-3DD9-2074-EE5A-CD230E0EF2E3}"/>
              </a:ext>
            </a:extLst>
          </p:cNvPr>
          <p:cNvSpPr>
            <a:spLocks noGrp="1" noChangeAspect="1"/>
          </p:cNvSpPr>
          <p:nvPr>
            <p:ph type="body" sz="quarter" idx="31" hasCustomPrompt="1"/>
          </p:nvPr>
        </p:nvSpPr>
        <p:spPr>
          <a:xfrm>
            <a:off x="6277612"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5" name="Text Placeholder 11">
            <a:extLst>
              <a:ext uri="{FF2B5EF4-FFF2-40B4-BE49-F238E27FC236}">
                <a16:creationId xmlns:a16="http://schemas.microsoft.com/office/drawing/2014/main" id="{2FD121F6-8F18-F351-DBC7-3754FAF17745}"/>
              </a:ext>
            </a:extLst>
          </p:cNvPr>
          <p:cNvSpPr>
            <a:spLocks noGrp="1"/>
          </p:cNvSpPr>
          <p:nvPr>
            <p:ph type="body" sz="quarter" idx="30" hasCustomPrompt="1"/>
          </p:nvPr>
        </p:nvSpPr>
        <p:spPr>
          <a:xfrm>
            <a:off x="7437894"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33" name="Text Placeholder 11">
            <a:extLst>
              <a:ext uri="{FF2B5EF4-FFF2-40B4-BE49-F238E27FC236}">
                <a16:creationId xmlns:a16="http://schemas.microsoft.com/office/drawing/2014/main" id="{E8B77CFA-033A-8C42-DC31-5E9EB70B6CB6}"/>
              </a:ext>
            </a:extLst>
          </p:cNvPr>
          <p:cNvSpPr>
            <a:spLocks noGrp="1" noChangeAspect="1"/>
          </p:cNvSpPr>
          <p:nvPr>
            <p:ph type="body" sz="quarter" idx="35" hasCustomPrompt="1"/>
          </p:nvPr>
        </p:nvSpPr>
        <p:spPr>
          <a:xfrm>
            <a:off x="6277612"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7" name="Text Placeholder 11">
            <a:extLst>
              <a:ext uri="{FF2B5EF4-FFF2-40B4-BE49-F238E27FC236}">
                <a16:creationId xmlns:a16="http://schemas.microsoft.com/office/drawing/2014/main" id="{767642CB-C789-58FD-115F-E4DFAD0EB09C}"/>
              </a:ext>
            </a:extLst>
          </p:cNvPr>
          <p:cNvSpPr>
            <a:spLocks noGrp="1"/>
          </p:cNvSpPr>
          <p:nvPr>
            <p:ph type="body" sz="quarter" idx="32" hasCustomPrompt="1"/>
          </p:nvPr>
        </p:nvSpPr>
        <p:spPr>
          <a:xfrm>
            <a:off x="7437894"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34" name="Text Placeholder 11">
            <a:extLst>
              <a:ext uri="{FF2B5EF4-FFF2-40B4-BE49-F238E27FC236}">
                <a16:creationId xmlns:a16="http://schemas.microsoft.com/office/drawing/2014/main" id="{763A6193-E0FB-D95B-DE6F-0B20335C56ED}"/>
              </a:ext>
            </a:extLst>
          </p:cNvPr>
          <p:cNvSpPr>
            <a:spLocks noGrp="1" noChangeAspect="1"/>
          </p:cNvSpPr>
          <p:nvPr>
            <p:ph type="body" sz="quarter" idx="36" hasCustomPrompt="1"/>
          </p:nvPr>
        </p:nvSpPr>
        <p:spPr>
          <a:xfrm>
            <a:off x="6277612"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8" name="Text Placeholder 11">
            <a:extLst>
              <a:ext uri="{FF2B5EF4-FFF2-40B4-BE49-F238E27FC236}">
                <a16:creationId xmlns:a16="http://schemas.microsoft.com/office/drawing/2014/main" id="{303C1E23-393C-1C89-1D7F-C9C3B6C502F6}"/>
              </a:ext>
            </a:extLst>
          </p:cNvPr>
          <p:cNvSpPr>
            <a:spLocks noGrp="1"/>
          </p:cNvSpPr>
          <p:nvPr>
            <p:ph type="body" sz="quarter" idx="33" hasCustomPrompt="1"/>
          </p:nvPr>
        </p:nvSpPr>
        <p:spPr>
          <a:xfrm>
            <a:off x="7437894"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35" name="Text Placeholder 11">
            <a:extLst>
              <a:ext uri="{FF2B5EF4-FFF2-40B4-BE49-F238E27FC236}">
                <a16:creationId xmlns:a16="http://schemas.microsoft.com/office/drawing/2014/main" id="{91EE428F-3890-D952-4727-56BDAAAEACA7}"/>
              </a:ext>
            </a:extLst>
          </p:cNvPr>
          <p:cNvSpPr>
            <a:spLocks noGrp="1" noChangeAspect="1"/>
          </p:cNvSpPr>
          <p:nvPr>
            <p:ph type="body" sz="quarter" idx="37" hasCustomPrompt="1"/>
          </p:nvPr>
        </p:nvSpPr>
        <p:spPr>
          <a:xfrm>
            <a:off x="6277612"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1" name="Text Placeholder 11">
            <a:extLst>
              <a:ext uri="{FF2B5EF4-FFF2-40B4-BE49-F238E27FC236}">
                <a16:creationId xmlns:a16="http://schemas.microsoft.com/office/drawing/2014/main" id="{3E87BD83-BA4C-45EB-3B54-F2529CA84476}"/>
              </a:ext>
            </a:extLst>
          </p:cNvPr>
          <p:cNvSpPr>
            <a:spLocks noGrp="1"/>
          </p:cNvSpPr>
          <p:nvPr>
            <p:ph type="body" sz="quarter" idx="34" hasCustomPrompt="1"/>
          </p:nvPr>
        </p:nvSpPr>
        <p:spPr>
          <a:xfrm>
            <a:off x="7437894"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12" name="Slide Number Placeholder 5">
            <a:extLst>
              <a:ext uri="{FF2B5EF4-FFF2-40B4-BE49-F238E27FC236}">
                <a16:creationId xmlns:a16="http://schemas.microsoft.com/office/drawing/2014/main" id="{59A5C8E2-2ADE-518A-D8DD-1D93CC3C251F}"/>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3" name="Group 12">
            <a:extLst>
              <a:ext uri="{FF2B5EF4-FFF2-40B4-BE49-F238E27FC236}">
                <a16:creationId xmlns:a16="http://schemas.microsoft.com/office/drawing/2014/main" id="{A11A5917-6CBF-E43C-C0D8-255CE71EA4ED}"/>
              </a:ext>
              <a:ext uri="{C183D7F6-B498-43B3-948B-1728B52AA6E4}">
                <adec:decorative xmlns:adec="http://schemas.microsoft.com/office/drawing/2017/decorative" val="1"/>
              </a:ext>
            </a:extLst>
          </p:cNvPr>
          <p:cNvGrpSpPr/>
          <p:nvPr userDrawn="1"/>
        </p:nvGrpSpPr>
        <p:grpSpPr>
          <a:xfrm>
            <a:off x="1585732" y="2572332"/>
            <a:ext cx="10177274" cy="2401356"/>
            <a:chOff x="1585732" y="2572332"/>
            <a:chExt cx="10177274" cy="2401356"/>
          </a:xfrm>
        </p:grpSpPr>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85732"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85732"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CDB6E7F-7626-2933-1F97-7A46A34A7E06}"/>
                </a:ext>
              </a:extLst>
            </p:cNvPr>
            <p:cNvCxnSpPr>
              <a:cxnSpLocks/>
            </p:cNvCxnSpPr>
            <p:nvPr userDrawn="1"/>
          </p:nvCxnSpPr>
          <p:spPr>
            <a:xfrm>
              <a:off x="1585732"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1415C93-4DCF-B7CB-80ED-110311DD037A}"/>
                </a:ext>
              </a:extLst>
            </p:cNvPr>
            <p:cNvCxnSpPr>
              <a:cxnSpLocks/>
            </p:cNvCxnSpPr>
            <p:nvPr userDrawn="1"/>
          </p:nvCxnSpPr>
          <p:spPr>
            <a:xfrm>
              <a:off x="7437894"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A2FDD71-D37A-FD5D-32D8-73CE6AAACBFF}"/>
                </a:ext>
              </a:extLst>
            </p:cNvPr>
            <p:cNvCxnSpPr>
              <a:cxnSpLocks/>
            </p:cNvCxnSpPr>
            <p:nvPr userDrawn="1"/>
          </p:nvCxnSpPr>
          <p:spPr>
            <a:xfrm>
              <a:off x="7437894"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F9CE9F6-6355-A268-FC3F-D648B8F23A64}"/>
                </a:ext>
              </a:extLst>
            </p:cNvPr>
            <p:cNvCxnSpPr>
              <a:cxnSpLocks/>
            </p:cNvCxnSpPr>
            <p:nvPr userDrawn="1"/>
          </p:nvCxnSpPr>
          <p:spPr>
            <a:xfrm>
              <a:off x="7437894"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523254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ircle curv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8298687"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4" y="709990"/>
            <a:ext cx="82986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A3280943-14D9-E1AA-7579-C65E38FD82CA}"/>
              </a:ext>
            </a:extLst>
          </p:cNvPr>
          <p:cNvSpPr>
            <a:spLocks noGrp="1"/>
          </p:cNvSpPr>
          <p:nvPr>
            <p:ph idx="13" hasCustomPrompt="1"/>
          </p:nvPr>
        </p:nvSpPr>
        <p:spPr>
          <a:xfrm>
            <a:off x="428624" y="1446212"/>
            <a:ext cx="5394960"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3" name="Slide Number Placeholder 5">
            <a:extLst>
              <a:ext uri="{FF2B5EF4-FFF2-40B4-BE49-F238E27FC236}">
                <a16:creationId xmlns:a16="http://schemas.microsoft.com/office/drawing/2014/main" id="{29F78020-D828-4016-3BC7-400A2B1744A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a:off x="5961999"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 uri="{C183D7F6-B498-43B3-948B-1728B52AA6E4}">
                <adec:decorative xmlns:adec="http://schemas.microsoft.com/office/drawing/2017/decorative" val="1"/>
              </a:ext>
            </a:extLst>
          </p:cNvPr>
          <p:cNvSpPr>
            <a:spLocks noGrp="1" noChangeAspect="1"/>
          </p:cNvSpPr>
          <p:nvPr>
            <p:ph type="pic" sz="quarter" idx="11"/>
          </p:nvPr>
        </p:nvSpPr>
        <p:spPr>
          <a:xfrm>
            <a:off x="7130379" y="1441448"/>
            <a:ext cx="3474722" cy="3474720"/>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2703643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ircle curv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3514164" y="291451"/>
            <a:ext cx="8252386"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3514164" y="709990"/>
            <a:ext cx="82523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1754A373-88C4-A82B-E350-FCFB019D452F}"/>
              </a:ext>
            </a:extLst>
          </p:cNvPr>
          <p:cNvSpPr>
            <a:spLocks noGrp="1"/>
          </p:cNvSpPr>
          <p:nvPr>
            <p:ph idx="13" hasCustomPrompt="1"/>
          </p:nvPr>
        </p:nvSpPr>
        <p:spPr>
          <a:xfrm>
            <a:off x="6450568" y="1446212"/>
            <a:ext cx="5315982"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3" name="Slide Number Placeholder 5">
            <a:extLst>
              <a:ext uri="{FF2B5EF4-FFF2-40B4-BE49-F238E27FC236}">
                <a16:creationId xmlns:a16="http://schemas.microsoft.com/office/drawing/2014/main" id="{516BDD6C-589C-E59D-505F-90F87C6A5387}"/>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flipH="1">
            <a:off x="428623"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 uri="{C183D7F6-B498-43B3-948B-1728B52AA6E4}">
                <adec:decorative xmlns:adec="http://schemas.microsoft.com/office/drawing/2017/decorative" val="1"/>
              </a:ext>
            </a:extLst>
          </p:cNvPr>
          <p:cNvSpPr>
            <a:spLocks noGrp="1" noChangeAspect="1"/>
          </p:cNvSpPr>
          <p:nvPr>
            <p:ph type="pic" sz="quarter" idx="11"/>
          </p:nvPr>
        </p:nvSpPr>
        <p:spPr>
          <a:xfrm>
            <a:off x="1597003" y="1441448"/>
            <a:ext cx="3474722" cy="3474720"/>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5022127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ircle curv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0" name="Content Placeholder 2">
            <a:extLst>
              <a:ext uri="{FF2B5EF4-FFF2-40B4-BE49-F238E27FC236}">
                <a16:creationId xmlns:a16="http://schemas.microsoft.com/office/drawing/2014/main" id="{15D281C0-60B3-6172-E427-F7E32C30796B}"/>
              </a:ext>
            </a:extLst>
          </p:cNvPr>
          <p:cNvSpPr>
            <a:spLocks noGrp="1"/>
          </p:cNvSpPr>
          <p:nvPr>
            <p:ph idx="13" hasCustomPrompt="1"/>
          </p:nvPr>
        </p:nvSpPr>
        <p:spPr>
          <a:xfrm>
            <a:off x="5254906" y="1446212"/>
            <a:ext cx="6511644"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9" name="Slide Number Placeholder 5">
            <a:extLst>
              <a:ext uri="{FF2B5EF4-FFF2-40B4-BE49-F238E27FC236}">
                <a16:creationId xmlns:a16="http://schemas.microsoft.com/office/drawing/2014/main" id="{7708C7AB-438A-DC8C-37D8-D7D68BAB13CD}"/>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37533B7B-CFCE-C743-5F19-2A8A364B144A}"/>
              </a:ext>
              <a:ext uri="{C183D7F6-B498-43B3-948B-1728B52AA6E4}">
                <adec:decorative xmlns:adec="http://schemas.microsoft.com/office/drawing/2017/decorative" val="1"/>
              </a:ext>
            </a:extLst>
          </p:cNvPr>
          <p:cNvGrpSpPr/>
          <p:nvPr userDrawn="1"/>
        </p:nvGrpSpPr>
        <p:grpSpPr>
          <a:xfrm flipH="1">
            <a:off x="428625" y="1456405"/>
            <a:ext cx="4631138" cy="4631138"/>
            <a:chOff x="6364404" y="688572"/>
            <a:chExt cx="5398971" cy="5398971"/>
          </a:xfrm>
        </p:grpSpPr>
        <p:pic>
          <p:nvPicPr>
            <p:cNvPr id="5" name="Graphic 4">
              <a:extLst>
                <a:ext uri="{FF2B5EF4-FFF2-40B4-BE49-F238E27FC236}">
                  <a16:creationId xmlns:a16="http://schemas.microsoft.com/office/drawing/2014/main" id="{F0EA9041-DFBD-0DC8-66E1-193CA3018F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6" name="Graphic 5">
              <a:extLst>
                <a:ext uri="{FF2B5EF4-FFF2-40B4-BE49-F238E27FC236}">
                  <a16:creationId xmlns:a16="http://schemas.microsoft.com/office/drawing/2014/main" id="{14ADEFBA-0047-A23F-7A01-9D71C4274E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7" name="Picture Placeholder 6">
            <a:extLst>
              <a:ext uri="{FF2B5EF4-FFF2-40B4-BE49-F238E27FC236}">
                <a16:creationId xmlns:a16="http://schemas.microsoft.com/office/drawing/2014/main" id="{4A8ACBE3-F84F-9311-A090-BF6945A40482}"/>
              </a:ext>
              <a:ext uri="{C183D7F6-B498-43B3-948B-1728B52AA6E4}">
                <adec:decorative xmlns:adec="http://schemas.microsoft.com/office/drawing/2017/decorative" val="1"/>
              </a:ext>
            </a:extLst>
          </p:cNvPr>
          <p:cNvSpPr>
            <a:spLocks noGrp="1" noChangeAspect="1"/>
          </p:cNvSpPr>
          <p:nvPr>
            <p:ph type="pic" sz="quarter" idx="11"/>
          </p:nvPr>
        </p:nvSpPr>
        <p:spPr>
          <a:xfrm>
            <a:off x="1358739" y="2390067"/>
            <a:ext cx="2765586" cy="2765584"/>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273263558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ircle curve quot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08C7D-CAC2-E061-16C4-46C8B746882D}"/>
              </a:ext>
            </a:extLst>
          </p:cNvPr>
          <p:cNvSpPr>
            <a:spLocks noGrp="1"/>
          </p:cNvSpPr>
          <p:nvPr>
            <p:ph type="title" hasCustomPrompt="1"/>
          </p:nvPr>
        </p:nvSpPr>
        <p:spPr>
          <a:xfrm>
            <a:off x="428624" y="-972518"/>
            <a:ext cx="11337925" cy="796568"/>
          </a:xfrm>
        </p:spPr>
        <p:txBody>
          <a:bodyPr anchor="b"/>
          <a:lstStyle>
            <a:lvl1pPr>
              <a:defRPr/>
            </a:lvl1pPr>
          </a:lstStyle>
          <a:p>
            <a:r>
              <a:rPr lang="en-US"/>
              <a:t>Title</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
        <p:nvSpPr>
          <p:cNvPr id="2" name="Slide Number Placeholder 5">
            <a:extLst>
              <a:ext uri="{FF2B5EF4-FFF2-40B4-BE49-F238E27FC236}">
                <a16:creationId xmlns:a16="http://schemas.microsoft.com/office/drawing/2014/main" id="{512E530A-B778-4B96-FF9C-7B751B733D7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5" name="Graphique 10" descr="Atos logo">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6" name="Group 5">
            <a:extLst>
              <a:ext uri="{FF2B5EF4-FFF2-40B4-BE49-F238E27FC236}">
                <a16:creationId xmlns:a16="http://schemas.microsoft.com/office/drawing/2014/main" id="{19778ECC-DF3B-21C8-2028-9C37F39EDD7F}"/>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Picture Placeholder 6">
            <a:extLst>
              <a:ext uri="{FF2B5EF4-FFF2-40B4-BE49-F238E27FC236}">
                <a16:creationId xmlns:a16="http://schemas.microsoft.com/office/drawing/2014/main" id="{7BB21A47-0ACD-51C0-D2C7-23A1141D8604}"/>
              </a:ext>
              <a:ext uri="{C183D7F6-B498-43B3-948B-1728B52AA6E4}">
                <adec:decorative xmlns:adec="http://schemas.microsoft.com/office/drawing/2017/decorative" val="1"/>
              </a:ext>
            </a:extLst>
          </p:cNvPr>
          <p:cNvSpPr>
            <a:spLocks noGrp="1" noChangeAspect="1"/>
          </p:cNvSpPr>
          <p:nvPr>
            <p:ph type="pic" sz="quarter" idx="11"/>
          </p:nvPr>
        </p:nvSpPr>
        <p:spPr>
          <a:xfrm>
            <a:off x="1516747" y="1776294"/>
            <a:ext cx="3218690" cy="3218688"/>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257236671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ircle curve quot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a:solidFill>
                  <a:schemeClr val="accent3"/>
                </a:solidFill>
              </a:defRPr>
            </a:lvl1pPr>
          </a:lstStyle>
          <a:p>
            <a:r>
              <a:rPr lang="en-US"/>
              <a:t>Title example </a:t>
            </a:r>
            <a:br>
              <a:rPr lang="en-US"/>
            </a:br>
            <a:r>
              <a:rPr lang="en-US"/>
              <a:t>over two lines</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5" name="Graphique 10" descr="Atos logo">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8678148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ircle curve quote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01E3036-17F2-B2D8-A1D0-CDDB9D0DD68D}"/>
              </a:ext>
              <a:ext uri="{C183D7F6-B498-43B3-948B-1728B52AA6E4}">
                <adec:decorative xmlns:adec="http://schemas.microsoft.com/office/drawing/2017/decorative" val="1"/>
              </a:ext>
            </a:extLst>
          </p:cNvPr>
          <p:cNvGrpSpPr/>
          <p:nvPr userDrawn="1"/>
        </p:nvGrpSpPr>
        <p:grpSpPr>
          <a:xfrm>
            <a:off x="0" y="0"/>
            <a:ext cx="6096000" cy="6858000"/>
            <a:chOff x="0" y="0"/>
            <a:chExt cx="6096000" cy="6858000"/>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sz="3200">
                <a:solidFill>
                  <a:schemeClr val="bg1"/>
                </a:solidFill>
              </a:defRPr>
            </a:lvl1pPr>
          </a:lstStyle>
          <a:p>
            <a:r>
              <a:rPr lang="en-US"/>
              <a:t>Presentation</a:t>
            </a:r>
            <a:br>
              <a:rPr lang="en-US"/>
            </a:br>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accent3"/>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Tree>
    <p:extLst>
      <p:ext uri="{BB962C8B-B14F-4D97-AF65-F5344CB8AC3E}">
        <p14:creationId xmlns:p14="http://schemas.microsoft.com/office/powerpoint/2010/main" val="40144856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Horizontal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3249094-6A68-D834-0DBC-9A7F16E75AD2}"/>
              </a:ext>
            </a:extLst>
          </p:cNvPr>
          <p:cNvSpPr>
            <a:spLocks noGrp="1"/>
          </p:cNvSpPr>
          <p:nvPr>
            <p:ph type="title" hasCustomPrompt="1"/>
          </p:nvPr>
        </p:nvSpPr>
        <p:spPr>
          <a:xfrm>
            <a:off x="428623" y="4548851"/>
            <a:ext cx="3622941" cy="1528100"/>
          </a:xfrm>
        </p:spPr>
        <p:txBody>
          <a:bodyPr/>
          <a:lstStyle>
            <a:lvl1pPr>
              <a:defRPr/>
            </a:lvl1pPr>
          </a:lstStyle>
          <a:p>
            <a:pPr lvl="0"/>
            <a:r>
              <a:rPr lang="en-US"/>
              <a:t>Presentation title</a:t>
            </a:r>
          </a:p>
        </p:txBody>
      </p:sp>
      <p:sp>
        <p:nvSpPr>
          <p:cNvPr id="15" name="Text Placeholder 13">
            <a:extLst>
              <a:ext uri="{FF2B5EF4-FFF2-40B4-BE49-F238E27FC236}">
                <a16:creationId xmlns:a16="http://schemas.microsoft.com/office/drawing/2014/main" id="{0857F230-011F-060B-4FB1-562515D958C8}"/>
              </a:ext>
            </a:extLst>
          </p:cNvPr>
          <p:cNvSpPr>
            <a:spLocks noGrp="1"/>
          </p:cNvSpPr>
          <p:nvPr>
            <p:ph type="body" sz="quarter" idx="12" hasCustomPrompt="1"/>
          </p:nvPr>
        </p:nvSpPr>
        <p:spPr>
          <a:xfrm>
            <a:off x="4284529" y="2899336"/>
            <a:ext cx="3622941" cy="3177613"/>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17" name="Text Placeholder 13">
            <a:extLst>
              <a:ext uri="{FF2B5EF4-FFF2-40B4-BE49-F238E27FC236}">
                <a16:creationId xmlns:a16="http://schemas.microsoft.com/office/drawing/2014/main" id="{1A32E384-2A06-73AA-FF5C-EEF843B9C278}"/>
              </a:ext>
            </a:extLst>
          </p:cNvPr>
          <p:cNvSpPr>
            <a:spLocks noGrp="1"/>
          </p:cNvSpPr>
          <p:nvPr>
            <p:ph type="body" sz="quarter" idx="13" hasCustomPrompt="1"/>
          </p:nvPr>
        </p:nvSpPr>
        <p:spPr>
          <a:xfrm>
            <a:off x="8140436" y="2899336"/>
            <a:ext cx="3622941" cy="3177613"/>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9" name="Picture Placeholder 8">
            <a:extLst>
              <a:ext uri="{FF2B5EF4-FFF2-40B4-BE49-F238E27FC236}">
                <a16:creationId xmlns:a16="http://schemas.microsoft.com/office/drawing/2014/main" id="{74402166-D4C7-46DF-2D53-A61654BC1272}"/>
              </a:ext>
              <a:ext uri="{C183D7F6-B498-43B3-948B-1728B52AA6E4}">
                <adec:decorative xmlns:adec="http://schemas.microsoft.com/office/drawing/2017/decorative" val="1"/>
              </a:ext>
            </a:extLst>
          </p:cNvPr>
          <p:cNvSpPr>
            <a:spLocks noGrp="1"/>
          </p:cNvSpPr>
          <p:nvPr>
            <p:ph type="pic" sz="quarter" idx="10" hasCustomPrompt="1"/>
          </p:nvPr>
        </p:nvSpPr>
        <p:spPr>
          <a:xfrm>
            <a:off x="0" y="-2"/>
            <a:ext cx="12192000" cy="2743200"/>
          </a:xfrm>
        </p:spPr>
        <p:txBody>
          <a:bodyPr tIns="1280160" anchor="ctr"/>
          <a:lstStyle>
            <a:lvl1pPr marL="0" indent="0" algn="ctr">
              <a:spcAft>
                <a:spcPts val="0"/>
              </a:spcAft>
              <a:buNone/>
              <a:defRPr/>
            </a:lvl1pPr>
          </a:lstStyle>
          <a:p>
            <a:r>
              <a:rPr lang="en-US"/>
              <a:t>Click icon to add picture</a:t>
            </a:r>
            <a:br>
              <a:rPr lang="en-US"/>
            </a:br>
            <a:r>
              <a:rPr lang="en-US"/>
              <a:t>[Reading order of this slide is failing currently as you need to either label your image decorative]</a:t>
            </a:r>
          </a:p>
        </p:txBody>
      </p:sp>
      <p:pic>
        <p:nvPicPr>
          <p:cNvPr id="10" name="Graphic 9">
            <a:extLst>
              <a:ext uri="{FF2B5EF4-FFF2-40B4-BE49-F238E27FC236}">
                <a16:creationId xmlns:a16="http://schemas.microsoft.com/office/drawing/2014/main" id="{4BC43108-4F2C-DF07-1B76-A5BC5199721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428623" y="2899337"/>
            <a:ext cx="1536654" cy="1536654"/>
          </a:xfrm>
          <a:prstGeom prst="rect">
            <a:avLst/>
          </a:prstGeom>
        </p:spPr>
      </p:pic>
    </p:spTree>
    <p:extLst>
      <p:ext uri="{BB962C8B-B14F-4D97-AF65-F5344CB8AC3E}">
        <p14:creationId xmlns:p14="http://schemas.microsoft.com/office/powerpoint/2010/main" val="23706211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orizontal custom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77251B7-BDA4-7CFC-7E11-BE1B143D5B8A}"/>
              </a:ext>
            </a:extLst>
          </p:cNvPr>
          <p:cNvSpPr>
            <a:spLocks noGrp="1"/>
          </p:cNvSpPr>
          <p:nvPr>
            <p:ph type="title" hasCustomPrompt="1"/>
          </p:nvPr>
        </p:nvSpPr>
        <p:spPr>
          <a:xfrm>
            <a:off x="428623" y="3948242"/>
            <a:ext cx="3622941" cy="2128709"/>
          </a:xfrm>
        </p:spPr>
        <p:txBody>
          <a:bodyPr/>
          <a:lstStyle>
            <a:lvl1pPr>
              <a:defRPr sz="2800"/>
            </a:lvl1pPr>
          </a:lstStyle>
          <a:p>
            <a:pPr lvl="0"/>
            <a:r>
              <a:rPr lang="en-US"/>
              <a:t>Presentation title</a:t>
            </a:r>
          </a:p>
        </p:txBody>
      </p:sp>
      <p:sp>
        <p:nvSpPr>
          <p:cNvPr id="15" name="Text Placeholder 13">
            <a:extLst>
              <a:ext uri="{FF2B5EF4-FFF2-40B4-BE49-F238E27FC236}">
                <a16:creationId xmlns:a16="http://schemas.microsoft.com/office/drawing/2014/main" id="{0857F230-011F-060B-4FB1-562515D958C8}"/>
              </a:ext>
            </a:extLst>
          </p:cNvPr>
          <p:cNvSpPr>
            <a:spLocks noGrp="1"/>
          </p:cNvSpPr>
          <p:nvPr>
            <p:ph type="body" sz="quarter" idx="12" hasCustomPrompt="1"/>
          </p:nvPr>
        </p:nvSpPr>
        <p:spPr>
          <a:xfrm>
            <a:off x="4284529" y="2280214"/>
            <a:ext cx="3622941" cy="3796736"/>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17" name="Text Placeholder 13">
            <a:extLst>
              <a:ext uri="{FF2B5EF4-FFF2-40B4-BE49-F238E27FC236}">
                <a16:creationId xmlns:a16="http://schemas.microsoft.com/office/drawing/2014/main" id="{1A32E384-2A06-73AA-FF5C-EEF843B9C278}"/>
              </a:ext>
            </a:extLst>
          </p:cNvPr>
          <p:cNvSpPr>
            <a:spLocks noGrp="1"/>
          </p:cNvSpPr>
          <p:nvPr>
            <p:ph type="body" sz="quarter" idx="13" hasCustomPrompt="1"/>
          </p:nvPr>
        </p:nvSpPr>
        <p:spPr>
          <a:xfrm>
            <a:off x="8140436" y="2280214"/>
            <a:ext cx="3622941" cy="3796736"/>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16" name="Picture Placeholder 15">
            <a:extLst>
              <a:ext uri="{FF2B5EF4-FFF2-40B4-BE49-F238E27FC236}">
                <a16:creationId xmlns:a16="http://schemas.microsoft.com/office/drawing/2014/main" id="{06A16EC3-E042-9D3B-ABB3-350B46674C08}"/>
              </a:ext>
              <a:ext uri="{C183D7F6-B498-43B3-948B-1728B52AA6E4}">
                <adec:decorative xmlns:adec="http://schemas.microsoft.com/office/drawing/2017/decorative" val="1"/>
              </a:ext>
            </a:extLst>
          </p:cNvPr>
          <p:cNvSpPr>
            <a:spLocks noGrp="1"/>
          </p:cNvSpPr>
          <p:nvPr>
            <p:ph type="pic" sz="quarter" idx="10" hasCustomPrompt="1"/>
          </p:nvPr>
        </p:nvSpPr>
        <p:spPr>
          <a:xfrm>
            <a:off x="1" y="0"/>
            <a:ext cx="7936707" cy="2148840"/>
          </a:xfrm>
          <a:custGeom>
            <a:avLst/>
            <a:gdLst>
              <a:gd name="connsiteX0" fmla="*/ 0 w 7936707"/>
              <a:gd name="connsiteY0" fmla="*/ 0 h 2148840"/>
              <a:gd name="connsiteX1" fmla="*/ 7936707 w 7936707"/>
              <a:gd name="connsiteY1" fmla="*/ 0 h 2148840"/>
              <a:gd name="connsiteX2" fmla="*/ 7916112 w 7936707"/>
              <a:gd name="connsiteY2" fmla="*/ 152642 h 2148840"/>
              <a:gd name="connsiteX3" fmla="*/ 7772397 w 7936707"/>
              <a:gd name="connsiteY3" fmla="*/ 428627 h 2148840"/>
              <a:gd name="connsiteX4" fmla="*/ 7291388 w 7936707"/>
              <a:gd name="connsiteY4" fmla="*/ 645318 h 2148840"/>
              <a:gd name="connsiteX5" fmla="*/ 7292983 w 7936707"/>
              <a:gd name="connsiteY5" fmla="*/ 1076537 h 2148840"/>
              <a:gd name="connsiteX6" fmla="*/ 7179447 w 7936707"/>
              <a:gd name="connsiteY6" fmla="*/ 1084178 h 2148840"/>
              <a:gd name="connsiteX7" fmla="*/ 6527006 w 7936707"/>
              <a:gd name="connsiteY7" fmla="*/ 1400174 h 2148840"/>
              <a:gd name="connsiteX8" fmla="*/ 6241917 w 7936707"/>
              <a:gd name="connsiteY8" fmla="*/ 1943760 h 2148840"/>
              <a:gd name="connsiteX9" fmla="*/ 6220226 w 7936707"/>
              <a:gd name="connsiteY9" fmla="*/ 2148840 h 2148840"/>
              <a:gd name="connsiteX10" fmla="*/ 0 w 7936707"/>
              <a:gd name="connsiteY10" fmla="*/ 2148840 h 214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36707" h="2148840">
                <a:moveTo>
                  <a:pt x="0" y="0"/>
                </a:moveTo>
                <a:lnTo>
                  <a:pt x="7936707" y="0"/>
                </a:lnTo>
                <a:lnTo>
                  <a:pt x="7916112" y="152642"/>
                </a:lnTo>
                <a:cubicBezTo>
                  <a:pt x="7880150" y="293192"/>
                  <a:pt x="7806627" y="394397"/>
                  <a:pt x="7772397" y="428627"/>
                </a:cubicBezTo>
                <a:cubicBezTo>
                  <a:pt x="7726757" y="474267"/>
                  <a:pt x="7599362" y="630237"/>
                  <a:pt x="7291388" y="645318"/>
                </a:cubicBezTo>
                <a:lnTo>
                  <a:pt x="7292983" y="1076537"/>
                </a:lnTo>
                <a:lnTo>
                  <a:pt x="7179447" y="1084178"/>
                </a:lnTo>
                <a:cubicBezTo>
                  <a:pt x="6913730" y="1115401"/>
                  <a:pt x="6694389" y="1234878"/>
                  <a:pt x="6527006" y="1400174"/>
                </a:cubicBezTo>
                <a:cubicBezTo>
                  <a:pt x="6383536" y="1541857"/>
                  <a:pt x="6283809" y="1737115"/>
                  <a:pt x="6241917" y="1943760"/>
                </a:cubicBezTo>
                <a:lnTo>
                  <a:pt x="6220226" y="2148840"/>
                </a:lnTo>
                <a:lnTo>
                  <a:pt x="0" y="2148840"/>
                </a:lnTo>
                <a:close/>
              </a:path>
            </a:pathLst>
          </a:custGeom>
        </p:spPr>
        <p:txBody>
          <a:bodyPr wrap="square" tIns="1371600" anchor="ctr">
            <a:noAutofit/>
          </a:bodyPr>
          <a:lstStyle>
            <a:lvl1pPr marL="0" indent="0" algn="ctr">
              <a:spcAft>
                <a:spcPts val="0"/>
              </a:spcAft>
              <a:buNone/>
              <a:defRPr sz="1400"/>
            </a:lvl1pPr>
          </a:lstStyle>
          <a:p>
            <a:r>
              <a:rPr lang="en-US"/>
              <a:t>Click icon to add picture</a:t>
            </a:r>
            <a:br>
              <a:rPr lang="en-US"/>
            </a:br>
            <a:r>
              <a:rPr lang="en-US"/>
              <a:t>[Reading order of this slide is failing currently as</a:t>
            </a:r>
            <a:br>
              <a:rPr lang="en-US"/>
            </a:br>
            <a:r>
              <a:rPr lang="en-US"/>
              <a:t>you need to either label your image decorative]</a:t>
            </a:r>
          </a:p>
        </p:txBody>
      </p:sp>
      <p:grpSp>
        <p:nvGrpSpPr>
          <p:cNvPr id="6" name="Group 5">
            <a:extLst>
              <a:ext uri="{FF2B5EF4-FFF2-40B4-BE49-F238E27FC236}">
                <a16:creationId xmlns:a16="http://schemas.microsoft.com/office/drawing/2014/main" id="{98028403-CA56-3044-0754-28BCEA1221EF}"/>
              </a:ext>
              <a:ext uri="{C183D7F6-B498-43B3-948B-1728B52AA6E4}">
                <adec:decorative xmlns:adec="http://schemas.microsoft.com/office/drawing/2017/decorative" val="1"/>
              </a:ext>
            </a:extLst>
          </p:cNvPr>
          <p:cNvGrpSpPr/>
          <p:nvPr userDrawn="1"/>
        </p:nvGrpSpPr>
        <p:grpSpPr>
          <a:xfrm>
            <a:off x="428623" y="0"/>
            <a:ext cx="7937782" cy="3816868"/>
            <a:chOff x="428623" y="0"/>
            <a:chExt cx="7937782" cy="3816868"/>
          </a:xfrm>
        </p:grpSpPr>
        <p:pic>
          <p:nvPicPr>
            <p:cNvPr id="10" name="Graphic 9">
              <a:extLst>
                <a:ext uri="{FF2B5EF4-FFF2-40B4-BE49-F238E27FC236}">
                  <a16:creationId xmlns:a16="http://schemas.microsoft.com/office/drawing/2014/main" id="{4BC43108-4F2C-DF07-1B76-A5BC5199721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428623" y="2280214"/>
              <a:ext cx="1536654" cy="1536654"/>
            </a:xfrm>
            <a:prstGeom prst="rect">
              <a:avLst/>
            </a:prstGeom>
          </p:spPr>
        </p:pic>
        <p:pic>
          <p:nvPicPr>
            <p:cNvPr id="3" name="Graphic 2">
              <a:extLst>
                <a:ext uri="{FF2B5EF4-FFF2-40B4-BE49-F238E27FC236}">
                  <a16:creationId xmlns:a16="http://schemas.microsoft.com/office/drawing/2014/main" id="{9FB87B71-100B-41E3-AFCA-8DDCC0E4D60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7291985" y="0"/>
              <a:ext cx="1074420" cy="1074420"/>
            </a:xfrm>
            <a:prstGeom prst="rect">
              <a:avLst/>
            </a:prstGeom>
          </p:spPr>
        </p:pic>
        <p:pic>
          <p:nvPicPr>
            <p:cNvPr id="4" name="Graphic 3">
              <a:extLst>
                <a:ext uri="{FF2B5EF4-FFF2-40B4-BE49-F238E27FC236}">
                  <a16:creationId xmlns:a16="http://schemas.microsoft.com/office/drawing/2014/main" id="{3C478359-C705-F6C2-2562-F7E6ECCBC5A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V="1">
              <a:off x="6217565" y="1074420"/>
              <a:ext cx="1074420" cy="1074420"/>
            </a:xfrm>
            <a:prstGeom prst="rect">
              <a:avLst/>
            </a:prstGeom>
          </p:spPr>
        </p:pic>
      </p:grpSp>
    </p:spTree>
    <p:extLst>
      <p:ext uri="{BB962C8B-B14F-4D97-AF65-F5344CB8AC3E}">
        <p14:creationId xmlns:p14="http://schemas.microsoft.com/office/powerpoint/2010/main" val="237131809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er use ca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5" y="291451"/>
            <a:ext cx="10217944" cy="912315"/>
          </a:xfrm>
        </p:spPr>
        <p:txBody>
          <a:bodyPr/>
          <a:lstStyle>
            <a:lvl1pPr>
              <a:defRPr/>
            </a:lvl1pPr>
          </a:lstStyle>
          <a:p>
            <a:r>
              <a:rPr lang="en-US" noProof="0"/>
              <a:t>Customer Name or “Leading Company in Industry” 3</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6" y="709990"/>
            <a:ext cx="10217944"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a:pPr>
            <a:r>
              <a:rPr lang="en-US" noProof="0"/>
              <a:t>Project Name / Short Project Description</a:t>
            </a:r>
          </a:p>
        </p:txBody>
      </p:sp>
      <p:sp>
        <p:nvSpPr>
          <p:cNvPr id="20" name="Text Placeholder 19">
            <a:extLst>
              <a:ext uri="{FF2B5EF4-FFF2-40B4-BE49-F238E27FC236}">
                <a16:creationId xmlns:a16="http://schemas.microsoft.com/office/drawing/2014/main" id="{16E3656E-2604-07A1-7264-51DBED1E9925}"/>
              </a:ext>
            </a:extLst>
          </p:cNvPr>
          <p:cNvSpPr>
            <a:spLocks noGrp="1"/>
          </p:cNvSpPr>
          <p:nvPr>
            <p:ph type="body" sz="quarter" idx="43" hasCustomPrompt="1"/>
          </p:nvPr>
        </p:nvSpPr>
        <p:spPr>
          <a:xfrm>
            <a:off x="428624" y="1448539"/>
            <a:ext cx="11346324" cy="685800"/>
          </a:xfrm>
        </p:spPr>
        <p:txBody>
          <a:bodyPr/>
          <a:lstStyle>
            <a:lvl1pPr marL="0" indent="0">
              <a:buFontTx/>
              <a:buNone/>
              <a:defRPr sz="1400">
                <a:latin typeface="+mn-lt"/>
              </a:defRPr>
            </a:lvl1pPr>
            <a:lvl2pPr marL="228600" indent="0">
              <a:buFontTx/>
              <a:buNone/>
              <a:defRPr sz="1400">
                <a:latin typeface="+mn-lt"/>
              </a:defRPr>
            </a:lvl2pPr>
            <a:lvl3pPr marL="457200" indent="0">
              <a:buFontTx/>
              <a:buNone/>
              <a:defRPr sz="1400">
                <a:latin typeface="+mn-lt"/>
              </a:defRPr>
            </a:lvl3pPr>
            <a:lvl4pPr marL="685800" indent="0">
              <a:buFontTx/>
              <a:buNone/>
              <a:defRPr sz="1400">
                <a:latin typeface="+mn-lt"/>
              </a:defRPr>
            </a:lvl4pPr>
            <a:lvl5pPr>
              <a:buFontTx/>
              <a:buNone/>
              <a:defRPr sz="1400">
                <a:latin typeface="+mn-lt"/>
              </a:defRPr>
            </a:lvl5pPr>
          </a:lstStyle>
          <a:p>
            <a:pPr lvl="0"/>
            <a:r>
              <a:rPr lang="en-US"/>
              <a:t>Client description</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1059542" y="2273528"/>
            <a:ext cx="2935241" cy="548640"/>
          </a:xfrm>
        </p:spPr>
        <p:txBody>
          <a:bodyPr anchor="ctr"/>
          <a:lstStyle>
            <a:lvl1pPr marL="0" indent="0">
              <a:spcAft>
                <a:spcPts val="0"/>
              </a:spcAft>
              <a:buNone/>
              <a:defRPr sz="1800">
                <a:solidFill>
                  <a:schemeClr val="accent1"/>
                </a:solidFill>
                <a:latin typeface="+mj-lt"/>
              </a:defRPr>
            </a:lvl1pPr>
          </a:lstStyle>
          <a:p>
            <a:r>
              <a:rPr lang="en-IN"/>
              <a:t>Challenge</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949625" y="2273528"/>
            <a:ext cx="2935241" cy="548640"/>
          </a:xfrm>
        </p:spPr>
        <p:txBody>
          <a:bodyPr anchor="ctr"/>
          <a:lstStyle>
            <a:lvl1pPr marL="0" indent="0">
              <a:spcAft>
                <a:spcPts val="0"/>
              </a:spcAft>
              <a:buNone/>
              <a:defRPr sz="1800">
                <a:solidFill>
                  <a:schemeClr val="accent1"/>
                </a:solidFill>
                <a:latin typeface="+mj-lt"/>
              </a:defRPr>
            </a:lvl1pPr>
          </a:lstStyle>
          <a:p>
            <a:r>
              <a:rPr lang="en-IN"/>
              <a:t>Solution</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839708" y="2273528"/>
            <a:ext cx="2935241" cy="548640"/>
          </a:xfrm>
        </p:spPr>
        <p:txBody>
          <a:bodyPr anchor="ctr"/>
          <a:lstStyle>
            <a:lvl1pPr marL="0" indent="0">
              <a:spcAft>
                <a:spcPts val="0"/>
              </a:spcAft>
              <a:buNone/>
              <a:defRPr sz="1800">
                <a:solidFill>
                  <a:schemeClr val="accent1"/>
                </a:solidFill>
                <a:latin typeface="+mj-lt"/>
              </a:defRPr>
            </a:lvl1pPr>
          </a:lstStyle>
          <a:p>
            <a:r>
              <a:rPr lang="en-IN"/>
              <a:t>Business benefits</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
        <p:nvSpPr>
          <p:cNvPr id="19" name="internal use only">
            <a:extLst>
              <a:ext uri="{FF2B5EF4-FFF2-40B4-BE49-F238E27FC236}">
                <a16:creationId xmlns:a16="http://schemas.microsoft.com/office/drawing/2014/main" id="{01155420-5447-22ED-0B97-FFAF06EAB069}"/>
              </a:ext>
            </a:extLst>
          </p:cNvPr>
          <p:cNvSpPr txBox="1"/>
          <p:nvPr userDrawn="1"/>
        </p:nvSpPr>
        <p:spPr>
          <a:xfrm>
            <a:off x="4789859" y="6347606"/>
            <a:ext cx="1371600" cy="276999"/>
          </a:xfrm>
          <a:prstGeom prst="rect">
            <a:avLst/>
          </a:prstGeom>
          <a:solidFill>
            <a:schemeClr val="accent3"/>
          </a:solidFill>
          <a:ln>
            <a:noFill/>
          </a:ln>
        </p:spPr>
        <p:txBody>
          <a:bodyPr wrap="square" lIns="45720" tIns="45720" rIns="45720" bIns="45720" rtlCol="0" anchor="ctr">
            <a:spAutoFit/>
          </a:bodyPr>
          <a:lstStyle>
            <a:defPPr>
              <a:defRPr lang="en-US"/>
            </a:defPPr>
            <a:lvl1pPr marR="0" lvl="0" indent="0" algn="ctr" fontAlgn="auto">
              <a:lnSpc>
                <a:spcPct val="100000"/>
              </a:lnSpc>
              <a:spcBef>
                <a:spcPts val="0"/>
              </a:spcBef>
              <a:spcAft>
                <a:spcPts val="0"/>
              </a:spcAft>
              <a:buClrTx/>
              <a:buSzTx/>
              <a:buFontTx/>
              <a:buNone/>
              <a:tabLst/>
              <a:defRPr sz="1200">
                <a:solidFill>
                  <a:srgbClr val="FFFFFF"/>
                </a:solidFill>
              </a:defRPr>
            </a:lvl1pPr>
          </a:lstStyle>
          <a:p>
            <a:r>
              <a:rPr lang="en-US">
                <a:solidFill>
                  <a:schemeClr val="bg1"/>
                </a:solidFill>
              </a:rPr>
              <a:t>Atos Portfolio L1</a:t>
            </a:r>
          </a:p>
        </p:txBody>
      </p:sp>
      <p:sp>
        <p:nvSpPr>
          <p:cNvPr id="21" name="internal use only">
            <a:extLst>
              <a:ext uri="{FF2B5EF4-FFF2-40B4-BE49-F238E27FC236}">
                <a16:creationId xmlns:a16="http://schemas.microsoft.com/office/drawing/2014/main" id="{028F9F4E-5FDF-D2FA-E8CF-E280BC09AD98}"/>
              </a:ext>
            </a:extLst>
          </p:cNvPr>
          <p:cNvSpPr txBox="1"/>
          <p:nvPr userDrawn="1"/>
        </p:nvSpPr>
        <p:spPr>
          <a:xfrm>
            <a:off x="6263056" y="6347604"/>
            <a:ext cx="2153208" cy="276999"/>
          </a:xfrm>
          <a:prstGeom prst="rect">
            <a:avLst/>
          </a:prstGeom>
          <a:solidFill>
            <a:schemeClr val="accent1"/>
          </a:solidFill>
          <a:ln>
            <a:noFill/>
          </a:ln>
        </p:spPr>
        <p:txBody>
          <a:bodyPr wrap="square" lIns="45720" tIns="45720" rIns="4572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Atos Portfolio L2 (optional)</a:t>
            </a:r>
            <a:endParaRPr kumimoji="0" lang="en-US" sz="1200" b="0" i="0" u="none" strike="noStrike" kern="1200" cap="none" spc="0" normalizeH="0" baseline="0" noProof="0">
              <a:ln>
                <a:noFill/>
              </a:ln>
              <a:solidFill>
                <a:schemeClr val="bg1"/>
              </a:solidFill>
              <a:effectLst/>
              <a:uLnTx/>
              <a:uFillTx/>
              <a:ea typeface="+mn-ea"/>
              <a:cs typeface="+mn-cs"/>
            </a:endParaRPr>
          </a:p>
        </p:txBody>
      </p:sp>
      <p:sp>
        <p:nvSpPr>
          <p:cNvPr id="22" name="internal use only">
            <a:extLst>
              <a:ext uri="{FF2B5EF4-FFF2-40B4-BE49-F238E27FC236}">
                <a16:creationId xmlns:a16="http://schemas.microsoft.com/office/drawing/2014/main" id="{F33C5A73-D06E-7E4A-D948-24044C841C39}"/>
              </a:ext>
            </a:extLst>
          </p:cNvPr>
          <p:cNvSpPr txBox="1"/>
          <p:nvPr userDrawn="1"/>
        </p:nvSpPr>
        <p:spPr>
          <a:xfrm>
            <a:off x="8517861" y="6339094"/>
            <a:ext cx="1371600" cy="276999"/>
          </a:xfrm>
          <a:prstGeom prst="rect">
            <a:avLst/>
          </a:prstGeom>
          <a:noFill/>
          <a:ln w="12700">
            <a:solidFill>
              <a:schemeClr val="accent3"/>
            </a:solidFill>
          </a:ln>
        </p:spPr>
        <p:txBody>
          <a:bodyPr wrap="square" lIns="45720" tIns="45720" rIns="4572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accent3"/>
                </a:solidFill>
                <a:effectLst/>
                <a:uLnTx/>
                <a:uFillTx/>
                <a:latin typeface="+mn-lt"/>
                <a:ea typeface="+mn-ea"/>
                <a:cs typeface="+mn-cs"/>
              </a:rPr>
              <a:t>External use  </a:t>
            </a:r>
          </a:p>
        </p:txBody>
      </p:sp>
      <p:grpSp>
        <p:nvGrpSpPr>
          <p:cNvPr id="10" name="Group 9">
            <a:extLst>
              <a:ext uri="{FF2B5EF4-FFF2-40B4-BE49-F238E27FC236}">
                <a16:creationId xmlns:a16="http://schemas.microsoft.com/office/drawing/2014/main" id="{B775A699-A18D-BB21-EF78-E5C6F2A0665E}"/>
              </a:ext>
              <a:ext uri="{C183D7F6-B498-43B3-948B-1728B52AA6E4}">
                <adec:decorative xmlns:adec="http://schemas.microsoft.com/office/drawing/2017/decorative" val="1"/>
              </a:ext>
            </a:extLst>
          </p:cNvPr>
          <p:cNvGrpSpPr/>
          <p:nvPr userDrawn="1"/>
        </p:nvGrpSpPr>
        <p:grpSpPr>
          <a:xfrm>
            <a:off x="4153852" y="2273528"/>
            <a:ext cx="3892977" cy="3803422"/>
            <a:chOff x="4153852" y="1446213"/>
            <a:chExt cx="3892977" cy="4630737"/>
          </a:xfrm>
        </p:grpSpPr>
        <p:cxnSp>
          <p:nvCxnSpPr>
            <p:cNvPr id="7" name="Straight Connector 6">
              <a:extLst>
                <a:ext uri="{FF2B5EF4-FFF2-40B4-BE49-F238E27FC236}">
                  <a16:creationId xmlns:a16="http://schemas.microsoft.com/office/drawing/2014/main" id="{8055F457-6C59-9205-5BC8-37A6E312F763}"/>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 uri="{C183D7F6-B498-43B3-948B-1728B52AA6E4}">
                  <adec:decorative xmlns:adec="http://schemas.microsoft.com/office/drawing/2017/decorative" val="1"/>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3" name="Picture Placeholder 12">
            <a:extLst>
              <a:ext uri="{FF2B5EF4-FFF2-40B4-BE49-F238E27FC236}">
                <a16:creationId xmlns:a16="http://schemas.microsoft.com/office/drawing/2014/main" id="{A3671B79-3EC2-65ED-38A8-41F17F6B9984}"/>
              </a:ext>
              <a:ext uri="{C183D7F6-B498-43B3-948B-1728B52AA6E4}">
                <adec:decorative xmlns:adec="http://schemas.microsoft.com/office/drawing/2017/decorative" val="1"/>
              </a:ext>
            </a:extLst>
          </p:cNvPr>
          <p:cNvSpPr>
            <a:spLocks noGrp="1"/>
          </p:cNvSpPr>
          <p:nvPr userDrawn="1">
            <p:ph type="pic" sz="quarter" idx="42" hasCustomPrompt="1"/>
          </p:nvPr>
        </p:nvSpPr>
        <p:spPr>
          <a:xfrm>
            <a:off x="10731500" y="291451"/>
            <a:ext cx="1033272" cy="912315"/>
          </a:xfrm>
        </p:spPr>
        <p:txBody>
          <a:bodyPr bIns="18288" anchor="b"/>
          <a:lstStyle>
            <a:lvl1pPr marL="0" indent="0" algn="ctr">
              <a:buNone/>
              <a:defRPr sz="1100"/>
            </a:lvl1pPr>
          </a:lstStyle>
          <a:p>
            <a:r>
              <a:rPr lang="en-US"/>
              <a:t>Click icon to add logo</a:t>
            </a:r>
          </a:p>
        </p:txBody>
      </p:sp>
      <p:grpSp>
        <p:nvGrpSpPr>
          <p:cNvPr id="17" name="Group 16">
            <a:extLst>
              <a:ext uri="{FF2B5EF4-FFF2-40B4-BE49-F238E27FC236}">
                <a16:creationId xmlns:a16="http://schemas.microsoft.com/office/drawing/2014/main" id="{109FA632-2867-FF12-3F3B-EF231A97B567}"/>
              </a:ext>
              <a:ext uri="{C183D7F6-B498-43B3-948B-1728B52AA6E4}">
                <adec:decorative xmlns:adec="http://schemas.microsoft.com/office/drawing/2017/decorative" val="1"/>
              </a:ext>
            </a:extLst>
          </p:cNvPr>
          <p:cNvGrpSpPr/>
          <p:nvPr userDrawn="1"/>
        </p:nvGrpSpPr>
        <p:grpSpPr>
          <a:xfrm>
            <a:off x="324627" y="2152824"/>
            <a:ext cx="8520069" cy="751546"/>
            <a:chOff x="324627" y="2152824"/>
            <a:chExt cx="8520069" cy="751546"/>
          </a:xfrm>
        </p:grpSpPr>
        <p:pic>
          <p:nvPicPr>
            <p:cNvPr id="11" name="Image 25" descr="Une image contenant Graphique, symbole, logo, cercle&#10;&#10;Description générée automatiquement">
              <a:extLst>
                <a:ext uri="{FF2B5EF4-FFF2-40B4-BE49-F238E27FC236}">
                  <a16:creationId xmlns:a16="http://schemas.microsoft.com/office/drawing/2014/main" id="{4193AB0D-E43A-4E8F-0DC6-7A92C372BE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2590" y="2192264"/>
              <a:ext cx="712106" cy="712106"/>
            </a:xfrm>
            <a:prstGeom prst="rect">
              <a:avLst/>
            </a:prstGeom>
          </p:spPr>
        </p:pic>
        <p:pic>
          <p:nvPicPr>
            <p:cNvPr id="14" name="Image 27" descr="Une image contenant Graphique, symbole, logo, Police&#10;&#10;Description générée automatiquement">
              <a:extLst>
                <a:ext uri="{FF2B5EF4-FFF2-40B4-BE49-F238E27FC236}">
                  <a16:creationId xmlns:a16="http://schemas.microsoft.com/office/drawing/2014/main" id="{0968E7AA-E813-3568-2FA4-2B71A09604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28298" y="2169404"/>
              <a:ext cx="712106" cy="712106"/>
            </a:xfrm>
            <a:prstGeom prst="rect">
              <a:avLst/>
            </a:prstGeom>
          </p:spPr>
        </p:pic>
        <p:pic>
          <p:nvPicPr>
            <p:cNvPr id="15" name="Image 29" descr="Une image contenant Graphique, symbole, Police, graphisme&#10;&#10;Description générée automatiquement">
              <a:extLst>
                <a:ext uri="{FF2B5EF4-FFF2-40B4-BE49-F238E27FC236}">
                  <a16:creationId xmlns:a16="http://schemas.microsoft.com/office/drawing/2014/main" id="{7F86DC0E-1477-1A82-B5C3-6B6A2C31CB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24627" y="2152824"/>
              <a:ext cx="712106" cy="710331"/>
            </a:xfrm>
            <a:prstGeom prst="rect">
              <a:avLst/>
            </a:prstGeom>
          </p:spPr>
        </p:pic>
      </p:grpSp>
    </p:spTree>
    <p:extLst>
      <p:ext uri="{BB962C8B-B14F-4D97-AF65-F5344CB8AC3E}">
        <p14:creationId xmlns:p14="http://schemas.microsoft.com/office/powerpoint/2010/main" val="24688819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0EEAF6F-C479-0460-933D-9A1AE8B05440}"/>
              </a:ext>
              <a:ext uri="{C183D7F6-B498-43B3-948B-1728B52AA6E4}">
                <adec:decorative xmlns:adec="http://schemas.microsoft.com/office/drawing/2017/decorative" val="1"/>
              </a:ext>
            </a:extLst>
          </p:cNvPr>
          <p:cNvGrpSpPr/>
          <p:nvPr userDrawn="1"/>
        </p:nvGrpSpPr>
        <p:grpSpPr>
          <a:xfrm>
            <a:off x="0" y="0"/>
            <a:ext cx="12192000" cy="2235997"/>
            <a:chOff x="0" y="0"/>
            <a:chExt cx="12192000" cy="2235997"/>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a:spLocks/>
            </p:cNvSpPr>
            <p:nvPr userDrawn="1"/>
          </p:nvSpPr>
          <p:spPr>
            <a:xfrm>
              <a:off x="0" y="0"/>
              <a:ext cx="12192000" cy="114774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14" name="Group 13">
              <a:extLst>
                <a:ext uri="{FF2B5EF4-FFF2-40B4-BE49-F238E27FC236}">
                  <a16:creationId xmlns:a16="http://schemas.microsoft.com/office/drawing/2014/main" id="{87EF5BB1-9EC5-C075-5CF1-D55B8363DFE7}"/>
                </a:ext>
                <a:ext uri="{C183D7F6-B498-43B3-948B-1728B52AA6E4}">
                  <adec:decorative xmlns:adec="http://schemas.microsoft.com/office/drawing/2017/decorative" val="1"/>
                </a:ext>
              </a:extLst>
            </p:cNvPr>
            <p:cNvGrpSpPr/>
            <p:nvPr userDrawn="1"/>
          </p:nvGrpSpPr>
          <p:grpSpPr>
            <a:xfrm>
              <a:off x="436910" y="61381"/>
              <a:ext cx="2174616" cy="2174616"/>
              <a:chOff x="428625" y="688572"/>
              <a:chExt cx="5398972" cy="5398972"/>
            </a:xfrm>
          </p:grpSpPr>
          <p:sp>
            <p:nvSpPr>
              <p:cNvPr id="10" name="Graphic 12">
                <a:extLst>
                  <a:ext uri="{FF2B5EF4-FFF2-40B4-BE49-F238E27FC236}">
                    <a16:creationId xmlns:a16="http://schemas.microsoft.com/office/drawing/2014/main" id="{867E329A-F569-FD2D-40BC-C949E9EC7C6C}"/>
                  </a:ext>
                  <a:ext uri="{C183D7F6-B498-43B3-948B-1728B52AA6E4}">
                    <adec:decorative xmlns:adec="http://schemas.microsoft.com/office/drawing/2017/decorative" val="1"/>
                  </a:ext>
                </a:extLst>
              </p:cNvPr>
              <p:cNvSpPr/>
              <p:nvPr/>
            </p:nvSpPr>
            <p:spPr>
              <a:xfrm rot="5400000">
                <a:off x="3128111" y="688572"/>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2"/>
              </a:solidFill>
              <a:ln w="2246" cap="flat">
                <a:noFill/>
                <a:prstDash val="solid"/>
                <a:miter/>
              </a:ln>
            </p:spPr>
            <p:txBody>
              <a:bodyPr rtlCol="0" anchor="ctr"/>
              <a:lstStyle/>
              <a:p>
                <a:endParaRPr lang="en-US" noProof="0"/>
              </a:p>
            </p:txBody>
          </p:sp>
          <p:sp>
            <p:nvSpPr>
              <p:cNvPr id="11" name="Graphic 11">
                <a:extLst>
                  <a:ext uri="{FF2B5EF4-FFF2-40B4-BE49-F238E27FC236}">
                    <a16:creationId xmlns:a16="http://schemas.microsoft.com/office/drawing/2014/main" id="{DDD74B7C-D695-9400-9632-BD81C62538EB}"/>
                  </a:ext>
                  <a:ext uri="{C183D7F6-B498-43B3-948B-1728B52AA6E4}">
                    <adec:decorative xmlns:adec="http://schemas.microsoft.com/office/drawing/2017/decorative" val="1"/>
                  </a:ext>
                </a:extLst>
              </p:cNvPr>
              <p:cNvSpPr/>
              <p:nvPr/>
            </p:nvSpPr>
            <p:spPr>
              <a:xfrm rot="16200000">
                <a:off x="428625" y="3388058"/>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1"/>
              </a:solidFill>
              <a:ln w="2246" cap="flat">
                <a:noFill/>
                <a:prstDash val="solid"/>
                <a:miter/>
              </a:ln>
            </p:spPr>
            <p:txBody>
              <a:bodyPr rtlCol="0" anchor="ctr"/>
              <a:lstStyle/>
              <a:p>
                <a:endParaRPr lang="en-US" noProof="0"/>
              </a:p>
            </p:txBody>
          </p:sp>
        </p:grpSp>
      </p:grpSp>
      <p:sp>
        <p:nvSpPr>
          <p:cNvPr id="3" name="Title 2">
            <a:extLst>
              <a:ext uri="{FF2B5EF4-FFF2-40B4-BE49-F238E27FC236}">
                <a16:creationId xmlns:a16="http://schemas.microsoft.com/office/drawing/2014/main" id="{AC6A2842-98CF-DBDF-5B71-0947B0AD63D5}"/>
              </a:ext>
            </a:extLst>
          </p:cNvPr>
          <p:cNvSpPr>
            <a:spLocks noGrp="1"/>
          </p:cNvSpPr>
          <p:nvPr>
            <p:ph type="title" hasCustomPrompt="1"/>
          </p:nvPr>
        </p:nvSpPr>
        <p:spPr>
          <a:xfrm>
            <a:off x="2772016" y="216497"/>
            <a:ext cx="7124338" cy="387705"/>
          </a:xfrm>
        </p:spPr>
        <p:txBody>
          <a:bodyPr/>
          <a:lstStyle>
            <a:lvl1pPr>
              <a:defRPr sz="2400">
                <a:solidFill>
                  <a:schemeClr val="bg1"/>
                </a:solidFill>
              </a:defRPr>
            </a:lvl1pPr>
          </a:lstStyle>
          <a:p>
            <a:r>
              <a:rPr lang="en-US" noProof="0"/>
              <a:t>Click to enter consultant’s name</a:t>
            </a:r>
          </a:p>
        </p:txBody>
      </p:sp>
      <p:sp>
        <p:nvSpPr>
          <p:cNvPr id="27" name="Text Placeholder 26">
            <a:extLst>
              <a:ext uri="{FF2B5EF4-FFF2-40B4-BE49-F238E27FC236}">
                <a16:creationId xmlns:a16="http://schemas.microsoft.com/office/drawing/2014/main" id="{5C537275-6DEE-641D-F9A0-865D8402FAC1}"/>
              </a:ext>
            </a:extLst>
          </p:cNvPr>
          <p:cNvSpPr>
            <a:spLocks noGrp="1"/>
          </p:cNvSpPr>
          <p:nvPr>
            <p:ph type="body" sz="quarter" idx="29" hasCustomPrompt="1"/>
          </p:nvPr>
        </p:nvSpPr>
        <p:spPr>
          <a:xfrm>
            <a:off x="2772017" y="607046"/>
            <a:ext cx="7124338" cy="414511"/>
          </a:xfrm>
        </p:spPr>
        <p:txBody>
          <a:bodyPr anchor="t"/>
          <a:lstStyle>
            <a:lvl1pPr marL="0" indent="0">
              <a:buNone/>
              <a:defRPr sz="1800">
                <a:solidFill>
                  <a:srgbClr val="3DC7FF"/>
                </a:solidFill>
                <a:latin typeface="+mj-lt"/>
              </a:defRPr>
            </a:lvl1pPr>
          </a:lstStyle>
          <a:p>
            <a:pPr lvl="0"/>
            <a:r>
              <a:rPr lang="en-US" noProof="0"/>
              <a:t>Click to enter role</a:t>
            </a:r>
          </a:p>
        </p:txBody>
      </p:sp>
      <p:sp>
        <p:nvSpPr>
          <p:cNvPr id="2" name="Text Placeholder 26">
            <a:extLst>
              <a:ext uri="{FF2B5EF4-FFF2-40B4-BE49-F238E27FC236}">
                <a16:creationId xmlns:a16="http://schemas.microsoft.com/office/drawing/2014/main" id="{7084BAAC-A14B-0D20-2A26-C8D646B16BBA}"/>
              </a:ext>
            </a:extLst>
          </p:cNvPr>
          <p:cNvSpPr>
            <a:spLocks noGrp="1"/>
          </p:cNvSpPr>
          <p:nvPr>
            <p:ph type="body" sz="quarter" idx="48" hasCustomPrompt="1"/>
          </p:nvPr>
        </p:nvSpPr>
        <p:spPr>
          <a:xfrm>
            <a:off x="10053638" y="257175"/>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a:t>Country:</a:t>
            </a:r>
          </a:p>
        </p:txBody>
      </p:sp>
      <p:sp>
        <p:nvSpPr>
          <p:cNvPr id="46" name="Text Placeholder 45">
            <a:extLst>
              <a:ext uri="{FF2B5EF4-FFF2-40B4-BE49-F238E27FC236}">
                <a16:creationId xmlns:a16="http://schemas.microsoft.com/office/drawing/2014/main" id="{0EB4AB2E-8AF8-1890-41F0-FE1A716E06B2}"/>
              </a:ext>
            </a:extLst>
          </p:cNvPr>
          <p:cNvSpPr>
            <a:spLocks noGrp="1"/>
          </p:cNvSpPr>
          <p:nvPr>
            <p:ph type="body" sz="quarter" idx="38" hasCustomPrompt="1"/>
          </p:nvPr>
        </p:nvSpPr>
        <p:spPr>
          <a:xfrm>
            <a:off x="10991850" y="257175"/>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a:t>ABC</a:t>
            </a:r>
          </a:p>
        </p:txBody>
      </p:sp>
      <p:sp>
        <p:nvSpPr>
          <p:cNvPr id="5" name="Text Placeholder 26">
            <a:extLst>
              <a:ext uri="{FF2B5EF4-FFF2-40B4-BE49-F238E27FC236}">
                <a16:creationId xmlns:a16="http://schemas.microsoft.com/office/drawing/2014/main" id="{E41CF282-98B5-0DCD-8CD3-865399C1809C}"/>
              </a:ext>
            </a:extLst>
          </p:cNvPr>
          <p:cNvSpPr>
            <a:spLocks noGrp="1"/>
          </p:cNvSpPr>
          <p:nvPr>
            <p:ph type="body" sz="quarter" idx="51" hasCustomPrompt="1"/>
          </p:nvPr>
        </p:nvSpPr>
        <p:spPr>
          <a:xfrm>
            <a:off x="10053638" y="655227"/>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a:t>Availability:</a:t>
            </a:r>
          </a:p>
        </p:txBody>
      </p:sp>
      <p:sp>
        <p:nvSpPr>
          <p:cNvPr id="47" name="Text Placeholder 45">
            <a:extLst>
              <a:ext uri="{FF2B5EF4-FFF2-40B4-BE49-F238E27FC236}">
                <a16:creationId xmlns:a16="http://schemas.microsoft.com/office/drawing/2014/main" id="{17BB8357-25D8-1F26-B27B-AEBD9BD231A9}"/>
              </a:ext>
            </a:extLst>
          </p:cNvPr>
          <p:cNvSpPr>
            <a:spLocks noGrp="1"/>
          </p:cNvSpPr>
          <p:nvPr>
            <p:ph type="body" sz="quarter" idx="39" hasCustomPrompt="1"/>
          </p:nvPr>
        </p:nvSpPr>
        <p:spPr>
          <a:xfrm>
            <a:off x="10991850" y="655227"/>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a:t>n Days</a:t>
            </a:r>
          </a:p>
        </p:txBody>
      </p:sp>
      <p:sp>
        <p:nvSpPr>
          <p:cNvPr id="4" name="Text Placeholder 3">
            <a:extLst>
              <a:ext uri="{FF2B5EF4-FFF2-40B4-BE49-F238E27FC236}">
                <a16:creationId xmlns:a16="http://schemas.microsoft.com/office/drawing/2014/main" id="{FDC52ABD-39DB-5DAA-B9C8-27265064FF03}"/>
              </a:ext>
            </a:extLst>
          </p:cNvPr>
          <p:cNvSpPr>
            <a:spLocks noGrp="1"/>
          </p:cNvSpPr>
          <p:nvPr>
            <p:ph type="body" sz="quarter" idx="41" hasCustomPrompt="1"/>
          </p:nvPr>
        </p:nvSpPr>
        <p:spPr>
          <a:xfrm>
            <a:off x="2262267" y="1189796"/>
            <a:ext cx="1835172" cy="327672"/>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marL="0" marR="0" lvl="0" indent="0" algn="l" defTabSz="914400" rtl="0" eaLnBrk="1" fontAlgn="auto" latinLnBrk="0" hangingPunct="1">
              <a:lnSpc>
                <a:spcPct val="100000"/>
              </a:lnSpc>
              <a:spcBef>
                <a:spcPts val="0"/>
              </a:spcBef>
              <a:spcAft>
                <a:spcPts val="600"/>
              </a:spcAft>
              <a:buClr>
                <a:schemeClr val="accent3"/>
              </a:buClr>
              <a:buSzTx/>
              <a:buFontTx/>
              <a:buNone/>
              <a:tabLst/>
              <a:defRPr/>
            </a:pPr>
            <a:r>
              <a:rPr lang="en-US" sz="1600" b="1" noProof="0">
                <a:solidFill>
                  <a:srgbClr val="0073E6"/>
                </a:solidFill>
                <a:latin typeface="+mj-lt"/>
                <a:cs typeface="+mn-cs"/>
              </a:rPr>
              <a:t>Competencies</a:t>
            </a:r>
            <a:endParaRPr lang="en-US" sz="1600" noProof="0">
              <a:solidFill>
                <a:srgbClr val="0073E6"/>
              </a:solidFill>
              <a:latin typeface="+mj-lt"/>
              <a:cs typeface="+mn-cs"/>
            </a:endParaRPr>
          </a:p>
        </p:txBody>
      </p:sp>
      <p:sp>
        <p:nvSpPr>
          <p:cNvPr id="36" name="Text Placeholder 28">
            <a:extLst>
              <a:ext uri="{FF2B5EF4-FFF2-40B4-BE49-F238E27FC236}">
                <a16:creationId xmlns:a16="http://schemas.microsoft.com/office/drawing/2014/main" id="{BA232C89-42B1-3DE0-EB93-B4A3D1FD1C45}"/>
              </a:ext>
            </a:extLst>
          </p:cNvPr>
          <p:cNvSpPr>
            <a:spLocks noGrp="1"/>
          </p:cNvSpPr>
          <p:nvPr>
            <p:ph type="body" sz="quarter" idx="32" hasCustomPrompt="1"/>
          </p:nvPr>
        </p:nvSpPr>
        <p:spPr>
          <a:xfrm>
            <a:off x="2262265" y="1542349"/>
            <a:ext cx="1835173" cy="1290773"/>
          </a:xfrm>
        </p:spPr>
        <p:txBody>
          <a:bodyPr anchor="t"/>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Expertise &amp; </a:t>
            </a:r>
            <a:br>
              <a:rPr lang="en-US" noProof="0"/>
            </a:br>
            <a:r>
              <a:rPr lang="en-US" noProof="0"/>
              <a:t>Core Competencies</a:t>
            </a:r>
          </a:p>
        </p:txBody>
      </p:sp>
      <p:sp>
        <p:nvSpPr>
          <p:cNvPr id="68" name="Text Placeholder 3">
            <a:extLst>
              <a:ext uri="{FF2B5EF4-FFF2-40B4-BE49-F238E27FC236}">
                <a16:creationId xmlns:a16="http://schemas.microsoft.com/office/drawing/2014/main" id="{4AF37B7A-C4FA-DE0B-2C2B-676A8950CCE9}"/>
              </a:ext>
            </a:extLst>
          </p:cNvPr>
          <p:cNvSpPr>
            <a:spLocks noGrp="1"/>
          </p:cNvSpPr>
          <p:nvPr>
            <p:ph type="body" sz="quarter" idx="44" hasCustomPrompt="1"/>
          </p:nvPr>
        </p:nvSpPr>
        <p:spPr>
          <a:xfrm>
            <a:off x="436909" y="2886691"/>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Summary</a:t>
            </a:r>
            <a:endParaRPr lang="en-US" sz="1600" noProof="0">
              <a:solidFill>
                <a:srgbClr val="0073E6"/>
              </a:solidFill>
              <a:latin typeface="+mj-lt"/>
              <a:cs typeface="+mn-cs"/>
            </a:endParaRPr>
          </a:p>
        </p:txBody>
      </p:sp>
      <p:sp>
        <p:nvSpPr>
          <p:cNvPr id="66" name="Text Placeholder 28">
            <a:extLst>
              <a:ext uri="{FF2B5EF4-FFF2-40B4-BE49-F238E27FC236}">
                <a16:creationId xmlns:a16="http://schemas.microsoft.com/office/drawing/2014/main" id="{DE80A998-D14B-6B29-B910-50F0801E3320}"/>
              </a:ext>
            </a:extLst>
          </p:cNvPr>
          <p:cNvSpPr>
            <a:spLocks noGrp="1"/>
          </p:cNvSpPr>
          <p:nvPr>
            <p:ph type="body" sz="quarter" idx="40" hasCustomPrompt="1"/>
          </p:nvPr>
        </p:nvSpPr>
        <p:spPr>
          <a:xfrm>
            <a:off x="436909" y="3243582"/>
            <a:ext cx="3660529" cy="1810956"/>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Summary</a:t>
            </a:r>
          </a:p>
        </p:txBody>
      </p:sp>
      <p:sp>
        <p:nvSpPr>
          <p:cNvPr id="69" name="Text Placeholder 3">
            <a:extLst>
              <a:ext uri="{FF2B5EF4-FFF2-40B4-BE49-F238E27FC236}">
                <a16:creationId xmlns:a16="http://schemas.microsoft.com/office/drawing/2014/main" id="{DFC24B06-9A7D-A46A-608E-6AC443F50503}"/>
              </a:ext>
            </a:extLst>
          </p:cNvPr>
          <p:cNvSpPr>
            <a:spLocks noGrp="1"/>
          </p:cNvSpPr>
          <p:nvPr>
            <p:ph type="body" sz="quarter" idx="45" hasCustomPrompt="1"/>
          </p:nvPr>
        </p:nvSpPr>
        <p:spPr>
          <a:xfrm>
            <a:off x="436909" y="5113079"/>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algn="l">
              <a:lnSpc>
                <a:spcPct val="110000"/>
              </a:lnSpc>
              <a:defRPr/>
            </a:pPr>
            <a:r>
              <a:rPr lang="en-US" sz="1600" b="1" noProof="0">
                <a:solidFill>
                  <a:srgbClr val="0073E6"/>
                </a:solidFill>
                <a:latin typeface="+mj-lt"/>
                <a:cs typeface="+mn-cs"/>
              </a:rPr>
              <a:t>Languages</a:t>
            </a:r>
            <a:endParaRPr lang="en-US" sz="1400" noProof="0">
              <a:solidFill>
                <a:srgbClr val="0073E6"/>
              </a:solidFill>
              <a:latin typeface="+mj-lt"/>
              <a:cs typeface="+mn-cs"/>
            </a:endParaRPr>
          </a:p>
        </p:txBody>
      </p:sp>
      <p:sp>
        <p:nvSpPr>
          <p:cNvPr id="39" name="Text Placeholder 28">
            <a:extLst>
              <a:ext uri="{FF2B5EF4-FFF2-40B4-BE49-F238E27FC236}">
                <a16:creationId xmlns:a16="http://schemas.microsoft.com/office/drawing/2014/main" id="{B9111369-C4AB-C6AD-C404-DE77749484D9}"/>
              </a:ext>
            </a:extLst>
          </p:cNvPr>
          <p:cNvSpPr>
            <a:spLocks noGrp="1"/>
          </p:cNvSpPr>
          <p:nvPr>
            <p:ph type="body" sz="quarter" idx="35" hasCustomPrompt="1"/>
          </p:nvPr>
        </p:nvSpPr>
        <p:spPr>
          <a:xfrm>
            <a:off x="436909" y="5507118"/>
            <a:ext cx="3660529" cy="583902"/>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languages. If you use flags or images: add alt text to each graphic</a:t>
            </a:r>
          </a:p>
        </p:txBody>
      </p:sp>
      <p:sp>
        <p:nvSpPr>
          <p:cNvPr id="25" name="Text Placeholder 3">
            <a:extLst>
              <a:ext uri="{FF2B5EF4-FFF2-40B4-BE49-F238E27FC236}">
                <a16:creationId xmlns:a16="http://schemas.microsoft.com/office/drawing/2014/main" id="{E66F3C00-4E75-245A-984B-8B18DB0D6D69}"/>
              </a:ext>
            </a:extLst>
          </p:cNvPr>
          <p:cNvSpPr>
            <a:spLocks noGrp="1"/>
          </p:cNvSpPr>
          <p:nvPr>
            <p:ph type="body" sz="quarter" idx="42" hasCustomPrompt="1"/>
          </p:nvPr>
        </p:nvSpPr>
        <p:spPr>
          <a:xfrm>
            <a:off x="4258088" y="1189796"/>
            <a:ext cx="3725255"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Education</a:t>
            </a:r>
            <a:endParaRPr lang="en-US" sz="1600" noProof="0">
              <a:solidFill>
                <a:srgbClr val="0073E6"/>
              </a:solidFill>
              <a:latin typeface="+mj-lt"/>
              <a:cs typeface="+mn-cs"/>
            </a:endParaRPr>
          </a:p>
        </p:txBody>
      </p:sp>
      <p:sp>
        <p:nvSpPr>
          <p:cNvPr id="29" name="Text Placeholder 28">
            <a:extLst>
              <a:ext uri="{FF2B5EF4-FFF2-40B4-BE49-F238E27FC236}">
                <a16:creationId xmlns:a16="http://schemas.microsoft.com/office/drawing/2014/main" id="{B779871B-7F68-A96B-54E8-BA8714375523}"/>
              </a:ext>
            </a:extLst>
          </p:cNvPr>
          <p:cNvSpPr>
            <a:spLocks noGrp="1"/>
          </p:cNvSpPr>
          <p:nvPr>
            <p:ph type="body" sz="quarter" idx="30" hasCustomPrompt="1"/>
          </p:nvPr>
        </p:nvSpPr>
        <p:spPr>
          <a:xfrm>
            <a:off x="4258088" y="1542350"/>
            <a:ext cx="3725255" cy="2300446"/>
          </a:xfrm>
        </p:spPr>
        <p:txBody>
          <a:bodyPr/>
          <a:lstStyle>
            <a:lvl1pPr marL="0" indent="0">
              <a:spcAft>
                <a:spcPts val="200"/>
              </a:spcAft>
              <a:buFontTx/>
              <a:buNone/>
              <a:defRPr sz="1200">
                <a:solidFill>
                  <a:schemeClr val="accent3"/>
                </a:solidFill>
                <a:latin typeface="+mj-lt"/>
              </a:defRPr>
            </a:lvl1pPr>
            <a:lvl2pPr marL="0" indent="0">
              <a:spcAft>
                <a:spcPts val="200"/>
              </a:spcAft>
              <a:buNone/>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YYYY: Institution. City</a:t>
            </a:r>
          </a:p>
          <a:p>
            <a:pPr lvl="1"/>
            <a:r>
              <a:rPr lang="en-US" noProof="0"/>
              <a:t>Description</a:t>
            </a:r>
          </a:p>
        </p:txBody>
      </p:sp>
      <p:sp>
        <p:nvSpPr>
          <p:cNvPr id="72" name="Text Placeholder 3">
            <a:extLst>
              <a:ext uri="{FF2B5EF4-FFF2-40B4-BE49-F238E27FC236}">
                <a16:creationId xmlns:a16="http://schemas.microsoft.com/office/drawing/2014/main" id="{1C1F265D-FCB6-808F-BF90-B89F32A88201}"/>
              </a:ext>
            </a:extLst>
          </p:cNvPr>
          <p:cNvSpPr>
            <a:spLocks noGrp="1"/>
          </p:cNvSpPr>
          <p:nvPr>
            <p:ph type="body" sz="quarter" idx="47" hasCustomPrompt="1"/>
          </p:nvPr>
        </p:nvSpPr>
        <p:spPr>
          <a:xfrm>
            <a:off x="4258088" y="3933140"/>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noProof="0">
                <a:solidFill>
                  <a:srgbClr val="0073E6"/>
                </a:solidFill>
                <a:latin typeface="+mj-lt"/>
                <a:cs typeface="+mn-cs"/>
              </a:rPr>
              <a:t>Industry Expertise</a:t>
            </a:r>
          </a:p>
        </p:txBody>
      </p:sp>
      <p:sp>
        <p:nvSpPr>
          <p:cNvPr id="37" name="Text Placeholder 28">
            <a:extLst>
              <a:ext uri="{FF2B5EF4-FFF2-40B4-BE49-F238E27FC236}">
                <a16:creationId xmlns:a16="http://schemas.microsoft.com/office/drawing/2014/main" id="{FC467BED-11E1-7E0B-9A78-B431FDF4732A}"/>
              </a:ext>
            </a:extLst>
          </p:cNvPr>
          <p:cNvSpPr>
            <a:spLocks noGrp="1"/>
          </p:cNvSpPr>
          <p:nvPr>
            <p:ph type="body" sz="quarter" idx="33" hasCustomPrompt="1"/>
          </p:nvPr>
        </p:nvSpPr>
        <p:spPr>
          <a:xfrm>
            <a:off x="4258088" y="4326526"/>
            <a:ext cx="3725255" cy="728011"/>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Industry Expertise</a:t>
            </a:r>
          </a:p>
          <a:p>
            <a:pPr lvl="0"/>
            <a:endParaRPr lang="en-US" noProof="0"/>
          </a:p>
        </p:txBody>
      </p:sp>
      <p:sp>
        <p:nvSpPr>
          <p:cNvPr id="71" name="Text Placeholder 3">
            <a:extLst>
              <a:ext uri="{FF2B5EF4-FFF2-40B4-BE49-F238E27FC236}">
                <a16:creationId xmlns:a16="http://schemas.microsoft.com/office/drawing/2014/main" id="{EE7C65D9-CD83-91F0-6A68-8A89F0102FD2}"/>
              </a:ext>
            </a:extLst>
          </p:cNvPr>
          <p:cNvSpPr>
            <a:spLocks noGrp="1"/>
          </p:cNvSpPr>
          <p:nvPr>
            <p:ph type="body" sz="quarter" idx="46" hasCustomPrompt="1"/>
          </p:nvPr>
        </p:nvSpPr>
        <p:spPr>
          <a:xfrm>
            <a:off x="4258088" y="5113079"/>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b="1" noProof="0">
                <a:solidFill>
                  <a:srgbClr val="0073E6"/>
                </a:solidFill>
                <a:latin typeface="+mj-lt"/>
                <a:cs typeface="+mn-cs"/>
              </a:rPr>
              <a:t>Certificates / Accreditations</a:t>
            </a:r>
            <a:endParaRPr lang="en-US" sz="1600" noProof="0">
              <a:solidFill>
                <a:srgbClr val="0073E6"/>
              </a:solidFill>
              <a:latin typeface="+mj-lt"/>
              <a:cs typeface="+mn-cs"/>
            </a:endParaRPr>
          </a:p>
        </p:txBody>
      </p:sp>
      <p:sp>
        <p:nvSpPr>
          <p:cNvPr id="38" name="Text Placeholder 28">
            <a:extLst>
              <a:ext uri="{FF2B5EF4-FFF2-40B4-BE49-F238E27FC236}">
                <a16:creationId xmlns:a16="http://schemas.microsoft.com/office/drawing/2014/main" id="{03919262-CF56-C9AD-8C74-CA1547F934AE}"/>
              </a:ext>
            </a:extLst>
          </p:cNvPr>
          <p:cNvSpPr>
            <a:spLocks noGrp="1"/>
          </p:cNvSpPr>
          <p:nvPr>
            <p:ph type="body" sz="quarter" idx="34" hasCustomPrompt="1"/>
          </p:nvPr>
        </p:nvSpPr>
        <p:spPr>
          <a:xfrm>
            <a:off x="4258088" y="5507118"/>
            <a:ext cx="3725255" cy="583902"/>
          </a:xfrm>
        </p:spPr>
        <p:txBody>
          <a:bodyPr/>
          <a:lstStyle>
            <a:lvl1pPr marL="0" indent="0">
              <a:spcAft>
                <a:spcPts val="200"/>
              </a:spcAft>
              <a:buFontTx/>
              <a:buNone/>
              <a:defRPr lang="en-US" sz="1200" kern="1200" dirty="0">
                <a:solidFill>
                  <a:srgbClr val="00005C"/>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Certificates / Accreditations</a:t>
            </a:r>
          </a:p>
        </p:txBody>
      </p:sp>
      <p:sp>
        <p:nvSpPr>
          <p:cNvPr id="64" name="Text Placeholder 3">
            <a:extLst>
              <a:ext uri="{FF2B5EF4-FFF2-40B4-BE49-F238E27FC236}">
                <a16:creationId xmlns:a16="http://schemas.microsoft.com/office/drawing/2014/main" id="{E2303F15-2EEE-E407-2816-5B0A449FC214}"/>
              </a:ext>
            </a:extLst>
          </p:cNvPr>
          <p:cNvSpPr>
            <a:spLocks noGrp="1"/>
          </p:cNvSpPr>
          <p:nvPr>
            <p:ph type="body" sz="quarter" idx="43" hasCustomPrompt="1"/>
          </p:nvPr>
        </p:nvSpPr>
        <p:spPr>
          <a:xfrm>
            <a:off x="8116084" y="1189796"/>
            <a:ext cx="3650466"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Professional Achievements</a:t>
            </a:r>
          </a:p>
        </p:txBody>
      </p:sp>
      <p:sp>
        <p:nvSpPr>
          <p:cNvPr id="30" name="Text Placeholder 28">
            <a:extLst>
              <a:ext uri="{FF2B5EF4-FFF2-40B4-BE49-F238E27FC236}">
                <a16:creationId xmlns:a16="http://schemas.microsoft.com/office/drawing/2014/main" id="{350F2CF5-469D-C575-9109-B970FD69F9E5}"/>
              </a:ext>
            </a:extLst>
          </p:cNvPr>
          <p:cNvSpPr>
            <a:spLocks noGrp="1"/>
          </p:cNvSpPr>
          <p:nvPr>
            <p:ph type="body" sz="quarter" idx="31" hasCustomPrompt="1"/>
          </p:nvPr>
        </p:nvSpPr>
        <p:spPr>
          <a:xfrm>
            <a:off x="8116084" y="1542349"/>
            <a:ext cx="3650466" cy="4534601"/>
          </a:xfrm>
        </p:spPr>
        <p:txBody>
          <a:bodyPr/>
          <a:lstStyle>
            <a:lvl1pPr marL="0" indent="0">
              <a:spcAft>
                <a:spcPts val="200"/>
              </a:spcAft>
              <a:buClr>
                <a:schemeClr val="bg1"/>
              </a:buClr>
              <a:buFont typeface="Arial" panose="020B0604020202020204" pitchFamily="34" charset="0"/>
              <a:buNone/>
              <a:defRPr sz="1200">
                <a:solidFill>
                  <a:schemeClr val="accent3"/>
                </a:solidFill>
                <a:latin typeface="+mj-lt"/>
              </a:defRPr>
            </a:lvl1pPr>
            <a:lvl2pPr marL="182880" indent="-182880">
              <a:spcAft>
                <a:spcPts val="200"/>
              </a:spcAft>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Company Name 1</a:t>
            </a:r>
          </a:p>
          <a:p>
            <a:pPr lvl="1"/>
            <a:r>
              <a:rPr lang="en-US" noProof="0"/>
              <a:t>Achievement 1</a:t>
            </a:r>
          </a:p>
          <a:p>
            <a:pPr marL="182880" marR="0" lvl="1" indent="-18288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noProof="0"/>
              <a:t>Achievement 2</a:t>
            </a:r>
          </a:p>
          <a:p>
            <a:pPr lvl="0"/>
            <a:r>
              <a:rPr lang="en-US" noProof="0"/>
              <a:t>Company Name 2 </a:t>
            </a:r>
          </a:p>
          <a:p>
            <a:pPr lvl="1"/>
            <a:r>
              <a:rPr lang="en-US" noProof="0"/>
              <a:t>Achievement 1</a:t>
            </a:r>
          </a:p>
        </p:txBody>
      </p:sp>
      <p:sp>
        <p:nvSpPr>
          <p:cNvPr id="67" name="Slide Number Placeholder 5">
            <a:extLst>
              <a:ext uri="{FF2B5EF4-FFF2-40B4-BE49-F238E27FC236}">
                <a16:creationId xmlns:a16="http://schemas.microsoft.com/office/drawing/2014/main" id="{54D4718F-C303-5B98-D8FC-8DAA206E604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
        <p:nvSpPr>
          <p:cNvPr id="12" name="Picture Placeholder 11">
            <a:extLst>
              <a:ext uri="{FF2B5EF4-FFF2-40B4-BE49-F238E27FC236}">
                <a16:creationId xmlns:a16="http://schemas.microsoft.com/office/drawing/2014/main" id="{FCE3776D-9014-8A4F-0EE5-470C197905CE}"/>
              </a:ext>
              <a:ext uri="{C183D7F6-B498-43B3-948B-1728B52AA6E4}">
                <adec:decorative xmlns:adec="http://schemas.microsoft.com/office/drawing/2017/decorative" val="1"/>
              </a:ext>
            </a:extLst>
          </p:cNvPr>
          <p:cNvSpPr>
            <a:spLocks noGrp="1" noChangeAspect="1"/>
          </p:cNvSpPr>
          <p:nvPr>
            <p:ph type="pic" sz="quarter" idx="53"/>
          </p:nvPr>
        </p:nvSpPr>
        <p:spPr>
          <a:xfrm>
            <a:off x="876001" y="500472"/>
            <a:ext cx="1298448" cy="1298448"/>
          </a:xfrm>
          <a:prstGeom prst="ellipse">
            <a:avLst/>
          </a:prstGeom>
        </p:spPr>
        <p:txBody>
          <a:bodyPr anchor="b"/>
          <a:lstStyle>
            <a:lvl1pPr marL="0" indent="0" algn="ctr">
              <a:buNone/>
              <a:defRPr sz="1200"/>
            </a:lvl1pPr>
          </a:lstStyle>
          <a:p>
            <a:r>
              <a:rPr lang="fr-FR"/>
              <a:t>Cliquez sur l'icône pour ajouter une image</a:t>
            </a:r>
            <a:endParaRPr lang="en-US"/>
          </a:p>
        </p:txBody>
      </p:sp>
      <p:sp>
        <p:nvSpPr>
          <p:cNvPr id="41" name="Picture Placeholder 40">
            <a:extLst>
              <a:ext uri="{FF2B5EF4-FFF2-40B4-BE49-F238E27FC236}">
                <a16:creationId xmlns:a16="http://schemas.microsoft.com/office/drawing/2014/main" id="{9A1DCCCA-D724-F19A-C20F-0460DDD0D365}"/>
              </a:ext>
              <a:ext uri="{C183D7F6-B498-43B3-948B-1728B52AA6E4}">
                <adec:decorative xmlns:adec="http://schemas.microsoft.com/office/drawing/2017/decorative" val="1"/>
              </a:ext>
            </a:extLst>
          </p:cNvPr>
          <p:cNvSpPr>
            <a:spLocks noGrp="1"/>
          </p:cNvSpPr>
          <p:nvPr>
            <p:ph type="pic" sz="quarter" idx="36" hasCustomPrompt="1"/>
          </p:nvPr>
        </p:nvSpPr>
        <p:spPr>
          <a:xfrm>
            <a:off x="434086" y="2338724"/>
            <a:ext cx="547990" cy="445242"/>
          </a:xfrm>
        </p:spPr>
        <p:txBody>
          <a:bodyPr anchor="ctr"/>
          <a:lstStyle>
            <a:lvl1pPr marL="0" indent="0" algn="ctr">
              <a:buNone/>
              <a:defRPr sz="600">
                <a:solidFill>
                  <a:srgbClr val="00005C"/>
                </a:solidFill>
              </a:defRPr>
            </a:lvl1pPr>
          </a:lstStyle>
          <a:p>
            <a:r>
              <a:rPr lang="en-US" noProof="0"/>
              <a:t>Social media </a:t>
            </a:r>
            <a:r>
              <a:rPr lang="en-US" noProof="0" err="1"/>
              <a:t>icon+alt</a:t>
            </a:r>
            <a:r>
              <a:rPr lang="en-US" noProof="0"/>
              <a:t> +link</a:t>
            </a:r>
          </a:p>
        </p:txBody>
      </p:sp>
      <p:sp>
        <p:nvSpPr>
          <p:cNvPr id="9" name="Picture Placeholder 40">
            <a:extLst>
              <a:ext uri="{FF2B5EF4-FFF2-40B4-BE49-F238E27FC236}">
                <a16:creationId xmlns:a16="http://schemas.microsoft.com/office/drawing/2014/main" id="{9B37780F-BB3C-CB63-EF69-CE25D79C398E}"/>
              </a:ext>
              <a:ext uri="{C183D7F6-B498-43B3-948B-1728B52AA6E4}">
                <adec:decorative xmlns:adec="http://schemas.microsoft.com/office/drawing/2017/decorative" val="1"/>
              </a:ext>
            </a:extLst>
          </p:cNvPr>
          <p:cNvSpPr>
            <a:spLocks noGrp="1"/>
          </p:cNvSpPr>
          <p:nvPr>
            <p:ph type="pic" sz="quarter" idx="52" hasCustomPrompt="1"/>
          </p:nvPr>
        </p:nvSpPr>
        <p:spPr>
          <a:xfrm>
            <a:off x="1071257" y="2338724"/>
            <a:ext cx="547990" cy="445242"/>
          </a:xfrm>
        </p:spPr>
        <p:txBody>
          <a:bodyPr anchor="ctr"/>
          <a:lstStyle>
            <a:lvl1pPr marL="0" indent="0" algn="ctr">
              <a:buNone/>
              <a:defRPr sz="600">
                <a:solidFill>
                  <a:srgbClr val="00005C"/>
                </a:solidFill>
              </a:defRPr>
            </a:lvl1pPr>
          </a:lstStyle>
          <a:p>
            <a:r>
              <a:rPr lang="en-US" noProof="0"/>
              <a:t>Social media </a:t>
            </a:r>
            <a:r>
              <a:rPr lang="en-US" noProof="0" err="1"/>
              <a:t>icon+alt</a:t>
            </a:r>
            <a:r>
              <a:rPr lang="en-US" noProof="0"/>
              <a:t> +link</a:t>
            </a:r>
          </a:p>
        </p:txBody>
      </p:sp>
    </p:spTree>
    <p:extLst>
      <p:ext uri="{BB962C8B-B14F-4D97-AF65-F5344CB8AC3E}">
        <p14:creationId xmlns:p14="http://schemas.microsoft.com/office/powerpoint/2010/main" val="404010018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userDrawn="1">
            <p:ph type="title" hasCustomPrompt="1"/>
          </p:nvPr>
        </p:nvSpPr>
        <p:spPr>
          <a:xfrm>
            <a:off x="428624" y="291451"/>
            <a:ext cx="11337925" cy="912315"/>
          </a:xfrm>
        </p:spPr>
        <p:txBody>
          <a:bodyPr/>
          <a:lstStyle>
            <a:lvl1pPr>
              <a:defRPr/>
            </a:lvl1pPr>
          </a:lstStyle>
          <a:p>
            <a:r>
              <a:rPr lang="en-US"/>
              <a:t>Organizational chart</a:t>
            </a:r>
          </a:p>
        </p:txBody>
      </p:sp>
      <p:sp>
        <p:nvSpPr>
          <p:cNvPr id="8" name="Text Placeholder 7">
            <a:extLst>
              <a:ext uri="{FF2B5EF4-FFF2-40B4-BE49-F238E27FC236}">
                <a16:creationId xmlns:a16="http://schemas.microsoft.com/office/drawing/2014/main" id="{871AB7F8-D38E-A19C-99A8-93E4EC3A4F05}"/>
              </a:ext>
            </a:extLst>
          </p:cNvPr>
          <p:cNvSpPr>
            <a:spLocks noGrp="1"/>
          </p:cNvSpPr>
          <p:nvPr userDrawn="1">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Text Placeholder 6">
            <a:extLst>
              <a:ext uri="{FF2B5EF4-FFF2-40B4-BE49-F238E27FC236}">
                <a16:creationId xmlns:a16="http://schemas.microsoft.com/office/drawing/2014/main" id="{A3EFBEB8-5EC2-43D8-7347-FD1F6E6D4CEE}"/>
              </a:ext>
            </a:extLst>
          </p:cNvPr>
          <p:cNvSpPr>
            <a:spLocks noGrp="1"/>
          </p:cNvSpPr>
          <p:nvPr userDrawn="1">
            <p:ph type="body" sz="quarter" idx="11" hasCustomPrompt="1"/>
          </p:nvPr>
        </p:nvSpPr>
        <p:spPr>
          <a:xfrm>
            <a:off x="428623" y="1323102"/>
            <a:ext cx="3621024" cy="246221"/>
          </a:xfrm>
        </p:spPr>
        <p:txBody>
          <a:bodyPr wrap="none" anchor="ctr">
            <a:noAutofit/>
          </a:bodyPr>
          <a:lstStyle>
            <a:lvl1pPr marL="0" indent="0" algn="l">
              <a:buNone/>
              <a:defRPr sz="1400">
                <a:latin typeface="+mj-lt"/>
              </a:defRPr>
            </a:lvl1pPr>
          </a:lstStyle>
          <a:p>
            <a:pPr lvl="0"/>
            <a:r>
              <a:rPr lang="en-US"/>
              <a:t>Team name</a:t>
            </a:r>
          </a:p>
        </p:txBody>
      </p:sp>
      <p:sp>
        <p:nvSpPr>
          <p:cNvPr id="51" name="Text Placeholder 6">
            <a:extLst>
              <a:ext uri="{FF2B5EF4-FFF2-40B4-BE49-F238E27FC236}">
                <a16:creationId xmlns:a16="http://schemas.microsoft.com/office/drawing/2014/main" id="{F07D23FC-F816-2ACD-9BB6-8B4F4A2F773A}"/>
              </a:ext>
            </a:extLst>
          </p:cNvPr>
          <p:cNvSpPr>
            <a:spLocks noGrp="1"/>
          </p:cNvSpPr>
          <p:nvPr userDrawn="1">
            <p:ph type="body" sz="quarter" idx="25" hasCustomPrompt="1"/>
          </p:nvPr>
        </p:nvSpPr>
        <p:spPr>
          <a:xfrm>
            <a:off x="1350229" y="1737275"/>
            <a:ext cx="2596738"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13" name="Text Placeholder 6">
            <a:extLst>
              <a:ext uri="{FF2B5EF4-FFF2-40B4-BE49-F238E27FC236}">
                <a16:creationId xmlns:a16="http://schemas.microsoft.com/office/drawing/2014/main" id="{13F5F348-9BA5-D049-2A97-79B46D552C52}"/>
              </a:ext>
              <a:ext uri="{C183D7F6-B498-43B3-948B-1728B52AA6E4}">
                <adec:decorative xmlns:adec="http://schemas.microsoft.com/office/drawing/2017/decorative" val="0"/>
              </a:ext>
            </a:extLst>
          </p:cNvPr>
          <p:cNvSpPr>
            <a:spLocks noGrp="1"/>
          </p:cNvSpPr>
          <p:nvPr userDrawn="1">
            <p:ph type="body" sz="quarter" idx="14" hasCustomPrompt="1"/>
          </p:nvPr>
        </p:nvSpPr>
        <p:spPr>
          <a:xfrm>
            <a:off x="428623" y="2707712"/>
            <a:ext cx="3383280" cy="246221"/>
          </a:xfrm>
        </p:spPr>
        <p:txBody>
          <a:bodyPr wrap="none" anchor="ctr">
            <a:noAutofit/>
          </a:bodyPr>
          <a:lstStyle>
            <a:lvl1pPr marL="0" indent="0" algn="l">
              <a:buNone/>
              <a:defRPr sz="1400">
                <a:solidFill>
                  <a:schemeClr val="accent1"/>
                </a:solidFill>
                <a:latin typeface="+mj-lt"/>
              </a:defRPr>
            </a:lvl1pPr>
          </a:lstStyle>
          <a:p>
            <a:pPr lvl="0"/>
            <a:r>
              <a:rPr lang="en-US"/>
              <a:t>Team name</a:t>
            </a:r>
          </a:p>
        </p:txBody>
      </p:sp>
      <p:sp>
        <p:nvSpPr>
          <p:cNvPr id="20" name="Text Placeholder 6">
            <a:extLst>
              <a:ext uri="{FF2B5EF4-FFF2-40B4-BE49-F238E27FC236}">
                <a16:creationId xmlns:a16="http://schemas.microsoft.com/office/drawing/2014/main" id="{A2FDFADD-09F8-480A-C438-46B841A73F05}"/>
              </a:ext>
            </a:extLst>
          </p:cNvPr>
          <p:cNvSpPr>
            <a:spLocks noGrp="1"/>
          </p:cNvSpPr>
          <p:nvPr userDrawn="1">
            <p:ph type="body" sz="quarter" idx="15" hasCustomPrompt="1"/>
          </p:nvPr>
        </p:nvSpPr>
        <p:spPr>
          <a:xfrm>
            <a:off x="1504287"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33" name="Text Placeholder 6">
            <a:extLst>
              <a:ext uri="{FF2B5EF4-FFF2-40B4-BE49-F238E27FC236}">
                <a16:creationId xmlns:a16="http://schemas.microsoft.com/office/drawing/2014/main" id="{165DD077-F6B8-467F-772B-56F5FBA01588}"/>
              </a:ext>
            </a:extLst>
          </p:cNvPr>
          <p:cNvSpPr>
            <a:spLocks noGrp="1"/>
          </p:cNvSpPr>
          <p:nvPr userDrawn="1">
            <p:ph type="body" sz="quarter" idx="17" hasCustomPrompt="1"/>
          </p:nvPr>
        </p:nvSpPr>
        <p:spPr>
          <a:xfrm>
            <a:off x="1504287"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37" name="Text Placeholder 6">
            <a:extLst>
              <a:ext uri="{FF2B5EF4-FFF2-40B4-BE49-F238E27FC236}">
                <a16:creationId xmlns:a16="http://schemas.microsoft.com/office/drawing/2014/main" id="{9AFAAB85-366F-512B-302A-D3D97931D8F9}"/>
              </a:ext>
            </a:extLst>
          </p:cNvPr>
          <p:cNvSpPr>
            <a:spLocks noGrp="1"/>
          </p:cNvSpPr>
          <p:nvPr userDrawn="1">
            <p:ph type="body" sz="quarter" idx="19" hasCustomPrompt="1"/>
          </p:nvPr>
        </p:nvSpPr>
        <p:spPr>
          <a:xfrm>
            <a:off x="1504287"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41" name="Text Placeholder 6">
            <a:extLst>
              <a:ext uri="{FF2B5EF4-FFF2-40B4-BE49-F238E27FC236}">
                <a16:creationId xmlns:a16="http://schemas.microsoft.com/office/drawing/2014/main" id="{A4016C55-BC90-5C30-11A9-6B337DAC0A93}"/>
              </a:ext>
            </a:extLst>
          </p:cNvPr>
          <p:cNvSpPr>
            <a:spLocks noGrp="1"/>
          </p:cNvSpPr>
          <p:nvPr userDrawn="1">
            <p:ph type="body" sz="quarter" idx="21" hasCustomPrompt="1"/>
          </p:nvPr>
        </p:nvSpPr>
        <p:spPr>
          <a:xfrm>
            <a:off x="4340144" y="1323102"/>
            <a:ext cx="7426406" cy="246221"/>
          </a:xfrm>
        </p:spPr>
        <p:txBody>
          <a:bodyPr wrap="none" anchor="ctr">
            <a:noAutofit/>
          </a:bodyPr>
          <a:lstStyle>
            <a:lvl1pPr marL="0" indent="0" algn="l">
              <a:buNone/>
              <a:defRPr sz="1400">
                <a:solidFill>
                  <a:schemeClr val="accent4"/>
                </a:solidFill>
                <a:latin typeface="+mj-lt"/>
              </a:defRPr>
            </a:lvl1pPr>
          </a:lstStyle>
          <a:p>
            <a:pPr lvl="0"/>
            <a:r>
              <a:rPr lang="en-US"/>
              <a:t>Team name</a:t>
            </a:r>
          </a:p>
        </p:txBody>
      </p:sp>
      <p:sp>
        <p:nvSpPr>
          <p:cNvPr id="46" name="Text Placeholder 6">
            <a:extLst>
              <a:ext uri="{FF2B5EF4-FFF2-40B4-BE49-F238E27FC236}">
                <a16:creationId xmlns:a16="http://schemas.microsoft.com/office/drawing/2014/main" id="{44858C65-06DA-B4A7-4A89-1473891D5680}"/>
              </a:ext>
            </a:extLst>
          </p:cNvPr>
          <p:cNvSpPr>
            <a:spLocks noGrp="1"/>
          </p:cNvSpPr>
          <p:nvPr userDrawn="1">
            <p:ph type="body" sz="quarter" idx="22" hasCustomPrompt="1"/>
          </p:nvPr>
        </p:nvSpPr>
        <p:spPr>
          <a:xfrm>
            <a:off x="4496318"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a:t>Sub-team name</a:t>
            </a:r>
          </a:p>
        </p:txBody>
      </p:sp>
      <p:sp>
        <p:nvSpPr>
          <p:cNvPr id="49" name="Text Placeholder 6">
            <a:extLst>
              <a:ext uri="{FF2B5EF4-FFF2-40B4-BE49-F238E27FC236}">
                <a16:creationId xmlns:a16="http://schemas.microsoft.com/office/drawing/2014/main" id="{EFDAB5F1-0CF9-8ACE-C9BE-23C0A19EC334}"/>
              </a:ext>
            </a:extLst>
          </p:cNvPr>
          <p:cNvSpPr>
            <a:spLocks noGrp="1"/>
          </p:cNvSpPr>
          <p:nvPr userDrawn="1">
            <p:ph type="body" sz="quarter" idx="24" hasCustomPrompt="1"/>
          </p:nvPr>
        </p:nvSpPr>
        <p:spPr>
          <a:xfrm>
            <a:off x="5424711"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5" name="Text Placeholder 6">
            <a:extLst>
              <a:ext uri="{FF2B5EF4-FFF2-40B4-BE49-F238E27FC236}">
                <a16:creationId xmlns:a16="http://schemas.microsoft.com/office/drawing/2014/main" id="{DC3AE717-2F15-1481-2D99-88141D30BCAF}"/>
              </a:ext>
            </a:extLst>
          </p:cNvPr>
          <p:cNvSpPr>
            <a:spLocks noGrp="1"/>
          </p:cNvSpPr>
          <p:nvPr userDrawn="1">
            <p:ph type="body" sz="quarter" idx="27" hasCustomPrompt="1"/>
          </p:nvPr>
        </p:nvSpPr>
        <p:spPr>
          <a:xfrm>
            <a:off x="5424711"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7" name="Text Placeholder 6">
            <a:extLst>
              <a:ext uri="{FF2B5EF4-FFF2-40B4-BE49-F238E27FC236}">
                <a16:creationId xmlns:a16="http://schemas.microsoft.com/office/drawing/2014/main" id="{4BEB9F4A-751F-EF43-E9CE-48E503B05601}"/>
              </a:ext>
            </a:extLst>
          </p:cNvPr>
          <p:cNvSpPr>
            <a:spLocks noGrp="1"/>
          </p:cNvSpPr>
          <p:nvPr userDrawn="1">
            <p:ph type="body" sz="quarter" idx="29" hasCustomPrompt="1"/>
          </p:nvPr>
        </p:nvSpPr>
        <p:spPr>
          <a:xfrm>
            <a:off x="5424711"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9" name="Text Placeholder 6">
            <a:extLst>
              <a:ext uri="{FF2B5EF4-FFF2-40B4-BE49-F238E27FC236}">
                <a16:creationId xmlns:a16="http://schemas.microsoft.com/office/drawing/2014/main" id="{52FB666B-C90C-9842-4D5D-A7CBEDDCBA19}"/>
              </a:ext>
            </a:extLst>
          </p:cNvPr>
          <p:cNvSpPr>
            <a:spLocks noGrp="1"/>
          </p:cNvSpPr>
          <p:nvPr userDrawn="1">
            <p:ph type="body" sz="quarter" idx="31" hasCustomPrompt="1"/>
          </p:nvPr>
        </p:nvSpPr>
        <p:spPr>
          <a:xfrm>
            <a:off x="5424711"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112" name="Text Placeholder 6">
            <a:extLst>
              <a:ext uri="{FF2B5EF4-FFF2-40B4-BE49-F238E27FC236}">
                <a16:creationId xmlns:a16="http://schemas.microsoft.com/office/drawing/2014/main" id="{A17170B6-51B8-B4DB-4902-7E77055393DA}"/>
              </a:ext>
            </a:extLst>
          </p:cNvPr>
          <p:cNvSpPr>
            <a:spLocks noGrp="1"/>
          </p:cNvSpPr>
          <p:nvPr userDrawn="1">
            <p:ph type="body" sz="quarter" idx="40" hasCustomPrompt="1"/>
          </p:nvPr>
        </p:nvSpPr>
        <p:spPr>
          <a:xfrm>
            <a:off x="8295266"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a:t>Sub-team name</a:t>
            </a:r>
          </a:p>
        </p:txBody>
      </p:sp>
      <p:sp>
        <p:nvSpPr>
          <p:cNvPr id="67" name="Text Placeholder 6">
            <a:extLst>
              <a:ext uri="{FF2B5EF4-FFF2-40B4-BE49-F238E27FC236}">
                <a16:creationId xmlns:a16="http://schemas.microsoft.com/office/drawing/2014/main" id="{EC9D4DBF-905D-9298-2F8B-17D02F713EB0}"/>
              </a:ext>
            </a:extLst>
          </p:cNvPr>
          <p:cNvSpPr>
            <a:spLocks noGrp="1"/>
          </p:cNvSpPr>
          <p:nvPr userDrawn="1">
            <p:ph type="body" sz="quarter" idx="33" hasCustomPrompt="1"/>
          </p:nvPr>
        </p:nvSpPr>
        <p:spPr>
          <a:xfrm>
            <a:off x="9242636"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69" name="Text Placeholder 6">
            <a:extLst>
              <a:ext uri="{FF2B5EF4-FFF2-40B4-BE49-F238E27FC236}">
                <a16:creationId xmlns:a16="http://schemas.microsoft.com/office/drawing/2014/main" id="{82AABC4F-DA0D-1B6C-F10D-7912F3E22EA7}"/>
              </a:ext>
            </a:extLst>
          </p:cNvPr>
          <p:cNvSpPr>
            <a:spLocks noGrp="1"/>
          </p:cNvSpPr>
          <p:nvPr userDrawn="1">
            <p:ph type="body" sz="quarter" idx="35" hasCustomPrompt="1"/>
          </p:nvPr>
        </p:nvSpPr>
        <p:spPr>
          <a:xfrm>
            <a:off x="9242636"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71" name="Text Placeholder 6">
            <a:extLst>
              <a:ext uri="{FF2B5EF4-FFF2-40B4-BE49-F238E27FC236}">
                <a16:creationId xmlns:a16="http://schemas.microsoft.com/office/drawing/2014/main" id="{94BDEC68-8B99-777A-CEDA-84311C5BB236}"/>
              </a:ext>
            </a:extLst>
          </p:cNvPr>
          <p:cNvSpPr>
            <a:spLocks noGrp="1"/>
          </p:cNvSpPr>
          <p:nvPr userDrawn="1">
            <p:ph type="body" sz="quarter" idx="37" hasCustomPrompt="1"/>
          </p:nvPr>
        </p:nvSpPr>
        <p:spPr>
          <a:xfrm>
            <a:off x="9242636"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73" name="Text Placeholder 6">
            <a:extLst>
              <a:ext uri="{FF2B5EF4-FFF2-40B4-BE49-F238E27FC236}">
                <a16:creationId xmlns:a16="http://schemas.microsoft.com/office/drawing/2014/main" id="{91A2C454-6D2E-AEEA-3CC4-F6D6F4EBA57B}"/>
              </a:ext>
            </a:extLst>
          </p:cNvPr>
          <p:cNvSpPr>
            <a:spLocks noGrp="1"/>
          </p:cNvSpPr>
          <p:nvPr userDrawn="1">
            <p:ph type="body" sz="quarter" idx="39" hasCustomPrompt="1"/>
          </p:nvPr>
        </p:nvSpPr>
        <p:spPr>
          <a:xfrm>
            <a:off x="9242636"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4" name="Group 13">
            <a:extLst>
              <a:ext uri="{FF2B5EF4-FFF2-40B4-BE49-F238E27FC236}">
                <a16:creationId xmlns:a16="http://schemas.microsoft.com/office/drawing/2014/main" id="{DECFFDCD-5DBA-4316-718F-2745EBCA88BF}"/>
              </a:ext>
              <a:ext uri="{C183D7F6-B498-43B3-948B-1728B52AA6E4}">
                <adec:decorative xmlns:adec="http://schemas.microsoft.com/office/drawing/2017/decorative" val="1"/>
              </a:ext>
            </a:extLst>
          </p:cNvPr>
          <p:cNvGrpSpPr/>
          <p:nvPr userDrawn="1"/>
        </p:nvGrpSpPr>
        <p:grpSpPr>
          <a:xfrm>
            <a:off x="433386" y="1670635"/>
            <a:ext cx="11333161" cy="4406313"/>
            <a:chOff x="433386" y="1670635"/>
            <a:chExt cx="11333161" cy="4406313"/>
          </a:xfrm>
        </p:grpSpPr>
        <p:cxnSp>
          <p:nvCxnSpPr>
            <p:cNvPr id="42" name="Straight Connector 41">
              <a:extLst>
                <a:ext uri="{FF2B5EF4-FFF2-40B4-BE49-F238E27FC236}">
                  <a16:creationId xmlns:a16="http://schemas.microsoft.com/office/drawing/2014/main" id="{0A3955EF-1A6D-E65F-5443-7E5D271F7EA5}"/>
                </a:ext>
                <a:ext uri="{C183D7F6-B498-43B3-948B-1728B52AA6E4}">
                  <adec:decorative xmlns:adec="http://schemas.microsoft.com/office/drawing/2017/decorative" val="1"/>
                </a:ext>
              </a:extLst>
            </p:cNvPr>
            <p:cNvCxnSpPr>
              <a:cxnSpLocks/>
            </p:cNvCxnSpPr>
            <p:nvPr userDrawn="1"/>
          </p:nvCxnSpPr>
          <p:spPr>
            <a:xfrm>
              <a:off x="4057651" y="2125895"/>
              <a:ext cx="276646"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6D415BD-718B-F120-BCD8-4FAB982AAC0F}"/>
                </a:ext>
                <a:ext uri="{C183D7F6-B498-43B3-948B-1728B52AA6E4}">
                  <adec:decorative xmlns:adec="http://schemas.microsoft.com/office/drawing/2017/decorative" val="1"/>
                </a:ext>
              </a:extLst>
            </p:cNvPr>
            <p:cNvSpPr/>
            <p:nvPr userDrawn="1"/>
          </p:nvSpPr>
          <p:spPr>
            <a:xfrm>
              <a:off x="4340144" y="1670635"/>
              <a:ext cx="7426403" cy="4406313"/>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D1581C0F-60B3-0E65-75A7-D2FDAFD894D6}"/>
                </a:ext>
                <a:ext uri="{C183D7F6-B498-43B3-948B-1728B52AA6E4}">
                  <adec:decorative xmlns:adec="http://schemas.microsoft.com/office/drawing/2017/decorative" val="1"/>
                </a:ext>
              </a:extLst>
            </p:cNvPr>
            <p:cNvCxnSpPr>
              <a:cxnSpLocks/>
            </p:cNvCxnSpPr>
            <p:nvPr userDrawn="1"/>
          </p:nvCxnSpPr>
          <p:spPr>
            <a:xfrm>
              <a:off x="4340507" y="260186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C567F5-77B2-AC97-C110-9B8FB7B6C2A9}"/>
                </a:ext>
                <a:ext uri="{C183D7F6-B498-43B3-948B-1728B52AA6E4}">
                  <adec:decorative xmlns:adec="http://schemas.microsoft.com/office/drawing/2017/decorative" val="1"/>
                </a:ext>
              </a:extLst>
            </p:cNvPr>
            <p:cNvCxnSpPr>
              <a:cxnSpLocks/>
            </p:cNvCxnSpPr>
            <p:nvPr userDrawn="1"/>
          </p:nvCxnSpPr>
          <p:spPr>
            <a:xfrm>
              <a:off x="4340507" y="3572473"/>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5A3E01-2D09-BD45-3E1A-BACBED42AB9E}"/>
                </a:ext>
                <a:ext uri="{C183D7F6-B498-43B3-948B-1728B52AA6E4}">
                  <adec:decorative xmlns:adec="http://schemas.microsoft.com/office/drawing/2017/decorative" val="1"/>
                </a:ext>
              </a:extLst>
            </p:cNvPr>
            <p:cNvCxnSpPr>
              <a:cxnSpLocks/>
            </p:cNvCxnSpPr>
            <p:nvPr userDrawn="1"/>
          </p:nvCxnSpPr>
          <p:spPr>
            <a:xfrm>
              <a:off x="4340507" y="4549589"/>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1028D47-4AB5-DFC8-6C77-E7FC1E09EFA1}"/>
                </a:ext>
                <a:ext uri="{C183D7F6-B498-43B3-948B-1728B52AA6E4}">
                  <adec:decorative xmlns:adec="http://schemas.microsoft.com/office/drawing/2017/decorative" val="1"/>
                </a:ext>
              </a:extLst>
            </p:cNvPr>
            <p:cNvCxnSpPr>
              <a:cxnSpLocks/>
            </p:cNvCxnSpPr>
            <p:nvPr userDrawn="1"/>
          </p:nvCxnSpPr>
          <p:spPr>
            <a:xfrm>
              <a:off x="4340507" y="552670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763DA31E-4EC6-9665-B9C6-1FFBBF61B74B}"/>
                </a:ext>
              </a:extLst>
            </p:cNvPr>
            <p:cNvCxnSpPr>
              <a:cxnSpLocks/>
            </p:cNvCxnSpPr>
            <p:nvPr userDrawn="1"/>
          </p:nvCxnSpPr>
          <p:spPr>
            <a:xfrm>
              <a:off x="7830089" y="2601865"/>
              <a:ext cx="465177" cy="0"/>
            </a:xfrm>
            <a:prstGeom prst="straightConnector1">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8" name="Connector: Elbow 74">
              <a:extLst>
                <a:ext uri="{FF2B5EF4-FFF2-40B4-BE49-F238E27FC236}">
                  <a16:creationId xmlns:a16="http://schemas.microsoft.com/office/drawing/2014/main" id="{5070A3AC-2A71-858F-D9F1-A99CE2A9B0D9}"/>
                </a:ext>
              </a:extLst>
            </p:cNvPr>
            <p:cNvCxnSpPr>
              <a:cxnSpLocks/>
              <a:stCxn id="136" idx="3"/>
              <a:endCxn id="149" idx="1"/>
            </p:cNvCxnSpPr>
            <p:nvPr userDrawn="1"/>
          </p:nvCxnSpPr>
          <p:spPr>
            <a:xfrm>
              <a:off x="7830089" y="2601865"/>
              <a:ext cx="465177" cy="970608"/>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1" name="Connector: Elbow 74">
              <a:extLst>
                <a:ext uri="{FF2B5EF4-FFF2-40B4-BE49-F238E27FC236}">
                  <a16:creationId xmlns:a16="http://schemas.microsoft.com/office/drawing/2014/main" id="{3E872E58-1C1B-11A7-BD01-200F2FBF1D61}"/>
                </a:ext>
              </a:extLst>
            </p:cNvPr>
            <p:cNvCxnSpPr>
              <a:cxnSpLocks/>
              <a:stCxn id="136" idx="3"/>
              <a:endCxn id="150" idx="1"/>
            </p:cNvCxnSpPr>
            <p:nvPr userDrawn="1"/>
          </p:nvCxnSpPr>
          <p:spPr>
            <a:xfrm>
              <a:off x="7830089" y="2601865"/>
              <a:ext cx="465177" cy="1947724"/>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4" name="Connector: Elbow 74">
              <a:extLst>
                <a:ext uri="{FF2B5EF4-FFF2-40B4-BE49-F238E27FC236}">
                  <a16:creationId xmlns:a16="http://schemas.microsoft.com/office/drawing/2014/main" id="{B2EF44E4-CB5F-CA89-600B-FE95A1E53D53}"/>
                </a:ext>
              </a:extLst>
            </p:cNvPr>
            <p:cNvCxnSpPr>
              <a:cxnSpLocks/>
              <a:stCxn id="136" idx="3"/>
              <a:endCxn id="151" idx="1"/>
            </p:cNvCxnSpPr>
            <p:nvPr userDrawn="1"/>
          </p:nvCxnSpPr>
          <p:spPr>
            <a:xfrm>
              <a:off x="7830089" y="2601865"/>
              <a:ext cx="465177" cy="2924840"/>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D5AA8A-A45A-9776-A98C-B4AE24E4F0B4}"/>
                </a:ext>
                <a:ext uri="{C183D7F6-B498-43B3-948B-1728B52AA6E4}">
                  <adec:decorative xmlns:adec="http://schemas.microsoft.com/office/drawing/2017/decorative" val="1"/>
                </a:ext>
              </a:extLst>
            </p:cNvPr>
            <p:cNvCxnSpPr>
              <a:cxnSpLocks/>
            </p:cNvCxnSpPr>
            <p:nvPr userDrawn="1"/>
          </p:nvCxnSpPr>
          <p:spPr>
            <a:xfrm>
              <a:off x="3910527" y="2591227"/>
              <a:ext cx="0" cy="4448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0B8FF83-E3BC-D966-D239-4D784EB2BABC}"/>
                </a:ext>
                <a:ext uri="{C183D7F6-B498-43B3-948B-1728B52AA6E4}">
                  <adec:decorative xmlns:adec="http://schemas.microsoft.com/office/drawing/2017/decorative" val="1"/>
                </a:ext>
              </a:extLst>
            </p:cNvPr>
            <p:cNvSpPr>
              <a:spLocks/>
            </p:cNvSpPr>
            <p:nvPr userDrawn="1"/>
          </p:nvSpPr>
          <p:spPr>
            <a:xfrm>
              <a:off x="433387" y="1670636"/>
              <a:ext cx="3621024" cy="910518"/>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33B3B71-8843-CF0E-F8EF-7A1271C4AF30}"/>
                </a:ext>
                <a:ext uri="{C183D7F6-B498-43B3-948B-1728B52AA6E4}">
                  <adec:decorative xmlns:adec="http://schemas.microsoft.com/office/drawing/2017/decorative" val="1"/>
                </a:ext>
              </a:extLst>
            </p:cNvPr>
            <p:cNvSpPr>
              <a:spLocks/>
            </p:cNvSpPr>
            <p:nvPr userDrawn="1"/>
          </p:nvSpPr>
          <p:spPr>
            <a:xfrm>
              <a:off x="433386" y="3032759"/>
              <a:ext cx="3621024" cy="304418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FC1CFEBA-F1D6-1D2F-A1B7-FDEA54DFE7CE}"/>
                </a:ext>
                <a:ext uri="{C183D7F6-B498-43B3-948B-1728B52AA6E4}">
                  <adec:decorative xmlns:adec="http://schemas.microsoft.com/office/drawing/2017/decorative" val="1"/>
                </a:ext>
              </a:extLst>
            </p:cNvPr>
            <p:cNvCxnSpPr>
              <a:cxnSpLocks/>
            </p:cNvCxnSpPr>
            <p:nvPr userDrawn="1"/>
          </p:nvCxnSpPr>
          <p:spPr>
            <a:xfrm>
              <a:off x="433388" y="3572473"/>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804F7F1-57CD-71DB-4415-A4D688CE5315}"/>
                </a:ext>
                <a:ext uri="{C183D7F6-B498-43B3-948B-1728B52AA6E4}">
                  <adec:decorative xmlns:adec="http://schemas.microsoft.com/office/drawing/2017/decorative" val="1"/>
                </a:ext>
              </a:extLst>
            </p:cNvPr>
            <p:cNvCxnSpPr>
              <a:cxnSpLocks/>
            </p:cNvCxnSpPr>
            <p:nvPr userDrawn="1"/>
          </p:nvCxnSpPr>
          <p:spPr>
            <a:xfrm>
              <a:off x="433388" y="4549589"/>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D2112C-999B-0D97-9CB0-EB81090112EB}"/>
                </a:ext>
                <a:ext uri="{C183D7F6-B498-43B3-948B-1728B52AA6E4}">
                  <adec:decorative xmlns:adec="http://schemas.microsoft.com/office/drawing/2017/decorative" val="1"/>
                </a:ext>
              </a:extLst>
            </p:cNvPr>
            <p:cNvCxnSpPr>
              <a:cxnSpLocks/>
            </p:cNvCxnSpPr>
            <p:nvPr userDrawn="1"/>
          </p:nvCxnSpPr>
          <p:spPr>
            <a:xfrm>
              <a:off x="433388" y="5526705"/>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518C56B5-718A-AC05-D836-5229A01D8ACF}"/>
                </a:ext>
                <a:ext uri="{C183D7F6-B498-43B3-948B-1728B52AA6E4}">
                  <adec:decorative xmlns:adec="http://schemas.microsoft.com/office/drawing/2017/decorative" val="0"/>
                </a:ext>
              </a:extLst>
            </p:cNvPr>
            <p:cNvSpPr/>
            <p:nvPr userDrawn="1"/>
          </p:nvSpPr>
          <p:spPr>
            <a:xfrm>
              <a:off x="590529"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BA4F066E-E4DC-64F0-0ECA-224686E5F720}"/>
                </a:ext>
              </a:extLst>
            </p:cNvPr>
            <p:cNvSpPr/>
            <p:nvPr userDrawn="1"/>
          </p:nvSpPr>
          <p:spPr>
            <a:xfrm>
              <a:off x="590529"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67BB006-7017-5178-6EE4-BB29EFC5AE69}"/>
                </a:ext>
              </a:extLst>
            </p:cNvPr>
            <p:cNvSpPr/>
            <p:nvPr userDrawn="1"/>
          </p:nvSpPr>
          <p:spPr>
            <a:xfrm>
              <a:off x="590529"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1799FEC5-440F-DB9C-4439-820D2DDA7027}"/>
                </a:ext>
              </a:extLst>
            </p:cNvPr>
            <p:cNvSpPr/>
            <p:nvPr userDrawn="1"/>
          </p:nvSpPr>
          <p:spPr>
            <a:xfrm>
              <a:off x="4496318"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568554AA-A886-609B-FE06-DFA1262890D7}"/>
                </a:ext>
              </a:extLst>
            </p:cNvPr>
            <p:cNvSpPr/>
            <p:nvPr userDrawn="1"/>
          </p:nvSpPr>
          <p:spPr>
            <a:xfrm>
              <a:off x="4496318"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22E4FE78-DCAF-9601-3B2B-125348D2DA61}"/>
                </a:ext>
              </a:extLst>
            </p:cNvPr>
            <p:cNvSpPr/>
            <p:nvPr userDrawn="1"/>
          </p:nvSpPr>
          <p:spPr>
            <a:xfrm>
              <a:off x="4496318"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9A180A1D-B2FF-91D8-8348-D241D9D99FC8}"/>
                </a:ext>
              </a:extLst>
            </p:cNvPr>
            <p:cNvSpPr/>
            <p:nvPr userDrawn="1"/>
          </p:nvSpPr>
          <p:spPr>
            <a:xfrm>
              <a:off x="4496318"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941B5E44-D0C0-6307-13C6-34AEAEF9271B}"/>
                </a:ext>
              </a:extLst>
            </p:cNvPr>
            <p:cNvSpPr/>
            <p:nvPr userDrawn="1"/>
          </p:nvSpPr>
          <p:spPr>
            <a:xfrm>
              <a:off x="8295266"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CDC84B4-BF53-2DB3-2F7C-225A72A926C1}"/>
                </a:ext>
              </a:extLst>
            </p:cNvPr>
            <p:cNvSpPr/>
            <p:nvPr userDrawn="1"/>
          </p:nvSpPr>
          <p:spPr>
            <a:xfrm>
              <a:off x="8295266"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6FC82B9C-3BFC-4FA5-606E-3E06B6613C89}"/>
                </a:ext>
              </a:extLst>
            </p:cNvPr>
            <p:cNvSpPr/>
            <p:nvPr userDrawn="1"/>
          </p:nvSpPr>
          <p:spPr>
            <a:xfrm>
              <a:off x="8295266"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42ECE3CF-7EE8-E288-D6A7-193C21EE3916}"/>
                </a:ext>
              </a:extLst>
            </p:cNvPr>
            <p:cNvSpPr/>
            <p:nvPr userDrawn="1"/>
          </p:nvSpPr>
          <p:spPr>
            <a:xfrm>
              <a:off x="8295266"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Picture Placeholder 9">
            <a:extLst>
              <a:ext uri="{FF2B5EF4-FFF2-40B4-BE49-F238E27FC236}">
                <a16:creationId xmlns:a16="http://schemas.microsoft.com/office/drawing/2014/main" id="{7FB0BDD5-63F4-3E72-BDE3-1523CA581CEF}"/>
              </a:ext>
              <a:ext uri="{C183D7F6-B498-43B3-948B-1728B52AA6E4}">
                <adec:decorative xmlns:adec="http://schemas.microsoft.com/office/drawing/2017/decorative" val="1"/>
              </a:ext>
            </a:extLst>
          </p:cNvPr>
          <p:cNvSpPr>
            <a:spLocks noGrp="1" noChangeAspect="1"/>
          </p:cNvSpPr>
          <p:nvPr userDrawn="1">
            <p:ph type="pic" sz="quarter" idx="12"/>
          </p:nvPr>
        </p:nvSpPr>
        <p:spPr>
          <a:xfrm>
            <a:off x="517923" y="1762159"/>
            <a:ext cx="727472" cy="727472"/>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22" name="Picture Placeholder 9">
            <a:extLst>
              <a:ext uri="{FF2B5EF4-FFF2-40B4-BE49-F238E27FC236}">
                <a16:creationId xmlns:a16="http://schemas.microsoft.com/office/drawing/2014/main" id="{40812BA0-53B3-D14C-4335-E16230815AA8}"/>
              </a:ext>
              <a:ext uri="{C183D7F6-B498-43B3-948B-1728B52AA6E4}">
                <adec:decorative xmlns:adec="http://schemas.microsoft.com/office/drawing/2017/decorative" val="1"/>
              </a:ext>
            </a:extLst>
          </p:cNvPr>
          <p:cNvSpPr>
            <a:spLocks noGrp="1" noChangeAspect="1"/>
          </p:cNvSpPr>
          <p:nvPr userDrawn="1">
            <p:ph type="pic" sz="quarter" idx="16"/>
          </p:nvPr>
        </p:nvSpPr>
        <p:spPr>
          <a:xfrm>
            <a:off x="661113"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35" name="Picture Placeholder 9">
            <a:extLst>
              <a:ext uri="{FF2B5EF4-FFF2-40B4-BE49-F238E27FC236}">
                <a16:creationId xmlns:a16="http://schemas.microsoft.com/office/drawing/2014/main" id="{81F1C53A-FD91-A166-8127-D11F7959B6BD}"/>
              </a:ext>
              <a:ext uri="{C183D7F6-B498-43B3-948B-1728B52AA6E4}">
                <adec:decorative xmlns:adec="http://schemas.microsoft.com/office/drawing/2017/decorative" val="1"/>
              </a:ext>
            </a:extLst>
          </p:cNvPr>
          <p:cNvSpPr>
            <a:spLocks noGrp="1" noChangeAspect="1"/>
          </p:cNvSpPr>
          <p:nvPr userDrawn="1">
            <p:ph type="pic" sz="quarter" idx="18"/>
          </p:nvPr>
        </p:nvSpPr>
        <p:spPr>
          <a:xfrm>
            <a:off x="661113"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39" name="Picture Placeholder 9">
            <a:extLst>
              <a:ext uri="{FF2B5EF4-FFF2-40B4-BE49-F238E27FC236}">
                <a16:creationId xmlns:a16="http://schemas.microsoft.com/office/drawing/2014/main" id="{EC7738B5-50FD-A42F-1BCF-CF7340F10CDD}"/>
              </a:ext>
              <a:ext uri="{C183D7F6-B498-43B3-948B-1728B52AA6E4}">
                <adec:decorative xmlns:adec="http://schemas.microsoft.com/office/drawing/2017/decorative" val="1"/>
              </a:ext>
            </a:extLst>
          </p:cNvPr>
          <p:cNvSpPr>
            <a:spLocks noGrp="1" noChangeAspect="1"/>
          </p:cNvSpPr>
          <p:nvPr userDrawn="1">
            <p:ph type="pic" sz="quarter" idx="20"/>
          </p:nvPr>
        </p:nvSpPr>
        <p:spPr>
          <a:xfrm>
            <a:off x="661113"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48" name="Picture Placeholder 9">
            <a:extLst>
              <a:ext uri="{FF2B5EF4-FFF2-40B4-BE49-F238E27FC236}">
                <a16:creationId xmlns:a16="http://schemas.microsoft.com/office/drawing/2014/main" id="{EB5AC177-7EE2-FFFB-6431-6F1ABCAE2643}"/>
              </a:ext>
              <a:ext uri="{C183D7F6-B498-43B3-948B-1728B52AA6E4}">
                <adec:decorative xmlns:adec="http://schemas.microsoft.com/office/drawing/2017/decorative" val="1"/>
              </a:ext>
            </a:extLst>
          </p:cNvPr>
          <p:cNvSpPr>
            <a:spLocks noGrp="1" noChangeAspect="1"/>
          </p:cNvSpPr>
          <p:nvPr userDrawn="1">
            <p:ph type="pic" sz="quarter" idx="23"/>
          </p:nvPr>
        </p:nvSpPr>
        <p:spPr>
          <a:xfrm>
            <a:off x="4567755"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54" name="Picture Placeholder 9">
            <a:extLst>
              <a:ext uri="{FF2B5EF4-FFF2-40B4-BE49-F238E27FC236}">
                <a16:creationId xmlns:a16="http://schemas.microsoft.com/office/drawing/2014/main" id="{3C63F2F2-F2AE-9A78-12BC-69037BFEEE8D}"/>
              </a:ext>
              <a:ext uri="{C183D7F6-B498-43B3-948B-1728B52AA6E4}">
                <adec:decorative xmlns:adec="http://schemas.microsoft.com/office/drawing/2017/decorative" val="1"/>
              </a:ext>
            </a:extLst>
          </p:cNvPr>
          <p:cNvSpPr>
            <a:spLocks noGrp="1" noChangeAspect="1"/>
          </p:cNvSpPr>
          <p:nvPr userDrawn="1">
            <p:ph type="pic" sz="quarter" idx="26"/>
          </p:nvPr>
        </p:nvSpPr>
        <p:spPr>
          <a:xfrm>
            <a:off x="4567755"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56" name="Picture Placeholder 9">
            <a:extLst>
              <a:ext uri="{FF2B5EF4-FFF2-40B4-BE49-F238E27FC236}">
                <a16:creationId xmlns:a16="http://schemas.microsoft.com/office/drawing/2014/main" id="{F862E2C9-2BEE-E10B-6297-44CC739C1D2F}"/>
              </a:ext>
              <a:ext uri="{C183D7F6-B498-43B3-948B-1728B52AA6E4}">
                <adec:decorative xmlns:adec="http://schemas.microsoft.com/office/drawing/2017/decorative" val="1"/>
              </a:ext>
            </a:extLst>
          </p:cNvPr>
          <p:cNvSpPr>
            <a:spLocks noGrp="1" noChangeAspect="1"/>
          </p:cNvSpPr>
          <p:nvPr userDrawn="1">
            <p:ph type="pic" sz="quarter" idx="28"/>
          </p:nvPr>
        </p:nvSpPr>
        <p:spPr>
          <a:xfrm>
            <a:off x="4567755"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58" name="Picture Placeholder 9">
            <a:extLst>
              <a:ext uri="{FF2B5EF4-FFF2-40B4-BE49-F238E27FC236}">
                <a16:creationId xmlns:a16="http://schemas.microsoft.com/office/drawing/2014/main" id="{594C80DB-2D50-A87B-2ED2-09183D49DD58}"/>
              </a:ext>
              <a:ext uri="{C183D7F6-B498-43B3-948B-1728B52AA6E4}">
                <adec:decorative xmlns:adec="http://schemas.microsoft.com/office/drawing/2017/decorative" val="1"/>
              </a:ext>
            </a:extLst>
          </p:cNvPr>
          <p:cNvSpPr>
            <a:spLocks noGrp="1" noChangeAspect="1"/>
          </p:cNvSpPr>
          <p:nvPr userDrawn="1">
            <p:ph type="pic" sz="quarter" idx="30"/>
          </p:nvPr>
        </p:nvSpPr>
        <p:spPr>
          <a:xfrm>
            <a:off x="4567755"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66" name="Picture Placeholder 9">
            <a:extLst>
              <a:ext uri="{FF2B5EF4-FFF2-40B4-BE49-F238E27FC236}">
                <a16:creationId xmlns:a16="http://schemas.microsoft.com/office/drawing/2014/main" id="{CD8C94D3-25E6-AC72-C43C-EC84DBCF21C3}"/>
              </a:ext>
              <a:ext uri="{C183D7F6-B498-43B3-948B-1728B52AA6E4}">
                <adec:decorative xmlns:adec="http://schemas.microsoft.com/office/drawing/2017/decorative" val="1"/>
              </a:ext>
            </a:extLst>
          </p:cNvPr>
          <p:cNvSpPr>
            <a:spLocks noGrp="1" noChangeAspect="1"/>
          </p:cNvSpPr>
          <p:nvPr userDrawn="1">
            <p:ph type="pic" sz="quarter" idx="32"/>
          </p:nvPr>
        </p:nvSpPr>
        <p:spPr>
          <a:xfrm>
            <a:off x="8385680"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68" name="Picture Placeholder 9">
            <a:extLst>
              <a:ext uri="{FF2B5EF4-FFF2-40B4-BE49-F238E27FC236}">
                <a16:creationId xmlns:a16="http://schemas.microsoft.com/office/drawing/2014/main" id="{D8A0B903-445A-04D2-9051-997BD4B78284}"/>
              </a:ext>
              <a:ext uri="{C183D7F6-B498-43B3-948B-1728B52AA6E4}">
                <adec:decorative xmlns:adec="http://schemas.microsoft.com/office/drawing/2017/decorative" val="1"/>
              </a:ext>
            </a:extLst>
          </p:cNvPr>
          <p:cNvSpPr>
            <a:spLocks noGrp="1" noChangeAspect="1"/>
          </p:cNvSpPr>
          <p:nvPr userDrawn="1">
            <p:ph type="pic" sz="quarter" idx="34"/>
          </p:nvPr>
        </p:nvSpPr>
        <p:spPr>
          <a:xfrm>
            <a:off x="8385680"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70" name="Picture Placeholder 9">
            <a:extLst>
              <a:ext uri="{FF2B5EF4-FFF2-40B4-BE49-F238E27FC236}">
                <a16:creationId xmlns:a16="http://schemas.microsoft.com/office/drawing/2014/main" id="{AE20F12B-3F12-CE55-A442-7C33547A74D3}"/>
              </a:ext>
              <a:ext uri="{C183D7F6-B498-43B3-948B-1728B52AA6E4}">
                <adec:decorative xmlns:adec="http://schemas.microsoft.com/office/drawing/2017/decorative" val="1"/>
              </a:ext>
            </a:extLst>
          </p:cNvPr>
          <p:cNvSpPr>
            <a:spLocks noGrp="1" noChangeAspect="1"/>
          </p:cNvSpPr>
          <p:nvPr userDrawn="1">
            <p:ph type="pic" sz="quarter" idx="36"/>
          </p:nvPr>
        </p:nvSpPr>
        <p:spPr>
          <a:xfrm>
            <a:off x="8385680"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72" name="Picture Placeholder 9">
            <a:extLst>
              <a:ext uri="{FF2B5EF4-FFF2-40B4-BE49-F238E27FC236}">
                <a16:creationId xmlns:a16="http://schemas.microsoft.com/office/drawing/2014/main" id="{A8339BD8-8A5D-A7E3-3FA9-9B8F33AF6880}"/>
              </a:ext>
              <a:ext uri="{C183D7F6-B498-43B3-948B-1728B52AA6E4}">
                <adec:decorative xmlns:adec="http://schemas.microsoft.com/office/drawing/2017/decorative" val="1"/>
              </a:ext>
            </a:extLst>
          </p:cNvPr>
          <p:cNvSpPr>
            <a:spLocks noGrp="1" noChangeAspect="1"/>
          </p:cNvSpPr>
          <p:nvPr userDrawn="1">
            <p:ph type="pic" sz="quarter" idx="38"/>
          </p:nvPr>
        </p:nvSpPr>
        <p:spPr>
          <a:xfrm>
            <a:off x="8385680"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3" name="TextBox 2">
            <a:extLst>
              <a:ext uri="{FF2B5EF4-FFF2-40B4-BE49-F238E27FC236}">
                <a16:creationId xmlns:a16="http://schemas.microsoft.com/office/drawing/2014/main" id="{1AACC200-DB22-16D3-3E61-CDC27B2BBA12}"/>
              </a:ext>
              <a:ext uri="{C183D7F6-B498-43B3-948B-1728B52AA6E4}">
                <adec:decorative xmlns:adec="http://schemas.microsoft.com/office/drawing/2017/decorative" val="0"/>
              </a:ext>
            </a:extLst>
          </p:cNvPr>
          <p:cNvSpPr txBox="1"/>
          <p:nvPr userDrawn="1"/>
        </p:nvSpPr>
        <p:spPr>
          <a:xfrm>
            <a:off x="12377339" y="4453708"/>
            <a:ext cx="2519761" cy="954107"/>
          </a:xfrm>
          <a:prstGeom prst="rect">
            <a:avLst/>
          </a:prstGeom>
          <a:solidFill>
            <a:srgbClr val="FFFF00"/>
          </a:solidFill>
        </p:spPr>
        <p:txBody>
          <a:bodyPr wrap="square" rtlCol="0">
            <a:spAutoFit/>
          </a:bodyPr>
          <a:lstStyle/>
          <a:p>
            <a:pPr algn="l"/>
            <a:r>
              <a:rPr lang="en-US" sz="1400">
                <a:solidFill>
                  <a:schemeClr val="accent3"/>
                </a:solidFill>
              </a:rPr>
              <a:t>To customize the Org-Chart Layout to your individual needs, edits have to be done in the Slide Master.</a:t>
            </a:r>
          </a:p>
        </p:txBody>
      </p:sp>
    </p:spTree>
    <p:extLst>
      <p:ext uri="{BB962C8B-B14F-4D97-AF65-F5344CB8AC3E}">
        <p14:creationId xmlns:p14="http://schemas.microsoft.com/office/powerpoint/2010/main" val="191083013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hapter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C2E9A8E4-56D0-8BA2-6294-9611E2381FE2}"/>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61A45F6D-44ED-7655-1FF0-4BD4658B4918}"/>
              </a:ext>
            </a:extLst>
          </p:cNvPr>
          <p:cNvSpPr>
            <a:spLocks noGrp="1"/>
          </p:cNvSpPr>
          <p:nvPr>
            <p:ph type="body" sz="quarter" idx="13" hasCustomPrompt="1"/>
          </p:nvPr>
        </p:nvSpPr>
        <p:spPr>
          <a:xfrm>
            <a:off x="390098" y="389618"/>
            <a:ext cx="13769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01</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98602322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hapter 2">
    <p:bg>
      <p:bgPr>
        <a:solidFill>
          <a:schemeClr val="accent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92683593-22E8-3263-2712-45C2A9D997C7}"/>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F9F0D4EE-1621-8A5D-46B2-3D77C6F3DB86}"/>
              </a:ext>
            </a:extLst>
          </p:cNvPr>
          <p:cNvSpPr>
            <a:spLocks noGrp="1"/>
          </p:cNvSpPr>
          <p:nvPr>
            <p:ph type="body" sz="quarter" idx="13" hasCustomPrompt="1"/>
          </p:nvPr>
        </p:nvSpPr>
        <p:spPr>
          <a:xfrm>
            <a:off x="390098" y="389618"/>
            <a:ext cx="15837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02</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32425910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hapter 3">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CB2993BA-81B4-4C7B-B5D4-6F3A84230FD2}"/>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ADC44308-D4B4-C78F-0AA7-3CE513D88738}"/>
              </a:ext>
            </a:extLst>
          </p:cNvPr>
          <p:cNvSpPr>
            <a:spLocks noGrp="1"/>
          </p:cNvSpPr>
          <p:nvPr>
            <p:ph type="body" sz="quarter" idx="13" hasCustomPrompt="1"/>
          </p:nvPr>
        </p:nvSpPr>
        <p:spPr>
          <a:xfrm>
            <a:off x="390098" y="389618"/>
            <a:ext cx="159017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03</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6039443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hapter 4">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51C3D4EA-8ADF-9D91-6576-7CC6D63311BB}"/>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F0B70B6B-96EE-A86E-6097-04A102D4038F}"/>
              </a:ext>
            </a:extLst>
          </p:cNvPr>
          <p:cNvSpPr>
            <a:spLocks noGrp="1"/>
          </p:cNvSpPr>
          <p:nvPr>
            <p:ph type="body" sz="quarter" idx="13" hasCustomPrompt="1"/>
          </p:nvPr>
        </p:nvSpPr>
        <p:spPr>
          <a:xfrm>
            <a:off x="390098" y="389618"/>
            <a:ext cx="161743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04</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55635615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hapter 5">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1E2B2CFE-4909-414D-0919-C72426343E09}"/>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4920FE09-D53D-58F2-14F2-F828E88C2F01}"/>
              </a:ext>
            </a:extLst>
          </p:cNvPr>
          <p:cNvSpPr>
            <a:spLocks noGrp="1"/>
          </p:cNvSpPr>
          <p:nvPr>
            <p:ph type="body" sz="quarter" idx="14" hasCustomPrompt="1"/>
          </p:nvPr>
        </p:nvSpPr>
        <p:spPr>
          <a:xfrm>
            <a:off x="390098" y="389618"/>
            <a:ext cx="157414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05</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E31A63B0-F56F-4FFC-27C3-566A79317B9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426702025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hapter 6">
    <p:bg>
      <p:bgPr>
        <a:solidFill>
          <a:schemeClr val="accent2"/>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3EDA4A70-09D2-81E9-6BDE-760FB49226DD}"/>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F6922402-EF68-49F2-4A3F-B5653B6E20DB}"/>
              </a:ext>
            </a:extLst>
          </p:cNvPr>
          <p:cNvSpPr>
            <a:spLocks noGrp="1"/>
          </p:cNvSpPr>
          <p:nvPr>
            <p:ph type="body" sz="quarter" idx="14" hasCustomPrompt="1"/>
          </p:nvPr>
        </p:nvSpPr>
        <p:spPr>
          <a:xfrm>
            <a:off x="390098" y="389618"/>
            <a:ext cx="1596591"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06</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E4E14169-5DA2-05CD-4E0B-FFA9D622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91437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hapter 7">
    <p:bg>
      <p:bgPr>
        <a:solidFill>
          <a:schemeClr val="accent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7E8F55A3-EE25-9B7F-476D-2683FD6653C6}"/>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156E34D6-D000-E6B8-A74F-ABBE92A126F4}"/>
              </a:ext>
            </a:extLst>
          </p:cNvPr>
          <p:cNvSpPr>
            <a:spLocks noGrp="1"/>
          </p:cNvSpPr>
          <p:nvPr>
            <p:ph type="body" sz="quarter" idx="14" hasCustomPrompt="1"/>
          </p:nvPr>
        </p:nvSpPr>
        <p:spPr>
          <a:xfrm>
            <a:off x="390098" y="389618"/>
            <a:ext cx="1497205"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07</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6E4E7D65-52B3-610C-1413-747405523C1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213093749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hapter 8">
    <p:bg>
      <p:bgPr>
        <a:solidFill>
          <a:schemeClr val="accent3"/>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BFDF0E7-1C79-FBA3-FBFE-0F62B0F09A2A}"/>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247EB606-D6A4-CC4D-DEF3-67E1E635A3C8}"/>
              </a:ext>
            </a:extLst>
          </p:cNvPr>
          <p:cNvSpPr>
            <a:spLocks noGrp="1"/>
          </p:cNvSpPr>
          <p:nvPr>
            <p:ph type="body" sz="quarter" idx="14" hasCustomPrompt="1"/>
          </p:nvPr>
        </p:nvSpPr>
        <p:spPr>
          <a:xfrm>
            <a:off x="390098" y="389618"/>
            <a:ext cx="1596591"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08</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74490CF5-6E1C-B670-6877-0573039B7C0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331684101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hapter 9">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647457B-1BAA-07D6-5533-5602F3764C3F}"/>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6E971FD5-44A1-DFD7-5CAE-AE2F9A67A08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CE8FF695-DA70-72B7-7FCB-B03764695CB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8AA0434C-987B-C3BE-1B1A-37A1792CCEB5}"/>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F9DD7213-40BA-724D-890D-5EC783B05964}"/>
              </a:ext>
            </a:extLst>
          </p:cNvPr>
          <p:cNvSpPr>
            <a:spLocks noGrp="1"/>
          </p:cNvSpPr>
          <p:nvPr>
            <p:ph type="body" sz="quarter" idx="13" hasCustomPrompt="1"/>
          </p:nvPr>
        </p:nvSpPr>
        <p:spPr>
          <a:xfrm>
            <a:off x="390098" y="389618"/>
            <a:ext cx="159498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09</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39571423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hapter 10">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2F82A12-00BD-E5BC-6150-78237533B4AD}"/>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75FE9B1-776A-FD80-F50D-0BC55D3E418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D35F74F3-7759-C46C-C97D-B71F33E53E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D5904DAA-DB4E-9C5F-F3BE-6360D735200C}"/>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B0A99158-310E-72C4-D4ED-6A7AEC2E68A5}"/>
              </a:ext>
            </a:extLst>
          </p:cNvPr>
          <p:cNvSpPr>
            <a:spLocks noGrp="1"/>
          </p:cNvSpPr>
          <p:nvPr>
            <p:ph type="body" sz="quarter" idx="13" hasCustomPrompt="1"/>
          </p:nvPr>
        </p:nvSpPr>
        <p:spPr>
          <a:xfrm>
            <a:off x="390098" y="389618"/>
            <a:ext cx="13769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10</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45562384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hapter 11">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BCDB6E9-7750-80C4-3499-B30263BF1500}"/>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3B106FD-F518-D49F-A7FE-01216452D8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68E8A64C-3291-2AC4-6FED-865DB127F1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91CDEE5D-8443-4D8D-83C5-66407D3EADFB}"/>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ADB93994-D828-56A8-BED0-EF84265FC1B0}"/>
              </a:ext>
            </a:extLst>
          </p:cNvPr>
          <p:cNvSpPr>
            <a:spLocks noGrp="1"/>
          </p:cNvSpPr>
          <p:nvPr>
            <p:ph type="body" sz="quarter" idx="13" hasCustomPrompt="1"/>
          </p:nvPr>
        </p:nvSpPr>
        <p:spPr>
          <a:xfrm>
            <a:off x="390098" y="389618"/>
            <a:ext cx="101951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11</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85117445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hapter 12">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767D5C2-9986-CD8F-00AE-75139A4AF826}"/>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2CA64CC4-4124-A2D6-1C55-8136B44A8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AC106A42-60D3-8E3F-CCE8-EE6AEEE496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8B96D442-CD53-D8A3-2AD5-89D2E6F3396F}"/>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7BF3B5C5-5158-C007-0F54-FED60550C187}"/>
              </a:ext>
            </a:extLst>
          </p:cNvPr>
          <p:cNvSpPr>
            <a:spLocks noGrp="1"/>
          </p:cNvSpPr>
          <p:nvPr>
            <p:ph type="body" sz="quarter" idx="13" hasCustomPrompt="1"/>
          </p:nvPr>
        </p:nvSpPr>
        <p:spPr>
          <a:xfrm>
            <a:off x="390098" y="389618"/>
            <a:ext cx="122629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12</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06920442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hapter 13">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6" name="Title 4">
            <a:extLst>
              <a:ext uri="{FF2B5EF4-FFF2-40B4-BE49-F238E27FC236}">
                <a16:creationId xmlns:a16="http://schemas.microsoft.com/office/drawing/2014/main" id="{485E392D-70EC-31BF-DDFC-2F3DAA4B3577}"/>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7DB40ADA-EF2C-3637-5278-E0BFE62AB21A}"/>
              </a:ext>
            </a:extLst>
          </p:cNvPr>
          <p:cNvSpPr>
            <a:spLocks noGrp="1"/>
          </p:cNvSpPr>
          <p:nvPr>
            <p:ph type="body" sz="quarter" idx="13" hasCustomPrompt="1"/>
          </p:nvPr>
        </p:nvSpPr>
        <p:spPr>
          <a:xfrm>
            <a:off x="390098" y="389618"/>
            <a:ext cx="1225296" cy="1481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13</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3" name="Graphique 10" descr="Atos logo">
            <a:extLst>
              <a:ext uri="{FF2B5EF4-FFF2-40B4-BE49-F238E27FC236}">
                <a16:creationId xmlns:a16="http://schemas.microsoft.com/office/drawing/2014/main" id="{33E0A80D-3C82-E23B-A40B-C1BC24590A1F}"/>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49483569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hapter 1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3" name="Title 4">
            <a:extLst>
              <a:ext uri="{FF2B5EF4-FFF2-40B4-BE49-F238E27FC236}">
                <a16:creationId xmlns:a16="http://schemas.microsoft.com/office/drawing/2014/main" id="{93A188F9-28B6-6720-476D-8C87303C23AC}"/>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DD13CC53-47E0-9BC4-759F-A69CE1B7E3C2}"/>
              </a:ext>
            </a:extLst>
          </p:cNvPr>
          <p:cNvSpPr>
            <a:spLocks noGrp="1"/>
          </p:cNvSpPr>
          <p:nvPr>
            <p:ph type="body" sz="quarter" idx="13" hasCustomPrompt="1"/>
          </p:nvPr>
        </p:nvSpPr>
        <p:spPr>
          <a:xfrm>
            <a:off x="390098" y="389618"/>
            <a:ext cx="125996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14</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9FD2792D-1EDF-572F-7DB5-2961A28257AC}"/>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8369798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hapter 15">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3" name="Title 4">
            <a:extLst>
              <a:ext uri="{FF2B5EF4-FFF2-40B4-BE49-F238E27FC236}">
                <a16:creationId xmlns:a16="http://schemas.microsoft.com/office/drawing/2014/main" id="{3B76FB1E-D1C2-E659-4AC9-670E76886580}"/>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7953EA74-8A8A-F8C5-FA23-BFBB4951AF74}"/>
              </a:ext>
            </a:extLst>
          </p:cNvPr>
          <p:cNvSpPr>
            <a:spLocks noGrp="1"/>
          </p:cNvSpPr>
          <p:nvPr>
            <p:ph type="body" sz="quarter" idx="13" hasCustomPrompt="1"/>
          </p:nvPr>
        </p:nvSpPr>
        <p:spPr>
          <a:xfrm>
            <a:off x="390098" y="389618"/>
            <a:ext cx="12166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15</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4" name="Graphique 10" descr="Atos logo">
            <a:extLst>
              <a:ext uri="{FF2B5EF4-FFF2-40B4-BE49-F238E27FC236}">
                <a16:creationId xmlns:a16="http://schemas.microsoft.com/office/drawing/2014/main" id="{95AC25AD-A3BC-AA9F-33C3-7F462A68D25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74644325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hapter 16">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8DE8FE7-7100-76F5-9120-BC8169D59E4B}"/>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C429E332-0C45-27B0-68DB-585384ABC8DC}"/>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BE675D1B-83BC-E7E0-1E53-2B07142D9366}"/>
              </a:ext>
            </a:extLst>
          </p:cNvPr>
          <p:cNvSpPr>
            <a:spLocks noGrp="1"/>
          </p:cNvSpPr>
          <p:nvPr>
            <p:ph type="body" sz="quarter" idx="13" hasCustomPrompt="1"/>
          </p:nvPr>
        </p:nvSpPr>
        <p:spPr>
          <a:xfrm>
            <a:off x="390098" y="389618"/>
            <a:ext cx="12391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16</a:t>
            </a:r>
          </a:p>
        </p:txBody>
      </p:sp>
      <p:sp>
        <p:nvSpPr>
          <p:cNvPr id="9" name="Graphique 10" descr="Atos logo">
            <a:extLst>
              <a:ext uri="{FF2B5EF4-FFF2-40B4-BE49-F238E27FC236}">
                <a16:creationId xmlns:a16="http://schemas.microsoft.com/office/drawing/2014/main" id="{85F73F1A-DD6D-8A99-3BE3-33BEC9E07EBE}"/>
              </a:ext>
              <a:ext uri="{C183D7F6-B498-43B3-948B-1728B52AA6E4}">
                <adec:decorative xmlns:adec="http://schemas.microsoft.com/office/drawing/2017/decorative" val="0"/>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258991999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Chapter 17">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9337D3C-6EE3-DFF9-3593-E73BB9D9C93E}"/>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8A65E7CC-08F0-C4B0-F2BB-DB3DF4345688}"/>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CC9DB672-DE0F-6DFC-88E9-FA4AABF53073}"/>
              </a:ext>
            </a:extLst>
          </p:cNvPr>
          <p:cNvSpPr>
            <a:spLocks noGrp="1"/>
          </p:cNvSpPr>
          <p:nvPr>
            <p:ph type="body" sz="quarter" idx="13" hasCustomPrompt="1"/>
          </p:nvPr>
        </p:nvSpPr>
        <p:spPr>
          <a:xfrm>
            <a:off x="390098" y="389618"/>
            <a:ext cx="1139736"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17</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33714875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Chapter 18">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5A83F88-05FA-AF34-DCE0-A312CE87D328}"/>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33E154DC-8BCE-9D1C-D10A-AFFD726767B0}"/>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78041AAF-1E78-0F21-4AE5-20C76BCD5741}"/>
              </a:ext>
            </a:extLst>
          </p:cNvPr>
          <p:cNvSpPr>
            <a:spLocks noGrp="1"/>
          </p:cNvSpPr>
          <p:nvPr>
            <p:ph type="body" sz="quarter" idx="13" hasCustomPrompt="1"/>
          </p:nvPr>
        </p:nvSpPr>
        <p:spPr>
          <a:xfrm>
            <a:off x="390098" y="389618"/>
            <a:ext cx="12391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18</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39798648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Chapter 19">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2BC0963-42C7-7862-38D1-2147A16C2299}"/>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2671FFCC-3929-E1DA-8F2E-E32CF841139F}"/>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7" name="Text Placeholder 8">
            <a:extLst>
              <a:ext uri="{FF2B5EF4-FFF2-40B4-BE49-F238E27FC236}">
                <a16:creationId xmlns:a16="http://schemas.microsoft.com/office/drawing/2014/main" id="{5BA9B582-97CC-75D1-FA39-FA434104B467}"/>
              </a:ext>
            </a:extLst>
          </p:cNvPr>
          <p:cNvSpPr>
            <a:spLocks noGrp="1"/>
          </p:cNvSpPr>
          <p:nvPr>
            <p:ph type="body" sz="quarter" idx="13" hasCustomPrompt="1"/>
          </p:nvPr>
        </p:nvSpPr>
        <p:spPr>
          <a:xfrm>
            <a:off x="390098" y="389618"/>
            <a:ext cx="123751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19</a:t>
            </a:r>
          </a:p>
        </p:txBody>
      </p:sp>
      <p:sp>
        <p:nvSpPr>
          <p:cNvPr id="3" name="Graphique 10" descr="Atos logo">
            <a:extLst>
              <a:ext uri="{FF2B5EF4-FFF2-40B4-BE49-F238E27FC236}">
                <a16:creationId xmlns:a16="http://schemas.microsoft.com/office/drawing/2014/main" id="{B6F2B5DA-CFB6-D9D3-F5F2-3D975C24C3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6903452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Chapter 20">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2CEFB10-E83B-A5F4-595C-3E2F23A21542}"/>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48AE05D5-968C-AAF3-642F-63B9B1A2824D}"/>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0636A41F-7432-7D91-59E0-FA55DE5CF9F6}"/>
              </a:ext>
            </a:extLst>
          </p:cNvPr>
          <p:cNvSpPr>
            <a:spLocks noGrp="1"/>
          </p:cNvSpPr>
          <p:nvPr>
            <p:ph type="body" sz="quarter" idx="13" hasCustomPrompt="1"/>
          </p:nvPr>
        </p:nvSpPr>
        <p:spPr>
          <a:xfrm>
            <a:off x="390098" y="389618"/>
            <a:ext cx="15837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20</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39134402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Chapter 21">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32A2103-7CC6-DE6B-DBBC-51C1FB62244D}"/>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16B8DED1-4041-559D-3582-3FD409EC5902}"/>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1930BF86-A431-CF2A-05D8-52FCAAC6D89F}"/>
              </a:ext>
            </a:extLst>
          </p:cNvPr>
          <p:cNvSpPr>
            <a:spLocks noGrp="1"/>
          </p:cNvSpPr>
          <p:nvPr>
            <p:ph type="body" sz="quarter" idx="13" hasCustomPrompt="1"/>
          </p:nvPr>
        </p:nvSpPr>
        <p:spPr>
          <a:xfrm>
            <a:off x="390098" y="389618"/>
            <a:ext cx="122629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21</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62567677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hapter 2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B9B736D-8E32-80DE-0FF7-990AF926FA9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3" name="Title 4">
            <a:extLst>
              <a:ext uri="{FF2B5EF4-FFF2-40B4-BE49-F238E27FC236}">
                <a16:creationId xmlns:a16="http://schemas.microsoft.com/office/drawing/2014/main" id="{704C25D1-866D-CD6D-7160-8DEA06B4F5F9}"/>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138A8234-C39C-1E9A-50E2-388323430CE4}"/>
              </a:ext>
            </a:extLst>
          </p:cNvPr>
          <p:cNvSpPr>
            <a:spLocks noGrp="1"/>
          </p:cNvSpPr>
          <p:nvPr>
            <p:ph type="body" sz="quarter" idx="14" hasCustomPrompt="1"/>
          </p:nvPr>
        </p:nvSpPr>
        <p:spPr>
          <a:xfrm>
            <a:off x="390098" y="389618"/>
            <a:ext cx="1433085"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22</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lvl1pPr>
          </a:lstStyle>
          <a:p>
            <a:r>
              <a:rPr lang="fr-FR"/>
              <a:t>Cliquez sur l'icône pour ajouter une image</a:t>
            </a:r>
            <a:endParaRPr lang="en-US"/>
          </a:p>
        </p:txBody>
      </p:sp>
      <p:sp>
        <p:nvSpPr>
          <p:cNvPr id="4" name="Graphique 10" descr="Atos logo">
            <a:extLst>
              <a:ext uri="{FF2B5EF4-FFF2-40B4-BE49-F238E27FC236}">
                <a16:creationId xmlns:a16="http://schemas.microsoft.com/office/drawing/2014/main" id="{ADB4970B-D4DE-FCEA-9E0F-75184CF8E462}"/>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9937139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hapter 23">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15A7A7F-2675-5C7F-6DDE-C2FEFB212365}"/>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2" name="Title 4">
            <a:extLst>
              <a:ext uri="{FF2B5EF4-FFF2-40B4-BE49-F238E27FC236}">
                <a16:creationId xmlns:a16="http://schemas.microsoft.com/office/drawing/2014/main" id="{D6C68454-175B-BF81-6CDF-47472DCBD5A4}"/>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257C1780-4949-0B6D-62EB-41246530B7B7}"/>
              </a:ext>
            </a:extLst>
          </p:cNvPr>
          <p:cNvSpPr>
            <a:spLocks noGrp="1"/>
          </p:cNvSpPr>
          <p:nvPr>
            <p:ph type="body" sz="quarter" idx="14" hasCustomPrompt="1"/>
          </p:nvPr>
        </p:nvSpPr>
        <p:spPr>
          <a:xfrm>
            <a:off x="390098" y="389618"/>
            <a:ext cx="143949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23</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5177CB86-3FA2-3F10-DA09-1E5B601CC716}"/>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95882756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hapter 24">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EA9624B-7CA8-3862-903A-A82256DBBBBC}"/>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2" name="Title 4">
            <a:extLst>
              <a:ext uri="{FF2B5EF4-FFF2-40B4-BE49-F238E27FC236}">
                <a16:creationId xmlns:a16="http://schemas.microsoft.com/office/drawing/2014/main" id="{AC52500A-2159-443F-DFBE-722F1A82F152}"/>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F69298B7-8C01-593D-5DE8-5E97C2ED4816}"/>
              </a:ext>
            </a:extLst>
          </p:cNvPr>
          <p:cNvSpPr>
            <a:spLocks noGrp="1"/>
          </p:cNvSpPr>
          <p:nvPr>
            <p:ph type="body" sz="quarter" idx="14" hasCustomPrompt="1"/>
          </p:nvPr>
        </p:nvSpPr>
        <p:spPr>
          <a:xfrm>
            <a:off x="390098" y="389618"/>
            <a:ext cx="146674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24</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1587C7C0-A4E6-BF44-4AE5-2BD71887E2F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02259525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hapter 25">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8AE79F0-AD6D-9389-65BB-181921FD98BF}"/>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4" name="Title 4">
            <a:extLst>
              <a:ext uri="{FF2B5EF4-FFF2-40B4-BE49-F238E27FC236}">
                <a16:creationId xmlns:a16="http://schemas.microsoft.com/office/drawing/2014/main" id="{0567AF7A-4C14-837A-83E7-6300B72CB6B5}"/>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E6A433C3-3331-53B1-492C-AC6E515968BF}"/>
              </a:ext>
            </a:extLst>
          </p:cNvPr>
          <p:cNvSpPr>
            <a:spLocks noGrp="1"/>
          </p:cNvSpPr>
          <p:nvPr>
            <p:ph type="body" sz="quarter" idx="14" hasCustomPrompt="1"/>
          </p:nvPr>
        </p:nvSpPr>
        <p:spPr>
          <a:xfrm>
            <a:off x="390098" y="389618"/>
            <a:ext cx="14234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25</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D1212317-83E1-68D2-2200-9D784B9C8599}"/>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87327684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Chapter 2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11EFBFF-EB73-649E-3786-A726573022E4}"/>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73BDDB38-C023-ECFB-7FA7-3D196CAD18C4}"/>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6CC28F0A-14CE-5EE9-604D-DA2FAECF53D6}"/>
              </a:ext>
            </a:extLst>
          </p:cNvPr>
          <p:cNvSpPr>
            <a:spLocks noGrp="1"/>
          </p:cNvSpPr>
          <p:nvPr>
            <p:ph type="body" sz="quarter" idx="14" hasCustomPrompt="1"/>
          </p:nvPr>
        </p:nvSpPr>
        <p:spPr>
          <a:xfrm>
            <a:off x="390098" y="389618"/>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26</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739B335D-A0EE-42A2-8A84-B0F336795D77}"/>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33748848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Chapter 27">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DA772B0-BE10-8466-ED2D-81966C69A9FF}"/>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F9A84E36-6C4D-EC23-D9DC-E47C3F54FC28}"/>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3825B835-CA3B-65BD-649E-D3BFFA9A1C2E}"/>
              </a:ext>
            </a:extLst>
          </p:cNvPr>
          <p:cNvSpPr>
            <a:spLocks noGrp="1"/>
          </p:cNvSpPr>
          <p:nvPr>
            <p:ph type="body" sz="quarter" idx="14" hasCustomPrompt="1"/>
          </p:nvPr>
        </p:nvSpPr>
        <p:spPr>
          <a:xfrm>
            <a:off x="390098" y="389618"/>
            <a:ext cx="13465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27</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0436BE75-AACC-CC4C-0E2E-8C4B10FFF1B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77539241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hapter 28">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51CEFB8-B563-770D-9D99-8C9E8DD0FF79}"/>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10" name="Title 4">
            <a:extLst>
              <a:ext uri="{FF2B5EF4-FFF2-40B4-BE49-F238E27FC236}">
                <a16:creationId xmlns:a16="http://schemas.microsoft.com/office/drawing/2014/main" id="{AC9242F1-43B4-A76C-349C-F7B1071DD0C4}"/>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971F16D4-8573-7435-9634-F043B7DDF957}"/>
              </a:ext>
            </a:extLst>
          </p:cNvPr>
          <p:cNvSpPr>
            <a:spLocks noGrp="1"/>
          </p:cNvSpPr>
          <p:nvPr>
            <p:ph type="body" sz="quarter" idx="15" hasCustomPrompt="1"/>
          </p:nvPr>
        </p:nvSpPr>
        <p:spPr>
          <a:xfrm>
            <a:off x="6427180" y="2391922"/>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28</a:t>
            </a:r>
          </a:p>
        </p:txBody>
      </p:sp>
      <p:sp>
        <p:nvSpPr>
          <p:cNvPr id="8" name="Graphique 10" descr="Atos logo">
            <a:extLst>
              <a:ext uri="{FF2B5EF4-FFF2-40B4-BE49-F238E27FC236}">
                <a16:creationId xmlns:a16="http://schemas.microsoft.com/office/drawing/2014/main" id="{0348FDAC-BB8D-EE05-649D-F9427FB5C1D7}"/>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a:t>Click icon to add picture</a:t>
            </a:r>
            <a:br>
              <a:rPr lang="en-US"/>
            </a:br>
            <a:r>
              <a:rPr lang="en-US"/>
              <a:t>[Reading order of this slide is failing currently as </a:t>
            </a:r>
            <a:br>
              <a:rPr lang="en-US"/>
            </a:br>
            <a:r>
              <a:rPr lang="en-US"/>
              <a:t>you need to either label your image decorative]</a:t>
            </a:r>
          </a:p>
        </p:txBody>
      </p:sp>
    </p:spTree>
    <p:extLst>
      <p:ext uri="{BB962C8B-B14F-4D97-AF65-F5344CB8AC3E}">
        <p14:creationId xmlns:p14="http://schemas.microsoft.com/office/powerpoint/2010/main" val="249341372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hapter 29">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90E333D-E0E4-41EB-7E6B-E7E0B5E719CA}"/>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636A8708-EA5F-63FF-9012-778B41E03343}"/>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14" name="Graphic 13">
                <a:extLst>
                  <a:ext uri="{FF2B5EF4-FFF2-40B4-BE49-F238E27FC236}">
                    <a16:creationId xmlns:a16="http://schemas.microsoft.com/office/drawing/2014/main" id="{B515B648-1B87-E6B5-9CBE-B7CFC49DC17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15" name="Graphic 14">
                <a:extLst>
                  <a:ext uri="{FF2B5EF4-FFF2-40B4-BE49-F238E27FC236}">
                    <a16:creationId xmlns:a16="http://schemas.microsoft.com/office/drawing/2014/main" id="{87854A9F-23C9-BD8B-E090-EC696B92F05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16" name="Graphic 15">
                <a:extLst>
                  <a:ext uri="{FF2B5EF4-FFF2-40B4-BE49-F238E27FC236}">
                    <a16:creationId xmlns:a16="http://schemas.microsoft.com/office/drawing/2014/main" id="{CAE5BE78-322C-C02F-69CA-A6153356716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7238B460-902B-10A2-1B47-E19F7237BBA5}"/>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54B6605C-B282-BBB6-5839-EC88621437B6}"/>
              </a:ext>
            </a:extLst>
          </p:cNvPr>
          <p:cNvSpPr>
            <a:spLocks noGrp="1"/>
          </p:cNvSpPr>
          <p:nvPr>
            <p:ph type="body" sz="quarter" idx="15" hasCustomPrompt="1"/>
          </p:nvPr>
        </p:nvSpPr>
        <p:spPr>
          <a:xfrm>
            <a:off x="6427180" y="2391922"/>
            <a:ext cx="1444306"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29</a:t>
            </a:r>
          </a:p>
        </p:txBody>
      </p:sp>
      <p:sp>
        <p:nvSpPr>
          <p:cNvPr id="17" name="Graphique 10" descr="Atos logo">
            <a:extLst>
              <a:ext uri="{FF2B5EF4-FFF2-40B4-BE49-F238E27FC236}">
                <a16:creationId xmlns:a16="http://schemas.microsoft.com/office/drawing/2014/main" id="{4DA78401-6EEC-C6E8-8702-A0E157289B2C}"/>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a:t>Click icon to add picture</a:t>
            </a:r>
            <a:br>
              <a:rPr lang="en-US"/>
            </a:br>
            <a:r>
              <a:rPr lang="en-US"/>
              <a:t>[Reading order of this slide is failing currently as </a:t>
            </a:r>
            <a:br>
              <a:rPr lang="en-US"/>
            </a:br>
            <a:r>
              <a:rPr lang="en-US"/>
              <a:t>you need to either label your image decorative]</a:t>
            </a:r>
          </a:p>
        </p:txBody>
      </p:sp>
    </p:spTree>
    <p:extLst>
      <p:ext uri="{BB962C8B-B14F-4D97-AF65-F5344CB8AC3E}">
        <p14:creationId xmlns:p14="http://schemas.microsoft.com/office/powerpoint/2010/main" val="382892782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Chapter 30">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562BE8B-C875-0792-6A10-7514DD6734B1}"/>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24BF260-716D-9275-3FE1-C4548FE186B0}"/>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13" name="Graphic 12">
                <a:extLst>
                  <a:ext uri="{FF2B5EF4-FFF2-40B4-BE49-F238E27FC236}">
                    <a16:creationId xmlns:a16="http://schemas.microsoft.com/office/drawing/2014/main" id="{E677AFD3-C579-BAD7-1C1D-8DDE5975117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14" name="Graphic 13">
                <a:extLst>
                  <a:ext uri="{FF2B5EF4-FFF2-40B4-BE49-F238E27FC236}">
                    <a16:creationId xmlns:a16="http://schemas.microsoft.com/office/drawing/2014/main" id="{B52BD12C-8BEC-4782-C65A-41D868D438A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15" name="Graphic 14">
                <a:extLst>
                  <a:ext uri="{FF2B5EF4-FFF2-40B4-BE49-F238E27FC236}">
                    <a16:creationId xmlns:a16="http://schemas.microsoft.com/office/drawing/2014/main" id="{FE4E468E-7C33-ABD2-A978-CE4163D9FF2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9" name="Title 4">
            <a:extLst>
              <a:ext uri="{FF2B5EF4-FFF2-40B4-BE49-F238E27FC236}">
                <a16:creationId xmlns:a16="http://schemas.microsoft.com/office/drawing/2014/main" id="{58DC9F18-5549-E409-1C20-CAD9177354A5}"/>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60F1895A-14D6-2C8D-6279-1FF0CBA01DB5}"/>
              </a:ext>
            </a:extLst>
          </p:cNvPr>
          <p:cNvSpPr>
            <a:spLocks noGrp="1"/>
          </p:cNvSpPr>
          <p:nvPr>
            <p:ph type="body" sz="quarter" idx="15" hasCustomPrompt="1"/>
          </p:nvPr>
        </p:nvSpPr>
        <p:spPr>
          <a:xfrm>
            <a:off x="6427180" y="2391922"/>
            <a:ext cx="159017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30</a:t>
            </a:r>
          </a:p>
        </p:txBody>
      </p:sp>
      <p:sp>
        <p:nvSpPr>
          <p:cNvPr id="8" name="Graphique 10" descr="Atos logo">
            <a:extLst>
              <a:ext uri="{FF2B5EF4-FFF2-40B4-BE49-F238E27FC236}">
                <a16:creationId xmlns:a16="http://schemas.microsoft.com/office/drawing/2014/main" id="{0348FDAC-BB8D-EE05-649D-F9427FB5C1D7}"/>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a:t>Click icon to add picture</a:t>
            </a:r>
            <a:br>
              <a:rPr lang="en-US"/>
            </a:br>
            <a:r>
              <a:rPr lang="en-US"/>
              <a:t>[Reading order of this slide is failing currently as </a:t>
            </a:r>
            <a:br>
              <a:rPr lang="en-US"/>
            </a:br>
            <a:r>
              <a:rPr lang="en-US"/>
              <a:t>you need to either label your image decorative]</a:t>
            </a:r>
          </a:p>
        </p:txBody>
      </p:sp>
    </p:spTree>
    <p:extLst>
      <p:ext uri="{BB962C8B-B14F-4D97-AF65-F5344CB8AC3E}">
        <p14:creationId xmlns:p14="http://schemas.microsoft.com/office/powerpoint/2010/main" val="238907379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Chapter 31">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FD63BAEC-737F-3455-6E41-44847E5F7C58}"/>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9C972C1F-FA07-7B32-C804-2F9D9DBDCA4B}"/>
              </a:ext>
            </a:extLst>
          </p:cNvPr>
          <p:cNvSpPr>
            <a:spLocks noGrp="1"/>
          </p:cNvSpPr>
          <p:nvPr>
            <p:ph type="body" sz="quarter" idx="14" hasCustomPrompt="1"/>
          </p:nvPr>
        </p:nvSpPr>
        <p:spPr>
          <a:xfrm>
            <a:off x="390098" y="389618"/>
            <a:ext cx="123271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31</a:t>
            </a:r>
          </a:p>
        </p:txBody>
      </p:sp>
      <p:sp>
        <p:nvSpPr>
          <p:cNvPr id="3" name="Graphique 10" descr="Atos logo">
            <a:extLst>
              <a:ext uri="{FF2B5EF4-FFF2-40B4-BE49-F238E27FC236}">
                <a16:creationId xmlns:a16="http://schemas.microsoft.com/office/drawing/2014/main" id="{93908D97-756A-94B0-3B08-88685AE4598F}"/>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19" name="Picture Placeholder 6">
            <a:extLst>
              <a:ext uri="{FF2B5EF4-FFF2-40B4-BE49-F238E27FC236}">
                <a16:creationId xmlns:a16="http://schemas.microsoft.com/office/drawing/2014/main" id="{A25555FE-C8DD-623E-93FB-3A1B6E1E3091}"/>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17186167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Chapter 32">
    <p:bg>
      <p:bgPr>
        <a:solidFill>
          <a:schemeClr val="accent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AFEB385-6C15-1998-C95A-636D88E66DE8}"/>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DFBAB907-EF18-597F-DC14-A83EBE422567}"/>
              </a:ext>
            </a:extLst>
          </p:cNvPr>
          <p:cNvSpPr>
            <a:spLocks noGrp="1"/>
          </p:cNvSpPr>
          <p:nvPr>
            <p:ph type="body" sz="quarter" idx="14" hasCustomPrompt="1"/>
          </p:nvPr>
        </p:nvSpPr>
        <p:spPr>
          <a:xfrm>
            <a:off x="390098" y="389618"/>
            <a:ext cx="143949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32</a:t>
            </a:r>
          </a:p>
        </p:txBody>
      </p:sp>
      <p:sp>
        <p:nvSpPr>
          <p:cNvPr id="3" name="Graphique 10" descr="Atos logo">
            <a:extLst>
              <a:ext uri="{FF2B5EF4-FFF2-40B4-BE49-F238E27FC236}">
                <a16:creationId xmlns:a16="http://schemas.microsoft.com/office/drawing/2014/main" id="{955EAE60-076F-B3BA-2FD9-F291924DE944}"/>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11" name="Picture Placeholder 6">
            <a:extLst>
              <a:ext uri="{FF2B5EF4-FFF2-40B4-BE49-F238E27FC236}">
                <a16:creationId xmlns:a16="http://schemas.microsoft.com/office/drawing/2014/main" id="{8FC58AAA-366C-B87C-83CD-72182A819A9C}"/>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393132884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hapter 33">
    <p:bg>
      <p:bgPr>
        <a:solidFill>
          <a:schemeClr val="accent3"/>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778FBFA-9C80-C717-AECD-AD7663400FAF}"/>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C7E16845-FE66-9F38-5076-6B9C6444A612}"/>
              </a:ext>
            </a:extLst>
          </p:cNvPr>
          <p:cNvSpPr>
            <a:spLocks noGrp="1"/>
          </p:cNvSpPr>
          <p:nvPr>
            <p:ph type="body" sz="quarter" idx="14" hasCustomPrompt="1"/>
          </p:nvPr>
        </p:nvSpPr>
        <p:spPr>
          <a:xfrm>
            <a:off x="390098" y="389618"/>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33</a:t>
            </a:r>
          </a:p>
        </p:txBody>
      </p:sp>
      <p:sp>
        <p:nvSpPr>
          <p:cNvPr id="3" name="Graphique 10" descr="Atos logo">
            <a:extLst>
              <a:ext uri="{FF2B5EF4-FFF2-40B4-BE49-F238E27FC236}">
                <a16:creationId xmlns:a16="http://schemas.microsoft.com/office/drawing/2014/main" id="{73155FAC-6202-FC96-C442-D15F7CE1A2BA}"/>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63FFF2BC-0633-62B6-C5A8-79CD51B6B2D7}"/>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53886005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Questions">
    <p:bg>
      <p:bgPr>
        <a:solidFill>
          <a:schemeClr val="accent3"/>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B4AB316-183C-82C5-C1A7-C4659A85C6A7}"/>
              </a:ext>
              <a:ext uri="{C183D7F6-B498-43B3-948B-1728B52AA6E4}">
                <adec:decorative xmlns:adec="http://schemas.microsoft.com/office/drawing/2017/decorative" val="1"/>
              </a:ext>
            </a:extLst>
          </p:cNvPr>
          <p:cNvGrpSpPr/>
          <p:nvPr userDrawn="1"/>
        </p:nvGrpSpPr>
        <p:grpSpPr>
          <a:xfrm>
            <a:off x="3189525" y="522525"/>
            <a:ext cx="5812951" cy="5812951"/>
            <a:chOff x="6364404" y="688572"/>
            <a:chExt cx="5398971" cy="5398971"/>
          </a:xfrm>
        </p:grpSpPr>
        <p:pic>
          <p:nvPicPr>
            <p:cNvPr id="7" name="Graphic 6">
              <a:extLst>
                <a:ext uri="{FF2B5EF4-FFF2-40B4-BE49-F238E27FC236}">
                  <a16:creationId xmlns:a16="http://schemas.microsoft.com/office/drawing/2014/main" id="{7CBB66C1-6853-8EB3-75B2-B940DFD44C1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9" name="Graphic 8">
              <a:extLst>
                <a:ext uri="{FF2B5EF4-FFF2-40B4-BE49-F238E27FC236}">
                  <a16:creationId xmlns:a16="http://schemas.microsoft.com/office/drawing/2014/main" id="{D8FE0FFE-617B-11DD-4D76-3FF2529238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3" name="Title 1">
            <a:extLst>
              <a:ext uri="{FF2B5EF4-FFF2-40B4-BE49-F238E27FC236}">
                <a16:creationId xmlns:a16="http://schemas.microsoft.com/office/drawing/2014/main" id="{3F73AD35-6458-4A2A-9A03-0222FC4D9395}"/>
              </a:ext>
            </a:extLst>
          </p:cNvPr>
          <p:cNvSpPr>
            <a:spLocks noGrp="1"/>
          </p:cNvSpPr>
          <p:nvPr>
            <p:ph type="title" hasCustomPrompt="1"/>
          </p:nvPr>
        </p:nvSpPr>
        <p:spPr>
          <a:xfrm>
            <a:off x="4385482" y="2731826"/>
            <a:ext cx="3421036" cy="1394348"/>
          </a:xfrm>
        </p:spPr>
        <p:txBody>
          <a:bodyPr wrap="none" anchor="ctr">
            <a:noAutofit/>
          </a:bodyPr>
          <a:lstStyle>
            <a:lvl1pPr algn="ctr">
              <a:lnSpc>
                <a:spcPct val="100000"/>
              </a:lnSpc>
              <a:defRPr sz="4400">
                <a:solidFill>
                  <a:schemeClr val="bg1"/>
                </a:solidFill>
              </a:defRPr>
            </a:lvl1pPr>
          </a:lstStyle>
          <a:p>
            <a:r>
              <a:rPr lang="en-US"/>
              <a:t>Questions</a:t>
            </a:r>
          </a:p>
        </p:txBody>
      </p:sp>
      <p:sp>
        <p:nvSpPr>
          <p:cNvPr id="4" name="Graphique 10" descr="Atos logo">
            <a:extLst>
              <a:ext uri="{FF2B5EF4-FFF2-40B4-BE49-F238E27FC236}">
                <a16:creationId xmlns:a16="http://schemas.microsoft.com/office/drawing/2014/main" id="{00F5AF71-3625-304B-2633-DA8784159D7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89837562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For more information please contact:</a:t>
            </a:r>
            <a:br>
              <a:rPr lang="en-US"/>
            </a:br>
            <a:r>
              <a:rPr lang="en-US"/>
              <a:t>T+ 33 1 98765432</a:t>
            </a:r>
            <a:br>
              <a:rPr lang="en-US"/>
            </a:br>
            <a:r>
              <a:rPr lang="en-US"/>
              <a:t>M+ 33 6 44445678</a:t>
            </a:r>
            <a:br>
              <a:rPr lang="en-US"/>
            </a:br>
            <a:r>
              <a:rPr lang="en-US"/>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70"/>
            <a:ext cx="33832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a:solidFill>
                  <a:schemeClr val="bg1"/>
                </a:solidFill>
                <a:latin typeface="+mn-lt"/>
                <a:ea typeface="Verdana" pitchFamily="34" charset="0"/>
                <a:cs typeface="Verdana" pitchFamily="34" charset="0"/>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bg1"/>
              </a:solidFill>
              <a:latin typeface="+mn-lt"/>
              <a:ea typeface="Verdana" pitchFamily="34" charset="0"/>
              <a:cs typeface="Verdana" pitchFamily="34" charset="0"/>
            </a:endParaRPr>
          </a:p>
        </p:txBody>
      </p:sp>
      <p:sp>
        <p:nvSpPr>
          <p:cNvPr id="4" name="Text Placeholder 12">
            <a:extLst>
              <a:ext uri="{FF2B5EF4-FFF2-40B4-BE49-F238E27FC236}">
                <a16:creationId xmlns:a16="http://schemas.microsoft.com/office/drawing/2014/main" id="{EB50BEC9-5EE0-B57E-CAE5-7C3F4E023F33}"/>
              </a:ext>
            </a:extLst>
          </p:cNvPr>
          <p:cNvSpPr>
            <a:spLocks noGrp="1"/>
          </p:cNvSpPr>
          <p:nvPr>
            <p:ph type="body" sz="quarter" idx="11" hasCustomPrompt="1"/>
          </p:nvPr>
        </p:nvSpPr>
        <p:spPr>
          <a:xfrm>
            <a:off x="3511965" y="6316314"/>
            <a:ext cx="2560320" cy="92333"/>
          </a:xfrm>
        </p:spPr>
        <p:txBody>
          <a:bodyPr wrap="none" anchor="ctr">
            <a:noAutofit/>
          </a:bodyPr>
          <a:lstStyle>
            <a:lvl1pPr marL="0" indent="0">
              <a:spcAft>
                <a:spcPts val="0"/>
              </a:spcAft>
              <a:buNone/>
              <a:defRPr sz="6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Job Number-Designer-BP</a:t>
            </a:r>
          </a:p>
        </p:txBody>
      </p:sp>
      <p:sp>
        <p:nvSpPr>
          <p:cNvPr id="5" name="Graphique 10" descr="Atos logo">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80262933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hank you with QR">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For more information please contact:</a:t>
            </a:r>
            <a:br>
              <a:rPr lang="en-US"/>
            </a:br>
            <a:r>
              <a:rPr lang="en-US"/>
              <a:t>T+ 33 1 98765432</a:t>
            </a:r>
            <a:br>
              <a:rPr lang="en-US"/>
            </a:br>
            <a:r>
              <a:rPr lang="en-US"/>
              <a:t>M+ 33 6 44445678</a:t>
            </a:r>
            <a:br>
              <a:rPr lang="en-US"/>
            </a:br>
            <a:r>
              <a:rPr lang="en-US"/>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69"/>
            <a:ext cx="338328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a:solidFill>
                  <a:schemeClr val="bg1"/>
                </a:solidFill>
                <a:latin typeface="+mn-lt"/>
                <a:ea typeface="Verdana" pitchFamily="34" charset="0"/>
                <a:cs typeface="Verdana" pitchFamily="34" charset="0"/>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bg1"/>
              </a:solidFill>
              <a:latin typeface="+mn-lt"/>
              <a:ea typeface="Verdana" pitchFamily="34" charset="0"/>
              <a:cs typeface="Verdana" pitchFamily="34" charset="0"/>
            </a:endParaRPr>
          </a:p>
        </p:txBody>
      </p:sp>
      <p:sp>
        <p:nvSpPr>
          <p:cNvPr id="4" name="Text Placeholder 12">
            <a:extLst>
              <a:ext uri="{FF2B5EF4-FFF2-40B4-BE49-F238E27FC236}">
                <a16:creationId xmlns:a16="http://schemas.microsoft.com/office/drawing/2014/main" id="{6781CC69-B03E-7287-C774-E4C42AD5B4B1}"/>
              </a:ext>
            </a:extLst>
          </p:cNvPr>
          <p:cNvSpPr>
            <a:spLocks noGrp="1"/>
          </p:cNvSpPr>
          <p:nvPr>
            <p:ph type="body" sz="quarter" idx="12" hasCustomPrompt="1"/>
          </p:nvPr>
        </p:nvSpPr>
        <p:spPr>
          <a:xfrm>
            <a:off x="3511965" y="6316314"/>
            <a:ext cx="2560320" cy="92333"/>
          </a:xfrm>
        </p:spPr>
        <p:txBody>
          <a:bodyPr wrap="none" anchor="ctr">
            <a:noAutofit/>
          </a:bodyPr>
          <a:lstStyle>
            <a:lvl1pPr marL="0" indent="0">
              <a:spcAft>
                <a:spcPts val="0"/>
              </a:spcAft>
              <a:buNone/>
              <a:defRPr sz="6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Job Number-Designer-BP</a:t>
            </a:r>
          </a:p>
        </p:txBody>
      </p:sp>
      <p:sp>
        <p:nvSpPr>
          <p:cNvPr id="5" name="Graphique 10" descr="Atos logo">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12" name="Rectangle 11">
            <a:extLst>
              <a:ext uri="{FF2B5EF4-FFF2-40B4-BE49-F238E27FC236}">
                <a16:creationId xmlns:a16="http://schemas.microsoft.com/office/drawing/2014/main" id="{8296AC93-851F-8873-EB9F-A167B6F3D50B}"/>
              </a:ext>
              <a:ext uri="{C183D7F6-B498-43B3-948B-1728B52AA6E4}">
                <adec:decorative xmlns:adec="http://schemas.microsoft.com/office/drawing/2017/decorative" val="1"/>
              </a:ext>
            </a:extLst>
          </p:cNvPr>
          <p:cNvSpPr/>
          <p:nvPr userDrawn="1"/>
        </p:nvSpPr>
        <p:spPr>
          <a:xfrm>
            <a:off x="4967288" y="678310"/>
            <a:ext cx="2194560" cy="2194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664728D3-787C-00B9-69B8-1EF2872881D8}"/>
              </a:ext>
              <a:ext uri="{C183D7F6-B498-43B3-948B-1728B52AA6E4}">
                <adec:decorative xmlns:adec="http://schemas.microsoft.com/office/drawing/2017/decorative" val="1"/>
              </a:ext>
            </a:extLst>
          </p:cNvPr>
          <p:cNvSpPr>
            <a:spLocks noGrp="1"/>
          </p:cNvSpPr>
          <p:nvPr>
            <p:ph type="pic" sz="quarter" idx="11" hasCustomPrompt="1"/>
          </p:nvPr>
        </p:nvSpPr>
        <p:spPr>
          <a:xfrm>
            <a:off x="5035868" y="746890"/>
            <a:ext cx="2057400" cy="2057400"/>
          </a:xfrm>
        </p:spPr>
        <p:txBody>
          <a:bodyPr tIns="1097280" bIns="0" anchor="ctr"/>
          <a:lstStyle>
            <a:lvl1pPr marL="0" indent="0" algn="ctr">
              <a:buNone/>
              <a:defRPr sz="1400">
                <a:solidFill>
                  <a:schemeClr val="accent3"/>
                </a:solidFill>
              </a:defRPr>
            </a:lvl1pPr>
          </a:lstStyle>
          <a:p>
            <a:r>
              <a:rPr lang="en-US" noProof="0"/>
              <a:t>Click icon to add QR Code</a:t>
            </a:r>
            <a:endParaRPr lang="en-US"/>
          </a:p>
        </p:txBody>
      </p:sp>
    </p:spTree>
    <p:extLst>
      <p:ext uri="{BB962C8B-B14F-4D97-AF65-F5344CB8AC3E}">
        <p14:creationId xmlns:p14="http://schemas.microsoft.com/office/powerpoint/2010/main" val="412058641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cSld name="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11/8/2025</a:t>
            </a:r>
          </a:p>
        </p:txBody>
      </p:sp>
      <p:sp>
        <p:nvSpPr>
          <p:cNvPr id="6" name="Espace réservé du numéro de diapositive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‹N°›</a:t>
            </a:fld>
            <a:endParaRPr lang="en-US"/>
          </a:p>
        </p:txBody>
      </p:sp>
      <p:cxnSp>
        <p:nvCxnSpPr>
          <p:cNvPr id="15" name="Connecteur droit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496981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a:extLst>
              <a:ext uri="{FF2B5EF4-FFF2-40B4-BE49-F238E27FC236}">
                <a16:creationId xmlns:a16="http://schemas.microsoft.com/office/drawing/2014/main" id="{835715C9-752F-27C5-8AC2-5672C84C612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427869490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9D3E5-713E-2458-85D8-863C02E33FC9}"/>
              </a:ext>
            </a:extLst>
          </p:cNvPr>
          <p:cNvSpPr>
            <a:spLocks noGrp="1"/>
          </p:cNvSpPr>
          <p:nvPr>
            <p:ph type="title"/>
          </p:nvPr>
        </p:nvSpPr>
        <p:spPr>
          <a:xfrm>
            <a:off x="428624" y="291452"/>
            <a:ext cx="11337925" cy="796568"/>
          </a:xfrm>
          <a:prstGeom prst="rect">
            <a:avLst/>
          </a:prstGeom>
        </p:spPr>
        <p:txBody>
          <a:bodyPr vert="horz" lIns="0" tIns="0" rIns="0" bIns="0" rtlCol="0" anchor="t">
            <a:noAutofit/>
          </a:bodyPr>
          <a:lstStyle/>
          <a:p>
            <a:r>
              <a:rPr lang="en-US"/>
              <a:t>Title</a:t>
            </a:r>
          </a:p>
        </p:txBody>
      </p:sp>
      <p:sp>
        <p:nvSpPr>
          <p:cNvPr id="3" name="Text Placeholder 2">
            <a:extLst>
              <a:ext uri="{FF2B5EF4-FFF2-40B4-BE49-F238E27FC236}">
                <a16:creationId xmlns:a16="http://schemas.microsoft.com/office/drawing/2014/main" id="{F4BE1C79-616F-D7C0-02B1-92ECF462DD0D}"/>
              </a:ext>
            </a:extLst>
          </p:cNvPr>
          <p:cNvSpPr>
            <a:spLocks noGrp="1"/>
          </p:cNvSpPr>
          <p:nvPr>
            <p:ph type="body" idx="1"/>
          </p:nvPr>
        </p:nvSpPr>
        <p:spPr>
          <a:xfrm>
            <a:off x="428624" y="1446212"/>
            <a:ext cx="11337926" cy="4630737"/>
          </a:xfrm>
          <a:prstGeom prst="rect">
            <a:avLst/>
          </a:prstGeom>
        </p:spPr>
        <p:txBody>
          <a:bodyPr vert="horz" lIns="0" tIns="0" rIns="0" bIns="0" rtlCol="0">
            <a:noAutofit/>
          </a:bodyPr>
          <a:lstStyle/>
          <a:p>
            <a:pPr lvl="0"/>
            <a:r>
              <a:rPr lang="en-US"/>
              <a:t>Level 01</a:t>
            </a:r>
          </a:p>
          <a:p>
            <a:pPr lvl="1"/>
            <a:r>
              <a:rPr lang="en-US"/>
              <a:t>Level 02</a:t>
            </a:r>
          </a:p>
          <a:p>
            <a:pPr lvl="2"/>
            <a:r>
              <a:rPr lang="en-US"/>
              <a:t>Level 03</a:t>
            </a:r>
          </a:p>
          <a:p>
            <a:pPr lvl="3"/>
            <a:r>
              <a:rPr lang="en-US"/>
              <a:t>Level 04</a:t>
            </a:r>
          </a:p>
          <a:p>
            <a:pPr marL="1143000" marR="0" lvl="4"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a:t>Level 05</a:t>
            </a:r>
          </a:p>
          <a:p>
            <a:pPr marL="1371600" marR="0" lvl="0"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a:t>Level 06</a:t>
            </a:r>
          </a:p>
        </p:txBody>
      </p:sp>
      <p:sp>
        <p:nvSpPr>
          <p:cNvPr id="6" name="Slide Number Placeholder 5">
            <a:extLst>
              <a:ext uri="{FF2B5EF4-FFF2-40B4-BE49-F238E27FC236}">
                <a16:creationId xmlns:a16="http://schemas.microsoft.com/office/drawing/2014/main" id="{9F567185-ACB9-908F-2962-5980CB3C095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7" name="AddCustomFooter#1">
            <a:extLst>
              <a:ext uri="{FF2B5EF4-FFF2-40B4-BE49-F238E27FC236}">
                <a16:creationId xmlns:a16="http://schemas.microsoft.com/office/drawing/2014/main" id="{E00FAE01-94EC-1357-62EB-1169EE36702E}"/>
              </a:ext>
            </a:extLst>
          </p:cNvPr>
          <p:cNvSpPr txBox="1"/>
          <p:nvPr userDrawn="1"/>
        </p:nvSpPr>
        <p:spPr bwMode="gray">
          <a:xfrm>
            <a:off x="428625" y="6420355"/>
            <a:ext cx="3762568"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a:ln>
                  <a:noFill/>
                </a:ln>
                <a:solidFill>
                  <a:schemeClr val="accent3"/>
                </a:solidFill>
                <a:effectLst/>
                <a:uLnTx/>
                <a:uFillTx/>
                <a:latin typeface="+mn-lt"/>
                <a:ea typeface="Verdana" pitchFamily="34" charset="0"/>
                <a:cs typeface="Verdana" pitchFamily="34" charset="0"/>
              </a:rPr>
              <a:t>	|	04/03/2026 | Presentation Title | © Atos - for internal use</a:t>
            </a:r>
            <a:endParaRPr lang="nl-NL" sz="900" baseline="0">
              <a:solidFill>
                <a:schemeClr val="accent3"/>
              </a:solidFill>
              <a:latin typeface="+mn-lt"/>
              <a:ea typeface="Verdana" pitchFamily="34" charset="0"/>
              <a:cs typeface="Verdana" pitchFamily="34" charset="0"/>
            </a:endParaRPr>
          </a:p>
        </p:txBody>
      </p:sp>
      <p:sp>
        <p:nvSpPr>
          <p:cNvPr id="5" name="Graphique 10" descr="Atos logo">
            <a:extLst>
              <a:ext uri="{FF2B5EF4-FFF2-40B4-BE49-F238E27FC236}">
                <a16:creationId xmlns:a16="http://schemas.microsoft.com/office/drawing/2014/main" id="{1C95FD47-5D5D-CF7D-07B8-ABFE4BCD951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523802451"/>
      </p:ext>
    </p:extLst>
  </p:cSld>
  <p:clrMap bg1="lt1" tx1="dk1" bg2="lt2" tx2="dk2" accent1="accent1" accent2="accent2" accent3="accent3" accent4="accent4" accent5="accent5" accent6="accent6" hlink="hlink" folHlink="folHlink"/>
  <p:sldLayoutIdLst>
    <p:sldLayoutId id="2147483765" r:id="rId1"/>
    <p:sldLayoutId id="2147483831" r:id="rId2"/>
    <p:sldLayoutId id="2147483766" r:id="rId3"/>
    <p:sldLayoutId id="2147483792" r:id="rId4"/>
    <p:sldLayoutId id="2147483793" r:id="rId5"/>
    <p:sldLayoutId id="2147483767"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782" r:id="rId18"/>
    <p:sldLayoutId id="2147483783" r:id="rId19"/>
    <p:sldLayoutId id="2147483650" r:id="rId20"/>
    <p:sldLayoutId id="2147483693" r:id="rId21"/>
    <p:sldLayoutId id="2147483751" r:id="rId22"/>
    <p:sldLayoutId id="2147483752" r:id="rId23"/>
    <p:sldLayoutId id="2147483753" r:id="rId24"/>
    <p:sldLayoutId id="2147483695"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656" r:id="rId34"/>
    <p:sldLayoutId id="2147483746" r:id="rId35"/>
    <p:sldLayoutId id="2147483655" r:id="rId36"/>
    <p:sldLayoutId id="2147483696" r:id="rId37"/>
    <p:sldLayoutId id="2147483697" r:id="rId38"/>
    <p:sldLayoutId id="2147483722" r:id="rId39"/>
    <p:sldLayoutId id="2147483699" r:id="rId40"/>
    <p:sldLayoutId id="2147483703" r:id="rId41"/>
    <p:sldLayoutId id="2147483701" r:id="rId42"/>
    <p:sldLayoutId id="2147483702" r:id="rId43"/>
    <p:sldLayoutId id="2147483704" r:id="rId44"/>
    <p:sldLayoutId id="2147483707" r:id="rId45"/>
    <p:sldLayoutId id="2147483706" r:id="rId46"/>
    <p:sldLayoutId id="2147483705" r:id="rId47"/>
    <p:sldLayoutId id="2147483708" r:id="rId48"/>
    <p:sldLayoutId id="2147483709" r:id="rId49"/>
    <p:sldLayoutId id="2147483724" r:id="rId50"/>
    <p:sldLayoutId id="2147483712" r:id="rId51"/>
    <p:sldLayoutId id="2147483737" r:id="rId52"/>
    <p:sldLayoutId id="2147483739" r:id="rId53"/>
    <p:sldLayoutId id="2147483738" r:id="rId54"/>
    <p:sldLayoutId id="2147483729" r:id="rId55"/>
    <p:sldLayoutId id="2147483730" r:id="rId56"/>
    <p:sldLayoutId id="2147483731" r:id="rId57"/>
    <p:sldLayoutId id="2147483727" r:id="rId58"/>
    <p:sldLayoutId id="2147483750" r:id="rId59"/>
    <p:sldLayoutId id="2147483805" r:id="rId60"/>
    <p:sldLayoutId id="2147483806" r:id="rId61"/>
    <p:sldLayoutId id="2147483807" r:id="rId62"/>
    <p:sldLayoutId id="2147483832" r:id="rId63"/>
    <p:sldLayoutId id="2147483788" r:id="rId64"/>
    <p:sldLayoutId id="2147483790" r:id="rId65"/>
    <p:sldLayoutId id="2147483791" r:id="rId66"/>
    <p:sldLayoutId id="2147483771" r:id="rId67"/>
    <p:sldLayoutId id="2147483772" r:id="rId68"/>
    <p:sldLayoutId id="2147483773" r:id="rId69"/>
    <p:sldLayoutId id="2147483774" r:id="rId70"/>
    <p:sldLayoutId id="2147483775" r:id="rId71"/>
    <p:sldLayoutId id="2147483776" r:id="rId72"/>
    <p:sldLayoutId id="2147483777" r:id="rId73"/>
    <p:sldLayoutId id="2147483781" r:id="rId74"/>
    <p:sldLayoutId id="2147483780" r:id="rId75"/>
    <p:sldLayoutId id="2147483779" r:id="rId76"/>
    <p:sldLayoutId id="2147483778" r:id="rId77"/>
    <p:sldLayoutId id="2147483808" r:id="rId78"/>
    <p:sldLayoutId id="2147483809" r:id="rId79"/>
    <p:sldLayoutId id="2147483810" r:id="rId80"/>
    <p:sldLayoutId id="2147483811" r:id="rId81"/>
    <p:sldLayoutId id="2147483812" r:id="rId82"/>
    <p:sldLayoutId id="2147483813" r:id="rId83"/>
    <p:sldLayoutId id="2147483814" r:id="rId84"/>
    <p:sldLayoutId id="2147483815" r:id="rId85"/>
    <p:sldLayoutId id="2147483816" r:id="rId86"/>
    <p:sldLayoutId id="2147483817" r:id="rId87"/>
    <p:sldLayoutId id="2147483818" r:id="rId88"/>
    <p:sldLayoutId id="2147483819" r:id="rId89"/>
    <p:sldLayoutId id="2147483820" r:id="rId90"/>
    <p:sldLayoutId id="2147483821" r:id="rId91"/>
    <p:sldLayoutId id="2147483822" r:id="rId92"/>
    <p:sldLayoutId id="2147483823" r:id="rId93"/>
    <p:sldLayoutId id="2147483824" r:id="rId94"/>
    <p:sldLayoutId id="2147483825" r:id="rId95"/>
    <p:sldLayoutId id="2147483826" r:id="rId96"/>
    <p:sldLayoutId id="2147483827" r:id="rId97"/>
    <p:sldLayoutId id="2147483828" r:id="rId98"/>
    <p:sldLayoutId id="2147483748" r:id="rId99"/>
    <p:sldLayoutId id="2147483829" r:id="rId100"/>
    <p:sldLayoutId id="2147483830" r:id="rId101"/>
    <p:sldLayoutId id="2147483833" r:id="rId102"/>
    <p:sldLayoutId id="2147483835" r:id="rId103"/>
  </p:sldLayoutIdLst>
  <p:hf hdr="0" ft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28" userDrawn="1">
          <p15:clr>
            <a:srgbClr val="F26B43"/>
          </p15:clr>
        </p15:guide>
        <p15:guide id="2" pos="270" userDrawn="1">
          <p15:clr>
            <a:srgbClr val="F26B43"/>
          </p15:clr>
        </p15:guide>
        <p15:guide id="3" pos="7412" userDrawn="1">
          <p15:clr>
            <a:srgbClr val="F26B43"/>
          </p15:clr>
        </p15:guide>
        <p15:guide id="4" orient="horz" pos="91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Classification multimodale</a:t>
            </a:r>
          </a:p>
        </p:txBody>
      </p:sp>
      <p:sp>
        <p:nvSpPr>
          <p:cNvPr id="3" name="Text Placeholder 2"/>
          <p:cNvSpPr>
            <a:spLocks noGrp="1"/>
          </p:cNvSpPr>
          <p:nvPr>
            <p:ph type="body" sz="quarter" idx="13"/>
          </p:nvPr>
        </p:nvSpPr>
        <p:spPr/>
        <p:txBody>
          <a:bodyPr/>
          <a:lstStyle/>
          <a:p>
            <a:endParaRPr/>
          </a:p>
        </p:txBody>
      </p:sp>
      <p:sp>
        <p:nvSpPr>
          <p:cNvPr id="4" name="Text Placeholder 3"/>
          <p:cNvSpPr>
            <a:spLocks noGrp="1"/>
          </p:cNvSpPr>
          <p:nvPr>
            <p:ph type="body" sz="quarter" idx="15"/>
          </p:nvPr>
        </p:nvSpPr>
        <p:spPr/>
        <p:txBody>
          <a:bodyPr wrap="square" lIns="127000" tIns="63500" rIns="101600" bIns="50800"/>
          <a:lstStyle/>
          <a:p>
            <a:pPr>
              <a:spcAft>
                <a:spcPts val="500"/>
              </a:spcAft>
              <a:defRPr sz="1400" b="0">
                <a:solidFill>
                  <a:srgbClr val="5C6978"/>
                </a:solidFill>
                <a:latin typeface="Arial"/>
              </a:defRPr>
            </a:pPr>
            <a:r>
              <a:t>Certification CISIA</a:t>
            </a:r>
          </a:p>
        </p:txBody>
      </p:sp>
      <p:sp>
        <p:nvSpPr>
          <p:cNvPr id="5" name="Rounded Rectangle 4"/>
          <p:cNvSpPr/>
          <p:nvPr/>
        </p:nvSpPr>
        <p:spPr>
          <a:xfrm>
            <a:off x="502920" y="4526280"/>
            <a:ext cx="1874519" cy="566928"/>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Besoin métier</a:t>
            </a:r>
          </a:p>
        </p:txBody>
      </p:sp>
      <p:sp>
        <p:nvSpPr>
          <p:cNvPr id="6" name="Right Arrow 5"/>
          <p:cNvSpPr/>
          <p:nvPr/>
        </p:nvSpPr>
        <p:spPr>
          <a:xfrm>
            <a:off x="2404872" y="4663440"/>
            <a:ext cx="320040" cy="237744"/>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770632" y="4526280"/>
            <a:ext cx="1874519" cy="566928"/>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Données et preuves</a:t>
            </a:r>
          </a:p>
        </p:txBody>
      </p:sp>
      <p:sp>
        <p:nvSpPr>
          <p:cNvPr id="8" name="Right Arrow 7"/>
          <p:cNvSpPr/>
          <p:nvPr/>
        </p:nvSpPr>
        <p:spPr>
          <a:xfrm>
            <a:off x="4672583" y="4663440"/>
            <a:ext cx="320040" cy="237744"/>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38344" y="4526280"/>
            <a:ext cx="1874519" cy="566928"/>
          </a:xfrm>
          <a:prstGeom prst="roundRect">
            <a:avLst/>
          </a:prstGeom>
          <a:solidFill>
            <a:srgbClr val="644BAA"/>
          </a:solidFill>
          <a:ln>
            <a:solidFill>
              <a:srgbClr val="644B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Choix éthique</a:t>
            </a:r>
          </a:p>
        </p:txBody>
      </p:sp>
      <p:sp>
        <p:nvSpPr>
          <p:cNvPr id="10" name="Right Arrow 9"/>
          <p:cNvSpPr/>
          <p:nvPr/>
        </p:nvSpPr>
        <p:spPr>
          <a:xfrm>
            <a:off x="6940296" y="4663440"/>
            <a:ext cx="320040" cy="237744"/>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06055" y="4526280"/>
            <a:ext cx="1874519" cy="566928"/>
          </a:xfrm>
          <a:prstGeom prst="roundRect">
            <a:avLst/>
          </a:prstGeom>
          <a:solidFill>
            <a:srgbClr val="EB7332"/>
          </a:solidFill>
          <a:ln>
            <a:solidFill>
              <a:srgbClr val="EB73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Modèle + escalade</a:t>
            </a:r>
          </a:p>
        </p:txBody>
      </p:sp>
      <p:sp>
        <p:nvSpPr>
          <p:cNvPr id="12" name="Right Arrow 11"/>
          <p:cNvSpPr/>
          <p:nvPr/>
        </p:nvSpPr>
        <p:spPr>
          <a:xfrm>
            <a:off x="9208008" y="4663440"/>
            <a:ext cx="320040" cy="237744"/>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573768" y="4526280"/>
            <a:ext cx="1874519" cy="566928"/>
          </a:xfrm>
          <a:prstGeom prst="roundRect">
            <a:avLst/>
          </a:prstGeom>
          <a:solidFill>
            <a:srgbClr val="34965F"/>
          </a:solidFill>
          <a:ln>
            <a:solidFill>
              <a:srgbClr val="3496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Service surveillé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 problème métier</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Toutes les erreurs ne se valent pas</a:t>
            </a:r>
          </a:p>
        </p:txBody>
      </p:sp>
      <p:sp>
        <p:nvSpPr>
          <p:cNvPr id="4" name="Content Placeholder 3"/>
          <p:cNvSpPr>
            <a:spLocks noGrp="1"/>
          </p:cNvSpPr>
          <p:nvPr>
            <p:ph idx="12"/>
          </p:nvPr>
        </p:nvSpPr>
        <p:spPr/>
        <p:txBody>
          <a:bodyPr wrap="square"/>
          <a:lstStyle/>
          <a:p>
            <a:pPr>
              <a:spcAft>
                <a:spcPts val="700"/>
              </a:spcAft>
              <a:defRPr sz="1600">
                <a:solidFill>
                  <a:srgbClr val="142337"/>
                </a:solidFill>
                <a:latin typeface="Arial"/>
              </a:defRPr>
            </a:pPr>
            <a:r>
              <a:t>Classe 0  | Retour rapide : &lt; 6 mois</a:t>
            </a:r>
          </a:p>
          <a:p>
            <a:pPr>
              <a:spcAft>
                <a:spcPts val="700"/>
              </a:spcAft>
              <a:defRPr sz="1600">
                <a:solidFill>
                  <a:srgbClr val="142337"/>
                </a:solidFill>
                <a:latin typeface="Arial"/>
              </a:defRPr>
            </a:pPr>
            <a:r>
              <a:t>Classe 1  | Retour intermédiaire : 6 à 12 mois</a:t>
            </a:r>
          </a:p>
          <a:p>
            <a:pPr>
              <a:spcAft>
                <a:spcPts val="700"/>
              </a:spcAft>
              <a:defRPr sz="1600">
                <a:solidFill>
                  <a:srgbClr val="142337"/>
                </a:solidFill>
                <a:latin typeface="Arial"/>
              </a:defRPr>
            </a:pPr>
            <a:r>
              <a:t>Classe 2  | Risque longue durée : &gt; 12 mois</a:t>
            </a:r>
          </a:p>
        </p:txBody>
      </p:sp>
      <p:sp>
        <p:nvSpPr>
          <p:cNvPr id="5" name="Content Placeholder 4"/>
          <p:cNvSpPr>
            <a:spLocks noGrp="1"/>
          </p:cNvSpPr>
          <p:nvPr>
            <p:ph idx="13"/>
          </p:nvPr>
        </p:nvSpPr>
        <p:spPr/>
        <p:txBody>
          <a:bodyPr/>
          <a:lstStyle/>
          <a:p>
            <a:endParaRPr/>
          </a:p>
        </p:txBody>
      </p:sp>
      <p:sp>
        <p:nvSpPr>
          <p:cNvPr id="6" name="Rounded Rectangle 5"/>
          <p:cNvSpPr/>
          <p:nvPr/>
        </p:nvSpPr>
        <p:spPr>
          <a:xfrm>
            <a:off x="6720840" y="1920240"/>
            <a:ext cx="4434840" cy="2286000"/>
          </a:xfrm>
          <a:prstGeom prst="roundRect">
            <a:avLst/>
          </a:prstGeom>
          <a:solidFill>
            <a:srgbClr val="DC373C"/>
          </a:solidFill>
          <a:ln>
            <a:solidFill>
              <a:srgbClr val="DC37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Arial"/>
              </a:defRPr>
            </a:pPr>
            <a:r>
              <a:t>ERREUR CRITIQUE</a:t>
            </a:r>
            <a:br/>
            <a:br/>
            <a:r>
              <a:t>Situation réelle : classe 2</a:t>
            </a:r>
            <a:br/>
            <a:r>
              <a:t>Prédiction : classe 0</a:t>
            </a:r>
          </a:p>
        </p:txBody>
      </p:sp>
      <p:sp>
        <p:nvSpPr>
          <p:cNvPr id="7" name="Rounded Rectangle 6"/>
          <p:cNvSpPr/>
          <p:nvPr/>
        </p:nvSpPr>
        <p:spPr>
          <a:xfrm>
            <a:off x="6720840" y="4480560"/>
            <a:ext cx="4434840" cy="731520"/>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42337"/>
                </a:solidFill>
                <a:latin typeface="Arial"/>
              </a:defRPr>
            </a:pPr>
            <a:r>
              <a:t>Priorité : détecter les cas qui risquent de passer sous le radar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Les données combinent tabulaire, texte et variable sensible</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2 500 dossiers • 10 colonnes</a:t>
            </a:r>
          </a:p>
        </p:txBody>
      </p:sp>
      <p:sp>
        <p:nvSpPr>
          <p:cNvPr id="4" name="Content Placeholder 3"/>
          <p:cNvSpPr>
            <a:spLocks noGrp="1"/>
          </p:cNvSpPr>
          <p:nvPr>
            <p:ph idx="1"/>
          </p:nvPr>
        </p:nvSpPr>
        <p:spPr/>
        <p:txBody>
          <a:bodyPr/>
          <a:lstStyle/>
          <a:p>
            <a:endParaRPr/>
          </a:p>
        </p:txBody>
      </p:sp>
      <p:sp>
        <p:nvSpPr>
          <p:cNvPr id="5" name="Rounded Rectangle 4"/>
          <p:cNvSpPr/>
          <p:nvPr/>
        </p:nvSpPr>
        <p:spPr>
          <a:xfrm>
            <a:off x="502920" y="2103120"/>
            <a:ext cx="1874519" cy="2194560"/>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Numérique</a:t>
            </a:r>
            <a:br/>
            <a:r>
              <a:t>âge, ancienneté</a:t>
            </a:r>
          </a:p>
        </p:txBody>
      </p:sp>
      <p:sp>
        <p:nvSpPr>
          <p:cNvPr id="6" name="Rounded Rectangle 5"/>
          <p:cNvSpPr/>
          <p:nvPr/>
        </p:nvSpPr>
        <p:spPr>
          <a:xfrm>
            <a:off x="2770632" y="2103120"/>
            <a:ext cx="1874519" cy="219456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Catégoriel</a:t>
            </a:r>
            <a:br/>
            <a:r>
              <a:t>diplôme, métier, allocation, géographie</a:t>
            </a:r>
          </a:p>
        </p:txBody>
      </p:sp>
      <p:sp>
        <p:nvSpPr>
          <p:cNvPr id="7" name="Rounded Rectangle 6"/>
          <p:cNvSpPr/>
          <p:nvPr/>
        </p:nvSpPr>
        <p:spPr>
          <a:xfrm>
            <a:off x="5038344" y="2103120"/>
            <a:ext cx="1874519" cy="2194560"/>
          </a:xfrm>
          <a:prstGeom prst="roundRect">
            <a:avLst/>
          </a:prstGeom>
          <a:solidFill>
            <a:srgbClr val="644BAA"/>
          </a:solidFill>
          <a:ln>
            <a:solidFill>
              <a:srgbClr val="644B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Texte libre</a:t>
            </a:r>
            <a:br/>
            <a:r>
              <a:t>synthèse d’entretien</a:t>
            </a:r>
          </a:p>
        </p:txBody>
      </p:sp>
      <p:sp>
        <p:nvSpPr>
          <p:cNvPr id="8" name="Rounded Rectangle 7"/>
          <p:cNvSpPr/>
          <p:nvPr/>
        </p:nvSpPr>
        <p:spPr>
          <a:xfrm>
            <a:off x="7306055" y="2103120"/>
            <a:ext cx="1874519" cy="2194560"/>
          </a:xfrm>
          <a:prstGeom prst="roundRect">
            <a:avLst/>
          </a:prstGeom>
          <a:solidFill>
            <a:srgbClr val="DC373C"/>
          </a:solidFill>
          <a:ln>
            <a:solidFill>
              <a:srgbClr val="DC37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Sensible</a:t>
            </a:r>
            <a:br/>
            <a:r>
              <a:t>nationalite_hors_ue</a:t>
            </a:r>
          </a:p>
        </p:txBody>
      </p:sp>
      <p:sp>
        <p:nvSpPr>
          <p:cNvPr id="9" name="Rounded Rectangle 8"/>
          <p:cNvSpPr/>
          <p:nvPr/>
        </p:nvSpPr>
        <p:spPr>
          <a:xfrm>
            <a:off x="9573768" y="2103120"/>
            <a:ext cx="1874519" cy="2194560"/>
          </a:xfrm>
          <a:prstGeom prst="roundRect">
            <a:avLst/>
          </a:prstGeom>
          <a:solidFill>
            <a:srgbClr val="34965F"/>
          </a:solidFill>
          <a:ln>
            <a:solidFill>
              <a:srgbClr val="3496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Cible</a:t>
            </a:r>
            <a:br/>
            <a:r>
              <a:t>classe 0, 1 ou 2</a:t>
            </a:r>
          </a:p>
        </p:txBody>
      </p:sp>
      <p:sp>
        <p:nvSpPr>
          <p:cNvPr id="10" name="Rounded Rectangle 9"/>
          <p:cNvSpPr/>
          <p:nvPr/>
        </p:nvSpPr>
        <p:spPr>
          <a:xfrm>
            <a:off x="3337560" y="4617720"/>
            <a:ext cx="5486400" cy="56692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42337"/>
                </a:solidFill>
                <a:latin typeface="Arial"/>
              </a:defRPr>
            </a:pPr>
            <a:r>
              <a:t>Un même dossier alimente plusieurs modalités, mais la variable sensible reste isolée.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L’EDA révèle le déséquilibre et les risques de biais</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La qualité des données guide la modélisation</a:t>
            </a:r>
          </a:p>
        </p:txBody>
      </p:sp>
      <p:sp>
        <p:nvSpPr>
          <p:cNvPr id="4" name="Content Placeholder 3"/>
          <p:cNvSpPr>
            <a:spLocks noGrp="1"/>
          </p:cNvSpPr>
          <p:nvPr>
            <p:ph idx="12"/>
          </p:nvPr>
        </p:nvSpPr>
        <p:spPr/>
        <p:txBody>
          <a:bodyPr wrap="square"/>
          <a:lstStyle/>
          <a:p>
            <a:pPr>
              <a:spcAft>
                <a:spcPts val="700"/>
              </a:spcAft>
              <a:defRPr sz="1500">
                <a:solidFill>
                  <a:srgbClr val="142337"/>
                </a:solidFill>
                <a:latin typeface="Arial"/>
              </a:defRPr>
            </a:pPr>
            <a:r>
              <a:t>Classe 2 minoritaire : ≈ 18,1 %</a:t>
            </a:r>
          </a:p>
          <a:p>
            <a:pPr>
              <a:spcAft>
                <a:spcPts val="700"/>
              </a:spcAft>
              <a:defRPr sz="1500">
                <a:solidFill>
                  <a:srgbClr val="142337"/>
                </a:solidFill>
                <a:latin typeface="Arial"/>
              </a:defRPr>
            </a:pPr>
            <a:r>
              <a:t>Valeurs manquantes modérées</a:t>
            </a:r>
          </a:p>
          <a:p>
            <a:pPr>
              <a:spcAft>
                <a:spcPts val="700"/>
              </a:spcAft>
              <a:defRPr sz="1500">
                <a:solidFill>
                  <a:srgbClr val="142337"/>
                </a:solidFill>
                <a:latin typeface="Arial"/>
              </a:defRPr>
            </a:pPr>
            <a:r>
              <a:t>Écarts liés à la nationalité</a:t>
            </a:r>
          </a:p>
          <a:p>
            <a:pPr>
              <a:spcAft>
                <a:spcPts val="700"/>
              </a:spcAft>
              <a:defRPr sz="1500">
                <a:solidFill>
                  <a:srgbClr val="142337"/>
                </a:solidFill>
                <a:latin typeface="Arial"/>
              </a:defRPr>
            </a:pPr>
            <a:r>
              <a:t>Proxys possibles : âge, allocation, géographie, texte</a:t>
            </a:r>
          </a:p>
          <a:p>
            <a:pPr>
              <a:spcAft>
                <a:spcPts val="700"/>
              </a:spcAft>
              <a:defRPr sz="1500">
                <a:solidFill>
                  <a:srgbClr val="142337"/>
                </a:solidFill>
                <a:latin typeface="Arial"/>
              </a:defRPr>
            </a:pPr>
            <a:r>
              <a:t>Texte peu diversifié : risque de sur-apprentissage</a:t>
            </a:r>
          </a:p>
        </p:txBody>
      </p:sp>
      <p:sp>
        <p:nvSpPr>
          <p:cNvPr id="5" name="Content Placeholder 4"/>
          <p:cNvSpPr>
            <a:spLocks noGrp="1"/>
          </p:cNvSpPr>
          <p:nvPr>
            <p:ph idx="13"/>
          </p:nvPr>
        </p:nvSpPr>
        <p:spPr/>
        <p:txBody>
          <a:bodyPr/>
          <a:lstStyle/>
          <a:p>
            <a:endParaRPr/>
          </a:p>
        </p:txBody>
      </p:sp>
      <p:sp>
        <p:nvSpPr>
          <p:cNvPr id="6" name="Rounded Rectangle 5"/>
          <p:cNvSpPr/>
          <p:nvPr/>
        </p:nvSpPr>
        <p:spPr>
          <a:xfrm>
            <a:off x="6858000" y="1920240"/>
            <a:ext cx="1234440"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1">
                <a:solidFill>
                  <a:srgbClr val="142337"/>
                </a:solidFill>
                <a:latin typeface="Arial"/>
              </a:defRPr>
            </a:pPr>
            <a:r>
              <a:t>Classe 0</a:t>
            </a:r>
          </a:p>
        </p:txBody>
      </p:sp>
      <p:sp>
        <p:nvSpPr>
          <p:cNvPr id="7" name="Rounded Rectangle 6"/>
          <p:cNvSpPr/>
          <p:nvPr/>
        </p:nvSpPr>
        <p:spPr>
          <a:xfrm>
            <a:off x="8183879" y="1920240"/>
            <a:ext cx="2514600" cy="411480"/>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a:defRPr sz="1300" b="1">
                <a:solidFill>
                  <a:srgbClr val="FFFFFF"/>
                </a:solidFill>
                <a:latin typeface="Arial"/>
              </a:defRPr>
            </a:pPr>
            <a:r>
              <a:t>55 %</a:t>
            </a:r>
          </a:p>
        </p:txBody>
      </p:sp>
      <p:sp>
        <p:nvSpPr>
          <p:cNvPr id="8" name="Rounded Rectangle 7"/>
          <p:cNvSpPr/>
          <p:nvPr/>
        </p:nvSpPr>
        <p:spPr>
          <a:xfrm>
            <a:off x="6858000" y="2788920"/>
            <a:ext cx="1234440"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1">
                <a:solidFill>
                  <a:srgbClr val="142337"/>
                </a:solidFill>
                <a:latin typeface="Arial"/>
              </a:defRPr>
            </a:pPr>
            <a:r>
              <a:t>Classe 1</a:t>
            </a:r>
          </a:p>
        </p:txBody>
      </p:sp>
      <p:sp>
        <p:nvSpPr>
          <p:cNvPr id="9" name="Rounded Rectangle 8"/>
          <p:cNvSpPr/>
          <p:nvPr/>
        </p:nvSpPr>
        <p:spPr>
          <a:xfrm>
            <a:off x="8183879" y="2788920"/>
            <a:ext cx="1234440" cy="41148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a:defRPr sz="1300" b="1">
                <a:solidFill>
                  <a:srgbClr val="FFFFFF"/>
                </a:solidFill>
                <a:latin typeface="Arial"/>
              </a:defRPr>
            </a:pPr>
            <a:r>
              <a:t>27 %</a:t>
            </a:r>
          </a:p>
        </p:txBody>
      </p:sp>
      <p:sp>
        <p:nvSpPr>
          <p:cNvPr id="10" name="Rounded Rectangle 9"/>
          <p:cNvSpPr/>
          <p:nvPr/>
        </p:nvSpPr>
        <p:spPr>
          <a:xfrm>
            <a:off x="6858000" y="3657600"/>
            <a:ext cx="1234440"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b="1">
                <a:solidFill>
                  <a:srgbClr val="142337"/>
                </a:solidFill>
                <a:latin typeface="Arial"/>
              </a:defRPr>
            </a:pPr>
            <a:r>
              <a:t>Classe 2</a:t>
            </a:r>
          </a:p>
        </p:txBody>
      </p:sp>
      <p:sp>
        <p:nvSpPr>
          <p:cNvPr id="11" name="Rounded Rectangle 10"/>
          <p:cNvSpPr/>
          <p:nvPr/>
        </p:nvSpPr>
        <p:spPr>
          <a:xfrm>
            <a:off x="8183879" y="3657600"/>
            <a:ext cx="827532" cy="411480"/>
          </a:xfrm>
          <a:prstGeom prst="roundRect">
            <a:avLst/>
          </a:prstGeom>
          <a:solidFill>
            <a:srgbClr val="DC373C"/>
          </a:solidFill>
          <a:ln>
            <a:solidFill>
              <a:srgbClr val="DC37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a:defRPr sz="1300" b="1">
                <a:solidFill>
                  <a:srgbClr val="FFFFFF"/>
                </a:solidFill>
                <a:latin typeface="Arial"/>
              </a:defRPr>
            </a:pPr>
            <a:r>
              <a:t>18.1 %</a:t>
            </a:r>
          </a:p>
        </p:txBody>
      </p:sp>
      <p:sp>
        <p:nvSpPr>
          <p:cNvPr id="12" name="Rounded Rectangle 11"/>
          <p:cNvSpPr/>
          <p:nvPr/>
        </p:nvSpPr>
        <p:spPr>
          <a:xfrm>
            <a:off x="6858000" y="4709160"/>
            <a:ext cx="4069080" cy="594360"/>
          </a:xfrm>
          <a:prstGeom prst="roundRect">
            <a:avLst/>
          </a:prstGeom>
          <a:solidFill>
            <a:srgbClr val="EBF5FB"/>
          </a:solidFill>
          <a:ln>
            <a:solidFill>
              <a:srgbClr val="EB73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À surveiller : proxies et formulations répétitives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 test reste hors de la boucle de décision</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Les transformations et les seuils sont choisis uniquement sur le train</a:t>
            </a:r>
          </a:p>
        </p:txBody>
      </p:sp>
      <p:sp>
        <p:nvSpPr>
          <p:cNvPr id="5" name="Rounded Rectangle 4"/>
          <p:cNvSpPr/>
          <p:nvPr/>
        </p:nvSpPr>
        <p:spPr>
          <a:xfrm>
            <a:off x="320040" y="1965960"/>
            <a:ext cx="1554480" cy="1143000"/>
          </a:xfrm>
          <a:prstGeom prst="roundRect">
            <a:avLst/>
          </a:prstGeom>
          <a:solidFill>
            <a:srgbClr val="5C6978"/>
          </a:solidFill>
          <a:ln>
            <a:solidFill>
              <a:srgbClr val="5C697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latin typeface="Arial"/>
              </a:defRPr>
            </a:pPr>
            <a:r>
              <a:t>Dataset</a:t>
            </a:r>
          </a:p>
        </p:txBody>
      </p:sp>
      <p:sp>
        <p:nvSpPr>
          <p:cNvPr id="6" name="Right Arrow 5"/>
          <p:cNvSpPr/>
          <p:nvPr/>
        </p:nvSpPr>
        <p:spPr>
          <a:xfrm>
            <a:off x="1874519" y="2395728"/>
            <a:ext cx="292608" cy="228600"/>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221992" y="1965960"/>
            <a:ext cx="1554480" cy="1143000"/>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latin typeface="Arial"/>
              </a:defRPr>
            </a:pPr>
            <a:r>
              <a:t>Split</a:t>
            </a:r>
            <a:br/>
            <a:r>
              <a:t>stratifié</a:t>
            </a:r>
          </a:p>
        </p:txBody>
      </p:sp>
      <p:sp>
        <p:nvSpPr>
          <p:cNvPr id="8" name="Right Arrow 7"/>
          <p:cNvSpPr/>
          <p:nvPr/>
        </p:nvSpPr>
        <p:spPr>
          <a:xfrm>
            <a:off x="3776472" y="2395728"/>
            <a:ext cx="292608" cy="228600"/>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23944" y="1965960"/>
            <a:ext cx="1554480" cy="114300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latin typeface="Arial"/>
              </a:defRPr>
            </a:pPr>
            <a:r>
              <a:t>Train</a:t>
            </a:r>
          </a:p>
        </p:txBody>
      </p:sp>
      <p:sp>
        <p:nvSpPr>
          <p:cNvPr id="10" name="Right Arrow 9"/>
          <p:cNvSpPr/>
          <p:nvPr/>
        </p:nvSpPr>
        <p:spPr>
          <a:xfrm>
            <a:off x="5678424" y="2395728"/>
            <a:ext cx="292608" cy="228600"/>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025896" y="1965960"/>
            <a:ext cx="1554480" cy="1143000"/>
          </a:xfrm>
          <a:prstGeom prst="roundRect">
            <a:avLst/>
          </a:prstGeom>
          <a:solidFill>
            <a:srgbClr val="644BAA"/>
          </a:solidFill>
          <a:ln>
            <a:solidFill>
              <a:srgbClr val="644B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latin typeface="Arial"/>
              </a:defRPr>
            </a:pPr>
            <a:r>
              <a:t>Fit preprocessing</a:t>
            </a:r>
            <a:br/>
            <a:r>
              <a:t>+ validation croisée</a:t>
            </a:r>
          </a:p>
        </p:txBody>
      </p:sp>
      <p:sp>
        <p:nvSpPr>
          <p:cNvPr id="12" name="Right Arrow 11"/>
          <p:cNvSpPr/>
          <p:nvPr/>
        </p:nvSpPr>
        <p:spPr>
          <a:xfrm>
            <a:off x="7580375" y="2395728"/>
            <a:ext cx="292608" cy="228600"/>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927848" y="1965960"/>
            <a:ext cx="1554480" cy="1143000"/>
          </a:xfrm>
          <a:prstGeom prst="roundRect">
            <a:avLst/>
          </a:prstGeom>
          <a:solidFill>
            <a:srgbClr val="EB7332"/>
          </a:solidFill>
          <a:ln>
            <a:solidFill>
              <a:srgbClr val="EB73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latin typeface="Arial"/>
              </a:defRPr>
            </a:pPr>
            <a:r>
              <a:t>Choix modèle</a:t>
            </a:r>
            <a:br/>
            <a:r>
              <a:t>+ seuil</a:t>
            </a:r>
          </a:p>
        </p:txBody>
      </p:sp>
      <p:sp>
        <p:nvSpPr>
          <p:cNvPr id="14" name="Right Arrow 13"/>
          <p:cNvSpPr/>
          <p:nvPr/>
        </p:nvSpPr>
        <p:spPr>
          <a:xfrm>
            <a:off x="9482328" y="2395728"/>
            <a:ext cx="292608" cy="228600"/>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829800" y="1965960"/>
            <a:ext cx="1554480" cy="1143000"/>
          </a:xfrm>
          <a:prstGeom prst="roundRect">
            <a:avLst/>
          </a:prstGeom>
          <a:solidFill>
            <a:srgbClr val="34965F"/>
          </a:solidFill>
          <a:ln>
            <a:solidFill>
              <a:srgbClr val="3496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latin typeface="Arial"/>
              </a:defRPr>
            </a:pPr>
            <a:r>
              <a:t>Test final</a:t>
            </a:r>
            <a:br/>
            <a:r>
              <a:t>une seule fois</a:t>
            </a:r>
          </a:p>
        </p:txBody>
      </p:sp>
      <p:sp>
        <p:nvSpPr>
          <p:cNvPr id="16" name="Rounded Rectangle 15"/>
          <p:cNvSpPr/>
          <p:nvPr/>
        </p:nvSpPr>
        <p:spPr>
          <a:xfrm>
            <a:off x="640080" y="3886200"/>
            <a:ext cx="10835640" cy="1051560"/>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142337"/>
                </a:solidFill>
                <a:latin typeface="Arial"/>
              </a:defRPr>
            </a:pPr>
            <a:r>
              <a:t>Imputation • encodage ordinal • one-hot encoding • TF-IDF • extraction du département INSEE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Quatre scénarios séparent performance et conformité</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S1 est la référence expérimentale, S2 le candidat de production</a:t>
            </a:r>
          </a:p>
        </p:txBody>
      </p:sp>
      <p:sp>
        <p:nvSpPr>
          <p:cNvPr id="4" name="Content Placeholder 3"/>
          <p:cNvSpPr>
            <a:spLocks noGrp="1"/>
          </p:cNvSpPr>
          <p:nvPr>
            <p:ph idx="12"/>
          </p:nvPr>
        </p:nvSpPr>
        <p:spPr/>
        <p:txBody>
          <a:bodyPr wrap="square"/>
          <a:lstStyle/>
          <a:p>
            <a:pPr>
              <a:spcAft>
                <a:spcPts val="700"/>
              </a:spcAft>
              <a:defRPr sz="1500">
                <a:solidFill>
                  <a:srgbClr val="142337"/>
                </a:solidFill>
                <a:latin typeface="Arial"/>
              </a:defRPr>
            </a:pPr>
            <a:r>
              <a:t>S1 — Multimodal complet</a:t>
            </a:r>
            <a:br/>
            <a:r>
              <a:t>Meilleur score avec toutes les variables</a:t>
            </a:r>
          </a:p>
          <a:p>
            <a:pPr>
              <a:spcAft>
                <a:spcPts val="700"/>
              </a:spcAft>
              <a:defRPr sz="1500">
                <a:solidFill>
                  <a:srgbClr val="142337"/>
                </a:solidFill>
                <a:latin typeface="Arial"/>
              </a:defRPr>
            </a:pPr>
            <a:r>
              <a:t>S2 — Sans variable sensible</a:t>
            </a:r>
            <a:br/>
            <a:r>
              <a:t>Coût de l’exclusion de la nationalité</a:t>
            </a:r>
          </a:p>
        </p:txBody>
      </p:sp>
      <p:sp>
        <p:nvSpPr>
          <p:cNvPr id="5" name="Content Placeholder 4"/>
          <p:cNvSpPr>
            <a:spLocks noGrp="1"/>
          </p:cNvSpPr>
          <p:nvPr>
            <p:ph idx="13"/>
          </p:nvPr>
        </p:nvSpPr>
        <p:spPr/>
        <p:txBody>
          <a:bodyPr wrap="square"/>
          <a:lstStyle/>
          <a:p>
            <a:pPr>
              <a:spcAft>
                <a:spcPts val="700"/>
              </a:spcAft>
              <a:defRPr sz="1500">
                <a:solidFill>
                  <a:srgbClr val="142337"/>
                </a:solidFill>
                <a:latin typeface="Arial"/>
              </a:defRPr>
            </a:pPr>
            <a:r>
              <a:t>S3 — Texte seul</a:t>
            </a:r>
            <a:br/>
            <a:r>
              <a:t>Valeur de la synthèse d’entretien</a:t>
            </a:r>
          </a:p>
          <a:p>
            <a:pPr>
              <a:spcAft>
                <a:spcPts val="700"/>
              </a:spcAft>
              <a:defRPr sz="1500">
                <a:solidFill>
                  <a:srgbClr val="142337"/>
                </a:solidFill>
                <a:latin typeface="Arial"/>
              </a:defRPr>
            </a:pPr>
            <a:r>
              <a:t>S4 — Tabulaire seul</a:t>
            </a:r>
            <a:br/>
            <a:r>
              <a:t>Valeur des données structurées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Une grille de métriques relie score, risque et exploitabilité</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Aucune métrique unique ne suffit</a:t>
            </a:r>
          </a:p>
        </p:txBody>
      </p:sp>
      <p:sp>
        <p:nvSpPr>
          <p:cNvPr id="4" name="Text Placeholder 3"/>
          <p:cNvSpPr>
            <a:spLocks noGrp="1"/>
          </p:cNvSpPr>
          <p:nvPr>
            <p:ph type="body" sz="quarter" idx="21"/>
          </p:nvPr>
        </p:nvSpPr>
        <p:spPr/>
        <p:txBody>
          <a:bodyPr wrap="square" lIns="127000" tIns="63500" rIns="101600" bIns="50800"/>
          <a:lstStyle/>
          <a:p>
            <a:pPr>
              <a:spcAft>
                <a:spcPts val="500"/>
              </a:spcAft>
              <a:defRPr sz="1700" b="1">
                <a:solidFill>
                  <a:srgbClr val="005FB8"/>
                </a:solidFill>
                <a:latin typeface="Arial"/>
              </a:defRPr>
            </a:pPr>
            <a:r>
              <a:t>Performance globale</a:t>
            </a:r>
          </a:p>
        </p:txBody>
      </p:sp>
      <p:sp>
        <p:nvSpPr>
          <p:cNvPr id="5" name="Text Placeholder 4"/>
          <p:cNvSpPr>
            <a:spLocks noGrp="1"/>
          </p:cNvSpPr>
          <p:nvPr>
            <p:ph type="body" sz="quarter" idx="13"/>
          </p:nvPr>
        </p:nvSpPr>
        <p:spPr/>
        <p:txBody>
          <a:bodyPr wrap="square" lIns="127000" tIns="63500" rIns="101600" bIns="50800"/>
          <a:lstStyle/>
          <a:p>
            <a:pPr>
              <a:spcAft>
                <a:spcPts val="500"/>
              </a:spcAft>
              <a:defRPr sz="1500" b="0">
                <a:solidFill>
                  <a:srgbClr val="142337"/>
                </a:solidFill>
                <a:latin typeface="Arial"/>
              </a:defRPr>
            </a:pPr>
            <a:r>
              <a:t>Équilibre entre les trois classes et qualité du classement probabiliste.</a:t>
            </a:r>
          </a:p>
        </p:txBody>
      </p:sp>
      <p:sp>
        <p:nvSpPr>
          <p:cNvPr id="6" name="Text Placeholder 5"/>
          <p:cNvSpPr>
            <a:spLocks noGrp="1"/>
          </p:cNvSpPr>
          <p:nvPr>
            <p:ph type="body" sz="quarter" idx="19"/>
          </p:nvPr>
        </p:nvSpPr>
        <p:spPr/>
        <p:txBody>
          <a:bodyPr wrap="square" lIns="127000" tIns="63500" rIns="101600" bIns="50800"/>
          <a:lstStyle/>
          <a:p>
            <a:pPr>
              <a:spcAft>
                <a:spcPts val="500"/>
              </a:spcAft>
              <a:defRPr sz="1700" b="1">
                <a:solidFill>
                  <a:srgbClr val="005FB8"/>
                </a:solidFill>
                <a:latin typeface="Arial"/>
              </a:defRPr>
            </a:pPr>
            <a:r>
              <a:t>Risque métier</a:t>
            </a:r>
          </a:p>
        </p:txBody>
      </p:sp>
      <p:sp>
        <p:nvSpPr>
          <p:cNvPr id="7" name="Text Placeholder 6"/>
          <p:cNvSpPr>
            <a:spLocks noGrp="1"/>
          </p:cNvSpPr>
          <p:nvPr>
            <p:ph type="body" sz="quarter" idx="15"/>
          </p:nvPr>
        </p:nvSpPr>
        <p:spPr/>
        <p:txBody>
          <a:bodyPr wrap="square" lIns="127000" tIns="63500" rIns="101600" bIns="50800"/>
          <a:lstStyle/>
          <a:p>
            <a:pPr>
              <a:spcAft>
                <a:spcPts val="500"/>
              </a:spcAft>
              <a:defRPr sz="1500" b="0">
                <a:solidFill>
                  <a:srgbClr val="142337"/>
                </a:solidFill>
                <a:latin typeface="Arial"/>
              </a:defRPr>
            </a:pPr>
            <a:r>
              <a:t>Capacité à identifier les situations longues et éviter le faux rassurant.</a:t>
            </a:r>
          </a:p>
        </p:txBody>
      </p:sp>
      <p:sp>
        <p:nvSpPr>
          <p:cNvPr id="8" name="Text Placeholder 7"/>
          <p:cNvSpPr>
            <a:spLocks noGrp="1"/>
          </p:cNvSpPr>
          <p:nvPr>
            <p:ph type="body" sz="quarter" idx="20"/>
          </p:nvPr>
        </p:nvSpPr>
        <p:spPr/>
        <p:txBody>
          <a:bodyPr wrap="square" lIns="127000" tIns="63500" rIns="101600" bIns="50800"/>
          <a:lstStyle/>
          <a:p>
            <a:pPr>
              <a:spcAft>
                <a:spcPts val="500"/>
              </a:spcAft>
              <a:defRPr sz="1700" b="1">
                <a:solidFill>
                  <a:srgbClr val="005FB8"/>
                </a:solidFill>
                <a:latin typeface="Arial"/>
              </a:defRPr>
            </a:pPr>
            <a:r>
              <a:t>Opérations</a:t>
            </a:r>
          </a:p>
        </p:txBody>
      </p:sp>
      <p:sp>
        <p:nvSpPr>
          <p:cNvPr id="9" name="Text Placeholder 8"/>
          <p:cNvSpPr>
            <a:spLocks noGrp="1"/>
          </p:cNvSpPr>
          <p:nvPr>
            <p:ph type="body" sz="quarter" idx="17"/>
          </p:nvPr>
        </p:nvSpPr>
        <p:spPr/>
        <p:txBody>
          <a:bodyPr wrap="square" lIns="127000" tIns="63500" rIns="101600" bIns="50800"/>
          <a:lstStyle/>
          <a:p>
            <a:pPr>
              <a:spcAft>
                <a:spcPts val="500"/>
              </a:spcAft>
              <a:defRPr sz="1500" b="0">
                <a:solidFill>
                  <a:srgbClr val="142337"/>
                </a:solidFill>
                <a:latin typeface="Arial"/>
              </a:defRPr>
            </a:pPr>
            <a:r>
              <a:t>Compatibilité avec un entretien et coût des scénarios.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S1 maximise le score, S2 préserve un compromis défendable</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Comparaison en validation croisée et sur le test final</a:t>
            </a:r>
          </a:p>
        </p:txBody>
      </p:sp>
      <p:graphicFrame>
        <p:nvGraphicFramePr>
          <p:cNvPr id="5" name="Chart 4"/>
          <p:cNvGraphicFramePr>
            <a:graphicFrameLocks noGrp="1"/>
          </p:cNvGraphicFramePr>
          <p:nvPr/>
        </p:nvGraphicFramePr>
        <p:xfrm>
          <a:off x="548640" y="1828800"/>
          <a:ext cx="6858000" cy="3383280"/>
        </p:xfrm>
        <a:graphic>
          <a:graphicData uri="http://schemas.openxmlformats.org/drawingml/2006/chart">
            <c:chart xmlns:c="http://schemas.openxmlformats.org/drawingml/2006/chart" xmlns:r="http://schemas.openxmlformats.org/officeDocument/2006/relationships" r:id="rId2"/>
          </a:graphicData>
        </a:graphic>
      </p:graphicFrame>
      <p:sp>
        <p:nvSpPr>
          <p:cNvPr id="6" name="Rounded Rectangle 5"/>
          <p:cNvSpPr/>
          <p:nvPr/>
        </p:nvSpPr>
        <p:spPr>
          <a:xfrm>
            <a:off x="7726679" y="1920240"/>
            <a:ext cx="3611880" cy="658368"/>
          </a:xfrm>
          <a:prstGeom prst="roundRect">
            <a:avLst/>
          </a:prstGeom>
          <a:solidFill>
            <a:srgbClr val="DC373C"/>
          </a:solidFill>
          <a:ln>
            <a:solidFill>
              <a:srgbClr val="DC37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Erreurs 2 → 0 sur test</a:t>
            </a:r>
          </a:p>
        </p:txBody>
      </p:sp>
      <p:sp>
        <p:nvSpPr>
          <p:cNvPr id="7" name="Rounded Rectangle 6"/>
          <p:cNvSpPr/>
          <p:nvPr/>
        </p:nvSpPr>
        <p:spPr>
          <a:xfrm>
            <a:off x="7909560" y="2788920"/>
            <a:ext cx="914400" cy="384048"/>
          </a:xfrm>
          <a:prstGeom prst="roundRect">
            <a:avLst/>
          </a:prstGeom>
          <a:solidFill>
            <a:srgbClr val="F2F5F8"/>
          </a:solidFill>
          <a:ln>
            <a:solidFill>
              <a:srgbClr val="F2F5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337"/>
                </a:solidFill>
                <a:latin typeface="Arial"/>
              </a:defRPr>
            </a:pPr>
            <a:r>
              <a:t>S1</a:t>
            </a:r>
          </a:p>
        </p:txBody>
      </p:sp>
      <p:sp>
        <p:nvSpPr>
          <p:cNvPr id="8" name="Rounded Rectangle 7"/>
          <p:cNvSpPr/>
          <p:nvPr/>
        </p:nvSpPr>
        <p:spPr>
          <a:xfrm>
            <a:off x="8961120" y="2788920"/>
            <a:ext cx="1645920" cy="384048"/>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9</a:t>
            </a:r>
          </a:p>
        </p:txBody>
      </p:sp>
      <p:sp>
        <p:nvSpPr>
          <p:cNvPr id="9" name="Rounded Rectangle 8"/>
          <p:cNvSpPr/>
          <p:nvPr/>
        </p:nvSpPr>
        <p:spPr>
          <a:xfrm>
            <a:off x="7909560" y="3355848"/>
            <a:ext cx="914400" cy="384048"/>
          </a:xfrm>
          <a:prstGeom prst="roundRect">
            <a:avLst/>
          </a:prstGeom>
          <a:solidFill>
            <a:srgbClr val="F2F5F8"/>
          </a:solidFill>
          <a:ln>
            <a:solidFill>
              <a:srgbClr val="F2F5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337"/>
                </a:solidFill>
                <a:latin typeface="Arial"/>
              </a:defRPr>
            </a:pPr>
            <a:r>
              <a:t>S2</a:t>
            </a:r>
          </a:p>
        </p:txBody>
      </p:sp>
      <p:sp>
        <p:nvSpPr>
          <p:cNvPr id="10" name="Rounded Rectangle 9"/>
          <p:cNvSpPr/>
          <p:nvPr/>
        </p:nvSpPr>
        <p:spPr>
          <a:xfrm>
            <a:off x="8961120" y="3355848"/>
            <a:ext cx="1645920" cy="384048"/>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10</a:t>
            </a:r>
          </a:p>
        </p:txBody>
      </p:sp>
      <p:sp>
        <p:nvSpPr>
          <p:cNvPr id="11" name="Rounded Rectangle 10"/>
          <p:cNvSpPr/>
          <p:nvPr/>
        </p:nvSpPr>
        <p:spPr>
          <a:xfrm>
            <a:off x="7909560" y="3922776"/>
            <a:ext cx="914400" cy="384048"/>
          </a:xfrm>
          <a:prstGeom prst="roundRect">
            <a:avLst/>
          </a:prstGeom>
          <a:solidFill>
            <a:srgbClr val="F2F5F8"/>
          </a:solidFill>
          <a:ln>
            <a:solidFill>
              <a:srgbClr val="F2F5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337"/>
                </a:solidFill>
                <a:latin typeface="Arial"/>
              </a:defRPr>
            </a:pPr>
            <a:r>
              <a:t>S3</a:t>
            </a:r>
          </a:p>
        </p:txBody>
      </p:sp>
      <p:sp>
        <p:nvSpPr>
          <p:cNvPr id="12" name="Rounded Rectangle 11"/>
          <p:cNvSpPr/>
          <p:nvPr/>
        </p:nvSpPr>
        <p:spPr>
          <a:xfrm>
            <a:off x="8961120" y="3922776"/>
            <a:ext cx="1645920" cy="384048"/>
          </a:xfrm>
          <a:prstGeom prst="roundRect">
            <a:avLst/>
          </a:prstGeom>
          <a:solidFill>
            <a:srgbClr val="644BAA"/>
          </a:solidFill>
          <a:ln>
            <a:solidFill>
              <a:srgbClr val="644B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12</a:t>
            </a:r>
          </a:p>
        </p:txBody>
      </p:sp>
      <p:sp>
        <p:nvSpPr>
          <p:cNvPr id="13" name="Rounded Rectangle 12"/>
          <p:cNvSpPr/>
          <p:nvPr/>
        </p:nvSpPr>
        <p:spPr>
          <a:xfrm>
            <a:off x="7909560" y="4489704"/>
            <a:ext cx="914400" cy="384048"/>
          </a:xfrm>
          <a:prstGeom prst="roundRect">
            <a:avLst/>
          </a:prstGeom>
          <a:solidFill>
            <a:srgbClr val="F2F5F8"/>
          </a:solidFill>
          <a:ln>
            <a:solidFill>
              <a:srgbClr val="F2F5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337"/>
                </a:solidFill>
                <a:latin typeface="Arial"/>
              </a:defRPr>
            </a:pPr>
            <a:r>
              <a:t>S4</a:t>
            </a:r>
          </a:p>
        </p:txBody>
      </p:sp>
      <p:sp>
        <p:nvSpPr>
          <p:cNvPr id="14" name="Rounded Rectangle 13"/>
          <p:cNvSpPr/>
          <p:nvPr/>
        </p:nvSpPr>
        <p:spPr>
          <a:xfrm>
            <a:off x="8961120" y="4489704"/>
            <a:ext cx="1645920" cy="384048"/>
          </a:xfrm>
          <a:prstGeom prst="roundRect">
            <a:avLst/>
          </a:prstGeom>
          <a:solidFill>
            <a:srgbClr val="34965F"/>
          </a:solidFill>
          <a:ln>
            <a:solidFill>
              <a:srgbClr val="3496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 prix de la décision éthique est mesuré et assumé</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Exclure nationalite_hors_ue réduit légèrement les performances</a:t>
            </a:r>
          </a:p>
        </p:txBody>
      </p:sp>
      <p:sp>
        <p:nvSpPr>
          <p:cNvPr id="4" name="Text Placeholder 3"/>
          <p:cNvSpPr>
            <a:spLocks noGrp="1"/>
          </p:cNvSpPr>
          <p:nvPr>
            <p:ph type="body" sz="quarter" idx="14"/>
          </p:nvPr>
        </p:nvSpPr>
        <p:spPr/>
        <p:txBody>
          <a:bodyPr wrap="square" lIns="127000" tIns="63500" rIns="101600" bIns="50800"/>
          <a:lstStyle/>
          <a:p>
            <a:pPr>
              <a:spcAft>
                <a:spcPts val="500"/>
              </a:spcAft>
              <a:defRPr sz="1600" b="1">
                <a:solidFill>
                  <a:srgbClr val="FFFFFF"/>
                </a:solidFill>
                <a:latin typeface="Arial"/>
              </a:defRPr>
            </a:pPr>
            <a:r>
              <a:t>DÉCISION</a:t>
            </a:r>
          </a:p>
        </p:txBody>
      </p:sp>
      <p:sp>
        <p:nvSpPr>
          <p:cNvPr id="5" name="Content Placeholder 4"/>
          <p:cNvSpPr>
            <a:spLocks noGrp="1"/>
          </p:cNvSpPr>
          <p:nvPr>
            <p:ph idx="12"/>
          </p:nvPr>
        </p:nvSpPr>
        <p:spPr/>
        <p:txBody>
          <a:bodyPr wrap="square"/>
          <a:lstStyle/>
          <a:p>
            <a:pPr>
              <a:spcAft>
                <a:spcPts val="700"/>
              </a:spcAft>
              <a:defRPr sz="2000">
                <a:solidFill>
                  <a:srgbClr val="142337"/>
                </a:solidFill>
                <a:latin typeface="Arial"/>
              </a:defRPr>
            </a:pPr>
            <a:r>
              <a:t>F1 macro : 0,708 → 0,681   |   Δ = −0,027</a:t>
            </a:r>
          </a:p>
          <a:p>
            <a:pPr>
              <a:spcAft>
                <a:spcPts val="700"/>
              </a:spcAft>
              <a:defRPr sz="2000">
                <a:solidFill>
                  <a:srgbClr val="142337"/>
                </a:solidFill>
                <a:latin typeface="Arial"/>
              </a:defRPr>
            </a:pPr>
            <a:r>
              <a:t>Recall classe 2 : 0,572 → 0,558   |   Δ = −0,014</a:t>
            </a:r>
          </a:p>
          <a:p>
            <a:pPr>
              <a:spcAft>
                <a:spcPts val="700"/>
              </a:spcAft>
              <a:defRPr sz="2000">
                <a:solidFill>
                  <a:srgbClr val="142337"/>
                </a:solidFill>
                <a:latin typeface="Arial"/>
              </a:defRPr>
            </a:pPr>
            <a:r>
              <a:t>« J’accepte une baisse de 0,027 de F1 pour ne pas utiliser un critère de discrimination.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Un garde-fou métier complète le modèle S2</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La règle d’escalade traite le coût asymétrique des erreurs</a:t>
            </a:r>
          </a:p>
        </p:txBody>
      </p:sp>
      <p:sp>
        <p:nvSpPr>
          <p:cNvPr id="5" name="Rounded Rectangle 4"/>
          <p:cNvSpPr/>
          <p:nvPr/>
        </p:nvSpPr>
        <p:spPr>
          <a:xfrm>
            <a:off x="640080" y="1828800"/>
            <a:ext cx="3017520" cy="960120"/>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FFFFFF"/>
                </a:solidFill>
                <a:latin typeface="Arial"/>
              </a:defRPr>
            </a:pPr>
            <a:r>
              <a:t>Prédiction automatique</a:t>
            </a:r>
            <a:br/>
            <a:r>
              <a:t>si confiance suffisante</a:t>
            </a:r>
          </a:p>
        </p:txBody>
      </p:sp>
      <p:sp>
        <p:nvSpPr>
          <p:cNvPr id="6" name="Rounded Rectangle 5"/>
          <p:cNvSpPr/>
          <p:nvPr/>
        </p:nvSpPr>
        <p:spPr>
          <a:xfrm>
            <a:off x="4526280" y="1828800"/>
            <a:ext cx="3017520" cy="960120"/>
          </a:xfrm>
          <a:prstGeom prst="roundRect">
            <a:avLst/>
          </a:prstGeom>
          <a:solidFill>
            <a:srgbClr val="EB7332"/>
          </a:solidFill>
          <a:ln>
            <a:solidFill>
              <a:srgbClr val="EB73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FFFFFF"/>
                </a:solidFill>
                <a:latin typeface="Arial"/>
              </a:defRPr>
            </a:pPr>
            <a:r>
              <a:t>Statut à_revoir</a:t>
            </a:r>
            <a:br/>
            <a:r>
              <a:t>si confiance faible</a:t>
            </a:r>
          </a:p>
        </p:txBody>
      </p:sp>
      <p:sp>
        <p:nvSpPr>
          <p:cNvPr id="7" name="Rounded Rectangle 6"/>
          <p:cNvSpPr/>
          <p:nvPr/>
        </p:nvSpPr>
        <p:spPr>
          <a:xfrm>
            <a:off x="8229600" y="1828800"/>
            <a:ext cx="3017520" cy="960120"/>
          </a:xfrm>
          <a:prstGeom prst="roundRect">
            <a:avLst/>
          </a:prstGeom>
          <a:solidFill>
            <a:srgbClr val="DC373C"/>
          </a:solidFill>
          <a:ln>
            <a:solidFill>
              <a:srgbClr val="DC37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Escalade ciblée</a:t>
            </a:r>
            <a:br/>
            <a:r>
              <a:t>si prédiction = 0 et P(classe 2) ≥ 0,20</a:t>
            </a:r>
          </a:p>
        </p:txBody>
      </p:sp>
      <p:sp>
        <p:nvSpPr>
          <p:cNvPr id="8" name="Right Arrow 7"/>
          <p:cNvSpPr/>
          <p:nvPr/>
        </p:nvSpPr>
        <p:spPr>
          <a:xfrm>
            <a:off x="3794760" y="2176272"/>
            <a:ext cx="502920" cy="274320"/>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7635240" y="2176272"/>
            <a:ext cx="411480" cy="274320"/>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965960" y="3840480"/>
            <a:ext cx="8229600" cy="914400"/>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142337"/>
                </a:solidFill>
                <a:latin typeface="Arial"/>
              </a:defRPr>
            </a:pPr>
            <a:r>
              <a:t>Politique combinée = confiance &lt; seuil  OU  (prédiction = 0 ET P(classe 2) ≥ 0,20)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 seuil est calibré sans réutiliser le test</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Probabilités out-of-fold sur le train</a:t>
            </a:r>
          </a:p>
        </p:txBody>
      </p:sp>
      <p:sp>
        <p:nvSpPr>
          <p:cNvPr id="4" name="Content Placeholder 3"/>
          <p:cNvSpPr>
            <a:spLocks noGrp="1"/>
          </p:cNvSpPr>
          <p:nvPr>
            <p:ph idx="12"/>
          </p:nvPr>
        </p:nvSpPr>
        <p:spPr/>
        <p:txBody>
          <a:bodyPr wrap="square"/>
          <a:lstStyle/>
          <a:p>
            <a:pPr>
              <a:spcAft>
                <a:spcPts val="700"/>
              </a:spcAft>
              <a:defRPr sz="1500">
                <a:solidFill>
                  <a:srgbClr val="142337"/>
                </a:solidFill>
                <a:latin typeface="Arial"/>
              </a:defRPr>
            </a:pPr>
            <a:r>
              <a:t>5 folds stratifiés</a:t>
            </a:r>
          </a:p>
          <a:p>
            <a:pPr>
              <a:spcAft>
                <a:spcPts val="700"/>
              </a:spcAft>
              <a:defRPr sz="1500">
                <a:solidFill>
                  <a:srgbClr val="142337"/>
                </a:solidFill>
                <a:latin typeface="Arial"/>
              </a:defRPr>
            </a:pPr>
            <a:r>
              <a:t>Chaque observation est prédite par un modèle qui ne l’a pas vue</a:t>
            </a:r>
          </a:p>
          <a:p>
            <a:pPr>
              <a:spcAft>
                <a:spcPts val="700"/>
              </a:spcAft>
              <a:defRPr sz="1500">
                <a:solidFill>
                  <a:srgbClr val="142337"/>
                </a:solidFill>
                <a:latin typeface="Arial"/>
              </a:defRPr>
            </a:pPr>
            <a:r>
              <a:t>Grille de seuils testée sur les prédictions OOF</a:t>
            </a:r>
          </a:p>
          <a:p>
            <a:pPr>
              <a:spcAft>
                <a:spcPts val="700"/>
              </a:spcAft>
              <a:defRPr sz="1500">
                <a:solidFill>
                  <a:srgbClr val="142337"/>
                </a:solidFill>
                <a:latin typeface="Arial"/>
              </a:defRPr>
            </a:pPr>
            <a:r>
              <a:t>Vérification unique sur le test final</a:t>
            </a:r>
          </a:p>
        </p:txBody>
      </p:sp>
      <p:sp>
        <p:nvSpPr>
          <p:cNvPr id="5" name="Content Placeholder 4"/>
          <p:cNvSpPr>
            <a:spLocks noGrp="1"/>
          </p:cNvSpPr>
          <p:nvPr>
            <p:ph idx="13"/>
          </p:nvPr>
        </p:nvSpPr>
        <p:spPr/>
        <p:txBody>
          <a:bodyPr wrap="square"/>
          <a:lstStyle/>
          <a:p>
            <a:pPr>
              <a:spcAft>
                <a:spcPts val="700"/>
              </a:spcAft>
              <a:defRPr sz="1700">
                <a:solidFill>
                  <a:srgbClr val="142337"/>
                </a:solidFill>
                <a:latin typeface="Arial"/>
              </a:defRPr>
            </a:pPr>
            <a:r>
              <a:t>Seuil combiné : 0,70</a:t>
            </a:r>
          </a:p>
          <a:p>
            <a:pPr>
              <a:spcAft>
                <a:spcPts val="700"/>
              </a:spcAft>
              <a:defRPr sz="1700">
                <a:solidFill>
                  <a:srgbClr val="142337"/>
                </a:solidFill>
                <a:latin typeface="Arial"/>
              </a:defRPr>
            </a:pPr>
            <a:r>
              <a:t>Budget d’escalade visé : ≈ 40 %</a:t>
            </a:r>
          </a:p>
          <a:p>
            <a:pPr>
              <a:spcAft>
                <a:spcPts val="700"/>
              </a:spcAft>
              <a:defRPr sz="1700">
                <a:solidFill>
                  <a:srgbClr val="142337"/>
                </a:solidFill>
                <a:latin typeface="Arial"/>
              </a:defRPr>
            </a:pPr>
            <a:r>
              <a:t>Couverture OOF : ≈ 72,5 %</a:t>
            </a:r>
          </a:p>
          <a:p>
            <a:pPr>
              <a:spcAft>
                <a:spcPts val="700"/>
              </a:spcAft>
              <a:defRPr sz="1700">
                <a:solidFill>
                  <a:srgbClr val="142337"/>
                </a:solidFill>
                <a:latin typeface="Arial"/>
              </a:defRPr>
            </a:pPr>
            <a:r>
              <a:t>Test : 8/10 erreurs critiques captées, soit 80 %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 choix de production privilégie un compromis contrôlable</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S2 + XGBoost + escalade humaine</a:t>
            </a:r>
          </a:p>
        </p:txBody>
      </p:sp>
      <p:sp>
        <p:nvSpPr>
          <p:cNvPr id="4" name="Text Placeholder 3"/>
          <p:cNvSpPr>
            <a:spLocks noGrp="1"/>
          </p:cNvSpPr>
          <p:nvPr>
            <p:ph type="body" sz="quarter" idx="14"/>
          </p:nvPr>
        </p:nvSpPr>
        <p:spPr/>
        <p:txBody>
          <a:bodyPr wrap="square" lIns="127000" tIns="63500" rIns="101600" bIns="50800"/>
          <a:lstStyle/>
          <a:p>
            <a:pPr>
              <a:spcAft>
                <a:spcPts val="500"/>
              </a:spcAft>
              <a:defRPr sz="1600" b="1">
                <a:solidFill>
                  <a:srgbClr val="FFFFFF"/>
                </a:solidFill>
                <a:latin typeface="Arial"/>
              </a:defRPr>
            </a:pPr>
            <a:r>
              <a:t>CHOIX</a:t>
            </a:r>
          </a:p>
        </p:txBody>
      </p:sp>
      <p:sp>
        <p:nvSpPr>
          <p:cNvPr id="5" name="Content Placeholder 4"/>
          <p:cNvSpPr>
            <a:spLocks noGrp="1"/>
          </p:cNvSpPr>
          <p:nvPr>
            <p:ph idx="12"/>
          </p:nvPr>
        </p:nvSpPr>
        <p:spPr/>
        <p:txBody>
          <a:bodyPr wrap="square"/>
          <a:lstStyle/>
          <a:p>
            <a:pPr>
              <a:spcAft>
                <a:spcPts val="700"/>
              </a:spcAft>
              <a:defRPr sz="1700">
                <a:solidFill>
                  <a:srgbClr val="142337"/>
                </a:solidFill>
                <a:latin typeface="Arial"/>
              </a:defRPr>
            </a:pPr>
            <a:r>
              <a:t>Exclut la variable sensible directe</a:t>
            </a:r>
          </a:p>
          <a:p>
            <a:pPr>
              <a:spcAft>
                <a:spcPts val="700"/>
              </a:spcAft>
              <a:defRPr sz="1700">
                <a:solidFill>
                  <a:srgbClr val="142337"/>
                </a:solidFill>
                <a:latin typeface="Arial"/>
              </a:defRPr>
            </a:pPr>
            <a:r>
              <a:t>Conserve tabulaire + texte</a:t>
            </a:r>
          </a:p>
          <a:p>
            <a:pPr>
              <a:spcAft>
                <a:spcPts val="700"/>
              </a:spcAft>
              <a:defRPr sz="1700">
                <a:solidFill>
                  <a:srgbClr val="142337"/>
                </a:solidFill>
                <a:latin typeface="Arial"/>
              </a:defRPr>
            </a:pPr>
            <a:r>
              <a:t>Compromis acceptable performance / conformité</a:t>
            </a:r>
          </a:p>
          <a:p>
            <a:pPr>
              <a:spcAft>
                <a:spcPts val="700"/>
              </a:spcAft>
              <a:defRPr sz="1700">
                <a:solidFill>
                  <a:srgbClr val="142337"/>
                </a:solidFill>
                <a:latin typeface="Arial"/>
              </a:defRPr>
            </a:pPr>
            <a:r>
              <a:t>Ajoute une reprise humaine ciblée</a:t>
            </a:r>
          </a:p>
          <a:p>
            <a:pPr>
              <a:spcAft>
                <a:spcPts val="700"/>
              </a:spcAft>
              <a:defRPr sz="1700">
                <a:solidFill>
                  <a:srgbClr val="142337"/>
                </a:solidFill>
                <a:latin typeface="Arial"/>
              </a:defRPr>
            </a:pPr>
            <a:r>
              <a:t>Reste compatible avec un usage API</a:t>
            </a:r>
          </a:p>
          <a:p>
            <a:pPr>
              <a:spcAft>
                <a:spcPts val="700"/>
              </a:spcAft>
              <a:defRPr sz="1700">
                <a:solidFill>
                  <a:srgbClr val="142337"/>
                </a:solidFill>
                <a:latin typeface="Arial"/>
              </a:defRPr>
            </a:pPr>
            <a:r>
              <a:t>S1 demeure une référence expérimentale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L’API transforme le pipeline en contrat de service</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FastAPI expose la prédiction, la traçabilité et le cycle de vie</a:t>
            </a:r>
          </a:p>
        </p:txBody>
      </p:sp>
      <p:sp>
        <p:nvSpPr>
          <p:cNvPr id="4" name="Content Placeholder 3"/>
          <p:cNvSpPr>
            <a:spLocks noGrp="1"/>
          </p:cNvSpPr>
          <p:nvPr>
            <p:ph idx="12"/>
          </p:nvPr>
        </p:nvSpPr>
        <p:spPr/>
        <p:txBody>
          <a:bodyPr wrap="square"/>
          <a:lstStyle/>
          <a:p>
            <a:pPr>
              <a:spcAft>
                <a:spcPts val="700"/>
              </a:spcAft>
              <a:defRPr sz="1500">
                <a:solidFill>
                  <a:srgbClr val="142337"/>
                </a:solidFill>
                <a:latin typeface="Arial"/>
              </a:defRPr>
            </a:pPr>
            <a:r>
              <a:t>GET /health</a:t>
            </a:r>
          </a:p>
          <a:p>
            <a:pPr>
              <a:spcAft>
                <a:spcPts val="700"/>
              </a:spcAft>
              <a:defRPr sz="1500">
                <a:solidFill>
                  <a:srgbClr val="142337"/>
                </a:solidFill>
                <a:latin typeface="Arial"/>
              </a:defRPr>
            </a:pPr>
            <a:r>
              <a:t>POST /predict</a:t>
            </a:r>
          </a:p>
          <a:p>
            <a:pPr>
              <a:spcAft>
                <a:spcPts val="700"/>
              </a:spcAft>
              <a:defRPr sz="1500">
                <a:solidFill>
                  <a:srgbClr val="142337"/>
                </a:solidFill>
                <a:latin typeface="Arial"/>
              </a:defRPr>
            </a:pPr>
            <a:r>
              <a:t>POST /retrain</a:t>
            </a:r>
          </a:p>
          <a:p>
            <a:pPr>
              <a:spcAft>
                <a:spcPts val="700"/>
              </a:spcAft>
              <a:defRPr sz="1500">
                <a:solidFill>
                  <a:srgbClr val="142337"/>
                </a:solidFill>
                <a:latin typeface="Arial"/>
              </a:defRPr>
            </a:pPr>
            <a:r>
              <a:t>GET /metrics</a:t>
            </a:r>
          </a:p>
          <a:p>
            <a:pPr>
              <a:spcAft>
                <a:spcPts val="700"/>
              </a:spcAft>
              <a:defRPr sz="1500">
                <a:solidFill>
                  <a:srgbClr val="142337"/>
                </a:solidFill>
                <a:latin typeface="Arial"/>
              </a:defRPr>
            </a:pPr>
            <a:r>
              <a:t>GET /models/history</a:t>
            </a:r>
          </a:p>
          <a:p>
            <a:pPr>
              <a:spcAft>
                <a:spcPts val="700"/>
              </a:spcAft>
              <a:defRPr sz="1500">
                <a:solidFill>
                  <a:srgbClr val="142337"/>
                </a:solidFill>
                <a:latin typeface="Arial"/>
              </a:defRPr>
            </a:pPr>
            <a:r>
              <a:t>POST /rollback</a:t>
            </a:r>
          </a:p>
          <a:p>
            <a:pPr>
              <a:spcAft>
                <a:spcPts val="700"/>
              </a:spcAft>
              <a:defRPr sz="1500">
                <a:solidFill>
                  <a:srgbClr val="142337"/>
                </a:solidFill>
                <a:latin typeface="Arial"/>
              </a:defRPr>
            </a:pPr>
            <a:r>
              <a:t>POST /feedback</a:t>
            </a:r>
          </a:p>
        </p:txBody>
      </p:sp>
      <p:sp>
        <p:nvSpPr>
          <p:cNvPr id="5" name="Content Placeholder 4"/>
          <p:cNvSpPr>
            <a:spLocks noGrp="1"/>
          </p:cNvSpPr>
          <p:nvPr>
            <p:ph idx="13"/>
          </p:nvPr>
        </p:nvSpPr>
        <p:spPr/>
        <p:txBody>
          <a:bodyPr wrap="square"/>
          <a:lstStyle/>
          <a:p>
            <a:pPr>
              <a:spcAft>
                <a:spcPts val="700"/>
              </a:spcAft>
              <a:defRPr sz="1700">
                <a:solidFill>
                  <a:srgbClr val="142337"/>
                </a:solidFill>
                <a:latin typeface="Arial"/>
              </a:defRPr>
            </a:pPr>
            <a:r>
              <a:t>classe prédite</a:t>
            </a:r>
          </a:p>
          <a:p>
            <a:pPr>
              <a:spcAft>
                <a:spcPts val="700"/>
              </a:spcAft>
              <a:defRPr sz="1700">
                <a:solidFill>
                  <a:srgbClr val="142337"/>
                </a:solidFill>
                <a:latin typeface="Arial"/>
              </a:defRPr>
            </a:pPr>
            <a:r>
              <a:t>confiance</a:t>
            </a:r>
          </a:p>
          <a:p>
            <a:pPr>
              <a:spcAft>
                <a:spcPts val="700"/>
              </a:spcAft>
              <a:defRPr sz="1700">
                <a:solidFill>
                  <a:srgbClr val="142337"/>
                </a:solidFill>
                <a:latin typeface="Arial"/>
              </a:defRPr>
            </a:pPr>
            <a:r>
              <a:t>statut ok / a_revoir</a:t>
            </a:r>
          </a:p>
          <a:p>
            <a:pPr>
              <a:spcAft>
                <a:spcPts val="700"/>
              </a:spcAft>
              <a:defRPr sz="1700">
                <a:solidFill>
                  <a:srgbClr val="142337"/>
                </a:solidFill>
                <a:latin typeface="Arial"/>
              </a:defRPr>
            </a:pPr>
            <a:r>
              <a:t>version du modèle</a:t>
            </a:r>
          </a:p>
          <a:p>
            <a:pPr>
              <a:spcAft>
                <a:spcPts val="700"/>
              </a:spcAft>
              <a:defRPr sz="1700">
                <a:solidFill>
                  <a:srgbClr val="142337"/>
                </a:solidFill>
                <a:latin typeface="Arial"/>
              </a:defRPr>
            </a:pPr>
            <a:r>
              <a:t>request_id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L’interface rend l’incertitude visible au conseiller</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Le résultat inclut la classe, la confiance et le besoin de revue humaine</a:t>
            </a:r>
          </a:p>
        </p:txBody>
      </p:sp>
      <p:sp>
        <p:nvSpPr>
          <p:cNvPr id="4" name="Content Placeholder 3"/>
          <p:cNvSpPr>
            <a:spLocks noGrp="1"/>
          </p:cNvSpPr>
          <p:nvPr>
            <p:ph idx="12"/>
          </p:nvPr>
        </p:nvSpPr>
        <p:spPr/>
        <p:txBody>
          <a:bodyPr wrap="square"/>
          <a:lstStyle/>
          <a:p>
            <a:pPr>
              <a:spcAft>
                <a:spcPts val="700"/>
              </a:spcAft>
              <a:defRPr sz="1500">
                <a:solidFill>
                  <a:srgbClr val="142337"/>
                </a:solidFill>
                <a:latin typeface="Arial"/>
              </a:defRPr>
            </a:pPr>
            <a:r>
              <a:t>Saisir un dossier</a:t>
            </a:r>
          </a:p>
          <a:p>
            <a:pPr>
              <a:spcAft>
                <a:spcPts val="700"/>
              </a:spcAft>
              <a:defRPr sz="1500">
                <a:solidFill>
                  <a:srgbClr val="142337"/>
                </a:solidFill>
                <a:latin typeface="Arial"/>
              </a:defRPr>
            </a:pPr>
            <a:r>
              <a:t>Lancer une prédiction</a:t>
            </a:r>
          </a:p>
          <a:p>
            <a:pPr>
              <a:spcAft>
                <a:spcPts val="700"/>
              </a:spcAft>
              <a:defRPr sz="1500">
                <a:solidFill>
                  <a:srgbClr val="142337"/>
                </a:solidFill>
                <a:latin typeface="Arial"/>
              </a:defRPr>
            </a:pPr>
            <a:r>
              <a:t>Visualiser classe et confiance</a:t>
            </a:r>
          </a:p>
          <a:p>
            <a:pPr>
              <a:spcAft>
                <a:spcPts val="700"/>
              </a:spcAft>
              <a:defRPr sz="1500">
                <a:solidFill>
                  <a:srgbClr val="142337"/>
                </a:solidFill>
                <a:latin typeface="Arial"/>
              </a:defRPr>
            </a:pPr>
            <a:r>
              <a:t>Voir le statut de revue humaine</a:t>
            </a:r>
          </a:p>
          <a:p>
            <a:pPr>
              <a:spcAft>
                <a:spcPts val="700"/>
              </a:spcAft>
              <a:defRPr sz="1500">
                <a:solidFill>
                  <a:srgbClr val="142337"/>
                </a:solidFill>
                <a:latin typeface="Arial"/>
              </a:defRPr>
            </a:pPr>
            <a:r>
              <a:t>Consulter l’historique</a:t>
            </a:r>
          </a:p>
          <a:p>
            <a:pPr>
              <a:spcAft>
                <a:spcPts val="700"/>
              </a:spcAft>
              <a:defRPr sz="1500">
                <a:solidFill>
                  <a:srgbClr val="142337"/>
                </a:solidFill>
                <a:latin typeface="Arial"/>
              </a:defRPr>
            </a:pPr>
            <a:r>
              <a:t>Déclencher retrain ou rollback contrôlé</a:t>
            </a:r>
          </a:p>
        </p:txBody>
      </p:sp>
      <p:sp>
        <p:nvSpPr>
          <p:cNvPr id="5" name="Content Placeholder 4"/>
          <p:cNvSpPr>
            <a:spLocks noGrp="1"/>
          </p:cNvSpPr>
          <p:nvPr>
            <p:ph idx="13"/>
          </p:nvPr>
        </p:nvSpPr>
        <p:spPr/>
        <p:txBody>
          <a:bodyPr/>
          <a:lstStyle/>
          <a:p>
            <a:endParaRPr/>
          </a:p>
        </p:txBody>
      </p:sp>
      <p:sp>
        <p:nvSpPr>
          <p:cNvPr id="6" name="Rounded Rectangle 5"/>
          <p:cNvSpPr/>
          <p:nvPr/>
        </p:nvSpPr>
        <p:spPr>
          <a:xfrm>
            <a:off x="6720840" y="1874519"/>
            <a:ext cx="4663440" cy="3474720"/>
          </a:xfrm>
          <a:prstGeom prst="roundRect">
            <a:avLst/>
          </a:prstGeom>
          <a:solidFill>
            <a:srgbClr val="F2F5F8"/>
          </a:solidFill>
          <a:ln>
            <a:solidFill>
              <a:srgbClr val="B4C3D2"/>
            </a:solidFill>
            <a:prstDash val="sys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0">
                <a:solidFill>
                  <a:srgbClr val="5C6978"/>
                </a:solidFill>
                <a:latin typeface="Arial"/>
              </a:defRPr>
            </a:pPr>
            <a:r>
              <a:t>Captures UI à insérer</a:t>
            </a:r>
            <a:br/>
            <a:r>
              <a:t>ui-homepage.png</a:t>
            </a:r>
            <a:br/>
            <a:r>
              <a:t>ui-prediction-result.png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L’architecture relie usage, observation et réversibilité</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Chaque prédiction reste rattachée à un modèle et à une trace</a:t>
            </a:r>
          </a:p>
        </p:txBody>
      </p:sp>
      <p:sp>
        <p:nvSpPr>
          <p:cNvPr id="5" name="Rounded Rectangle 4"/>
          <p:cNvSpPr/>
          <p:nvPr/>
        </p:nvSpPr>
        <p:spPr>
          <a:xfrm>
            <a:off x="411480" y="1828800"/>
            <a:ext cx="1371600" cy="777240"/>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UI</a:t>
            </a:r>
            <a:br/>
            <a:r>
              <a:t>conseiller</a:t>
            </a:r>
          </a:p>
        </p:txBody>
      </p:sp>
      <p:sp>
        <p:nvSpPr>
          <p:cNvPr id="6" name="Rounded Rectangle 5"/>
          <p:cNvSpPr/>
          <p:nvPr/>
        </p:nvSpPr>
        <p:spPr>
          <a:xfrm>
            <a:off x="2148840" y="1828800"/>
            <a:ext cx="1371600" cy="77724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API</a:t>
            </a:r>
            <a:br/>
            <a:r>
              <a:t>FastAPI</a:t>
            </a:r>
          </a:p>
        </p:txBody>
      </p:sp>
      <p:sp>
        <p:nvSpPr>
          <p:cNvPr id="7" name="Rounded Rectangle 6"/>
          <p:cNvSpPr/>
          <p:nvPr/>
        </p:nvSpPr>
        <p:spPr>
          <a:xfrm>
            <a:off x="3886200" y="1828800"/>
            <a:ext cx="1371600" cy="777240"/>
          </a:xfrm>
          <a:prstGeom prst="roundRect">
            <a:avLst/>
          </a:prstGeom>
          <a:solidFill>
            <a:srgbClr val="644BAA"/>
          </a:solidFill>
          <a:ln>
            <a:solidFill>
              <a:srgbClr val="644B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Modèle</a:t>
            </a:r>
            <a:br/>
            <a:r>
              <a:t>S2</a:t>
            </a:r>
          </a:p>
        </p:txBody>
      </p:sp>
      <p:sp>
        <p:nvSpPr>
          <p:cNvPr id="8" name="Rounded Rectangle 7"/>
          <p:cNvSpPr/>
          <p:nvPr/>
        </p:nvSpPr>
        <p:spPr>
          <a:xfrm>
            <a:off x="5623560" y="1143000"/>
            <a:ext cx="1417320" cy="777240"/>
          </a:xfrm>
          <a:prstGeom prst="roundRect">
            <a:avLst/>
          </a:prstGeom>
          <a:solidFill>
            <a:srgbClr val="5C6978"/>
          </a:solidFill>
          <a:ln>
            <a:solidFill>
              <a:srgbClr val="5C697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Logs</a:t>
            </a:r>
            <a:br/>
            <a:r>
              <a:t>JSONL</a:t>
            </a:r>
          </a:p>
        </p:txBody>
      </p:sp>
      <p:sp>
        <p:nvSpPr>
          <p:cNvPr id="9" name="Rounded Rectangle 8"/>
          <p:cNvSpPr/>
          <p:nvPr/>
        </p:nvSpPr>
        <p:spPr>
          <a:xfrm>
            <a:off x="5623560" y="2514600"/>
            <a:ext cx="1417320" cy="777240"/>
          </a:xfrm>
          <a:prstGeom prst="roundRect">
            <a:avLst/>
          </a:prstGeom>
          <a:solidFill>
            <a:srgbClr val="EB7332"/>
          </a:solidFill>
          <a:ln>
            <a:solidFill>
              <a:srgbClr val="EB73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Feedback</a:t>
            </a:r>
            <a:br/>
            <a:r>
              <a:t>SQLite</a:t>
            </a:r>
          </a:p>
        </p:txBody>
      </p:sp>
      <p:sp>
        <p:nvSpPr>
          <p:cNvPr id="10" name="Rounded Rectangle 9"/>
          <p:cNvSpPr/>
          <p:nvPr/>
        </p:nvSpPr>
        <p:spPr>
          <a:xfrm>
            <a:off x="7452360" y="1828800"/>
            <a:ext cx="1417320" cy="777240"/>
          </a:xfrm>
          <a:prstGeom prst="roundRect">
            <a:avLst/>
          </a:prstGeom>
          <a:solidFill>
            <a:srgbClr val="34965F"/>
          </a:solidFill>
          <a:ln>
            <a:solidFill>
              <a:srgbClr val="3496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Retrain</a:t>
            </a:r>
            <a:br/>
            <a:r>
              <a:t>contrôlé</a:t>
            </a:r>
          </a:p>
        </p:txBody>
      </p:sp>
      <p:sp>
        <p:nvSpPr>
          <p:cNvPr id="11" name="Rounded Rectangle 10"/>
          <p:cNvSpPr/>
          <p:nvPr/>
        </p:nvSpPr>
        <p:spPr>
          <a:xfrm>
            <a:off x="9372600" y="1143000"/>
            <a:ext cx="1600200" cy="777240"/>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Prometheus</a:t>
            </a:r>
            <a:br/>
            <a:r>
              <a:t>Grafana</a:t>
            </a:r>
          </a:p>
        </p:txBody>
      </p:sp>
      <p:sp>
        <p:nvSpPr>
          <p:cNvPr id="12" name="Rounded Rectangle 11"/>
          <p:cNvSpPr/>
          <p:nvPr/>
        </p:nvSpPr>
        <p:spPr>
          <a:xfrm>
            <a:off x="9372600" y="2514600"/>
            <a:ext cx="1600200" cy="777240"/>
          </a:xfrm>
          <a:prstGeom prst="roundRect">
            <a:avLst/>
          </a:prstGeom>
          <a:solidFill>
            <a:srgbClr val="644BAA"/>
          </a:solidFill>
          <a:ln>
            <a:solidFill>
              <a:srgbClr val="644B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MLflow</a:t>
            </a:r>
            <a:br/>
            <a:r>
              <a:t>tracking</a:t>
            </a:r>
          </a:p>
        </p:txBody>
      </p:sp>
      <p:sp>
        <p:nvSpPr>
          <p:cNvPr id="13" name="Right Arrow 12"/>
          <p:cNvSpPr/>
          <p:nvPr/>
        </p:nvSpPr>
        <p:spPr>
          <a:xfrm>
            <a:off x="1783080" y="2075688"/>
            <a:ext cx="292608"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13"/>
          <p:cNvSpPr/>
          <p:nvPr/>
        </p:nvSpPr>
        <p:spPr>
          <a:xfrm>
            <a:off x="3520440" y="2075688"/>
            <a:ext cx="292608"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5257800" y="1389888"/>
            <a:ext cx="292608"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a:off x="5257800" y="2761488"/>
            <a:ext cx="292608"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7086600" y="2075688"/>
            <a:ext cx="292608"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ight Arrow 17"/>
          <p:cNvSpPr/>
          <p:nvPr/>
        </p:nvSpPr>
        <p:spPr>
          <a:xfrm>
            <a:off x="8915400" y="1389888"/>
            <a:ext cx="292608"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8915400" y="2761488"/>
            <a:ext cx="292608"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828800" y="4160520"/>
            <a:ext cx="8412480" cy="685800"/>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42337"/>
                </a:solidFill>
                <a:latin typeface="Arial"/>
              </a:defRPr>
            </a:pPr>
            <a:r>
              <a:t>Artefact versionné • logs d’inférence et de retrain • feedback séparé • promotion ou rejet • rollback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 monitoring distingue santé du service et comportement du modèle</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Prometheus et Grafana donnent une vue opérationnelle continue</a:t>
            </a:r>
          </a:p>
        </p:txBody>
      </p:sp>
      <p:sp>
        <p:nvSpPr>
          <p:cNvPr id="4" name="Text Placeholder 3"/>
          <p:cNvSpPr>
            <a:spLocks noGrp="1"/>
          </p:cNvSpPr>
          <p:nvPr>
            <p:ph type="body" sz="quarter" idx="21"/>
          </p:nvPr>
        </p:nvSpPr>
        <p:spPr/>
        <p:txBody>
          <a:bodyPr wrap="square" lIns="127000" tIns="63500" rIns="101600" bIns="50800"/>
          <a:lstStyle/>
          <a:p>
            <a:pPr>
              <a:spcAft>
                <a:spcPts val="500"/>
              </a:spcAft>
              <a:defRPr sz="1700" b="1">
                <a:solidFill>
                  <a:srgbClr val="005FB8"/>
                </a:solidFill>
                <a:latin typeface="Arial"/>
              </a:defRPr>
            </a:pPr>
            <a:r>
              <a:t>Activité</a:t>
            </a:r>
          </a:p>
        </p:txBody>
      </p:sp>
      <p:sp>
        <p:nvSpPr>
          <p:cNvPr id="5" name="Text Placeholder 4"/>
          <p:cNvSpPr>
            <a:spLocks noGrp="1"/>
          </p:cNvSpPr>
          <p:nvPr>
            <p:ph type="body" sz="quarter" idx="13"/>
          </p:nvPr>
        </p:nvSpPr>
        <p:spPr/>
        <p:txBody>
          <a:bodyPr wrap="square" lIns="127000" tIns="63500" rIns="101600" bIns="50800"/>
          <a:lstStyle/>
          <a:p>
            <a:pPr>
              <a:spcAft>
                <a:spcPts val="500"/>
              </a:spcAft>
              <a:defRPr sz="1500" b="0">
                <a:solidFill>
                  <a:srgbClr val="142337"/>
                </a:solidFill>
                <a:latin typeface="Arial"/>
              </a:defRPr>
            </a:pPr>
            <a:r>
              <a:t>Volume de prédictions</a:t>
            </a:r>
            <a:br/>
            <a:r>
              <a:t>Classes prédites</a:t>
            </a:r>
            <a:br/>
            <a:r>
              <a:t>Événements de retrain</a:t>
            </a:r>
          </a:p>
        </p:txBody>
      </p:sp>
      <p:sp>
        <p:nvSpPr>
          <p:cNvPr id="6" name="Text Placeholder 5"/>
          <p:cNvSpPr>
            <a:spLocks noGrp="1"/>
          </p:cNvSpPr>
          <p:nvPr>
            <p:ph type="body" sz="quarter" idx="19"/>
          </p:nvPr>
        </p:nvSpPr>
        <p:spPr/>
        <p:txBody>
          <a:bodyPr wrap="square" lIns="127000" tIns="63500" rIns="101600" bIns="50800"/>
          <a:lstStyle/>
          <a:p>
            <a:pPr>
              <a:spcAft>
                <a:spcPts val="500"/>
              </a:spcAft>
              <a:defRPr sz="1700" b="1">
                <a:solidFill>
                  <a:srgbClr val="005FB8"/>
                </a:solidFill>
                <a:latin typeface="Arial"/>
              </a:defRPr>
            </a:pPr>
            <a:r>
              <a:t>Comportement</a:t>
            </a:r>
          </a:p>
        </p:txBody>
      </p:sp>
      <p:sp>
        <p:nvSpPr>
          <p:cNvPr id="7" name="Text Placeholder 6"/>
          <p:cNvSpPr>
            <a:spLocks noGrp="1"/>
          </p:cNvSpPr>
          <p:nvPr>
            <p:ph type="body" sz="quarter" idx="15"/>
          </p:nvPr>
        </p:nvSpPr>
        <p:spPr/>
        <p:txBody>
          <a:bodyPr wrap="square" lIns="127000" tIns="63500" rIns="101600" bIns="50800"/>
          <a:lstStyle/>
          <a:p>
            <a:pPr>
              <a:spcAft>
                <a:spcPts val="500"/>
              </a:spcAft>
              <a:defRPr sz="1500" b="0">
                <a:solidFill>
                  <a:srgbClr val="142337"/>
                </a:solidFill>
                <a:latin typeface="Arial"/>
              </a:defRPr>
            </a:pPr>
            <a:r>
              <a:t>Distribution des confiances</a:t>
            </a:r>
            <a:br/>
            <a:r>
              <a:t>Taux d’abstention</a:t>
            </a:r>
          </a:p>
        </p:txBody>
      </p:sp>
      <p:sp>
        <p:nvSpPr>
          <p:cNvPr id="8" name="Text Placeholder 7"/>
          <p:cNvSpPr>
            <a:spLocks noGrp="1"/>
          </p:cNvSpPr>
          <p:nvPr>
            <p:ph type="body" sz="quarter" idx="20"/>
          </p:nvPr>
        </p:nvSpPr>
        <p:spPr/>
        <p:txBody>
          <a:bodyPr wrap="square" lIns="127000" tIns="63500" rIns="101600" bIns="50800"/>
          <a:lstStyle/>
          <a:p>
            <a:pPr>
              <a:spcAft>
                <a:spcPts val="500"/>
              </a:spcAft>
              <a:defRPr sz="1700" b="1">
                <a:solidFill>
                  <a:srgbClr val="005FB8"/>
                </a:solidFill>
                <a:latin typeface="Arial"/>
              </a:defRPr>
            </a:pPr>
            <a:r>
              <a:t>Fiabilité</a:t>
            </a:r>
          </a:p>
        </p:txBody>
      </p:sp>
      <p:sp>
        <p:nvSpPr>
          <p:cNvPr id="9" name="Text Placeholder 8"/>
          <p:cNvSpPr>
            <a:spLocks noGrp="1"/>
          </p:cNvSpPr>
          <p:nvPr>
            <p:ph type="body" sz="quarter" idx="17"/>
          </p:nvPr>
        </p:nvSpPr>
        <p:spPr/>
        <p:txBody>
          <a:bodyPr wrap="square" lIns="127000" tIns="63500" rIns="101600" bIns="50800"/>
          <a:lstStyle/>
          <a:p>
            <a:pPr>
              <a:spcAft>
                <a:spcPts val="500"/>
              </a:spcAft>
              <a:defRPr sz="1500" b="0">
                <a:solidFill>
                  <a:srgbClr val="142337"/>
                </a:solidFill>
                <a:latin typeface="Arial"/>
              </a:defRPr>
            </a:pPr>
            <a:r>
              <a:t>Latence API</a:t>
            </a:r>
            <a:br/>
            <a:r>
              <a:t>Erreurs HTTP</a:t>
            </a:r>
            <a:br/>
            <a:r>
              <a:t>Disponibilité des cibles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MLflow permet de reconstruire l’histoire d’un modèle</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Chaque promotion ou rejet reste explicable</a:t>
            </a:r>
          </a:p>
        </p:txBody>
      </p:sp>
      <p:sp>
        <p:nvSpPr>
          <p:cNvPr id="4" name="Content Placeholder 3"/>
          <p:cNvSpPr>
            <a:spLocks noGrp="1"/>
          </p:cNvSpPr>
          <p:nvPr>
            <p:ph idx="12"/>
          </p:nvPr>
        </p:nvSpPr>
        <p:spPr/>
        <p:txBody>
          <a:bodyPr wrap="square"/>
          <a:lstStyle/>
          <a:p>
            <a:pPr>
              <a:spcAft>
                <a:spcPts val="700"/>
              </a:spcAft>
              <a:defRPr sz="1600">
                <a:solidFill>
                  <a:srgbClr val="142337"/>
                </a:solidFill>
                <a:latin typeface="Arial"/>
              </a:defRPr>
            </a:pPr>
            <a:r>
              <a:t>Paramètres d’entraînement</a:t>
            </a:r>
          </a:p>
          <a:p>
            <a:pPr>
              <a:spcAft>
                <a:spcPts val="700"/>
              </a:spcAft>
              <a:defRPr sz="1600">
                <a:solidFill>
                  <a:srgbClr val="142337"/>
                </a:solidFill>
                <a:latin typeface="Arial"/>
              </a:defRPr>
            </a:pPr>
            <a:r>
              <a:t>Métriques</a:t>
            </a:r>
          </a:p>
          <a:p>
            <a:pPr>
              <a:spcAft>
                <a:spcPts val="700"/>
              </a:spcAft>
              <a:defRPr sz="1600">
                <a:solidFill>
                  <a:srgbClr val="142337"/>
                </a:solidFill>
                <a:latin typeface="Arial"/>
              </a:defRPr>
            </a:pPr>
            <a:r>
              <a:t>Features utilisées</a:t>
            </a:r>
          </a:p>
          <a:p>
            <a:pPr>
              <a:spcAft>
                <a:spcPts val="700"/>
              </a:spcAft>
              <a:defRPr sz="1600">
                <a:solidFill>
                  <a:srgbClr val="142337"/>
                </a:solidFill>
                <a:latin typeface="Arial"/>
              </a:defRPr>
            </a:pPr>
            <a:r>
              <a:t>Artefacts du modèle</a:t>
            </a:r>
          </a:p>
          <a:p>
            <a:pPr>
              <a:spcAft>
                <a:spcPts val="700"/>
              </a:spcAft>
              <a:defRPr sz="1600">
                <a:solidFill>
                  <a:srgbClr val="142337"/>
                </a:solidFill>
                <a:latin typeface="Arial"/>
              </a:defRPr>
            </a:pPr>
            <a:r>
              <a:t>Identifiant du run</a:t>
            </a:r>
          </a:p>
          <a:p>
            <a:pPr>
              <a:spcAft>
                <a:spcPts val="700"/>
              </a:spcAft>
              <a:defRPr sz="1600">
                <a:solidFill>
                  <a:srgbClr val="142337"/>
                </a:solidFill>
                <a:latin typeface="Arial"/>
              </a:defRPr>
            </a:pPr>
            <a:r>
              <a:t>Décision de promotion ou de rejet</a:t>
            </a:r>
          </a:p>
        </p:txBody>
      </p:sp>
      <p:sp>
        <p:nvSpPr>
          <p:cNvPr id="5" name="Content Placeholder 4"/>
          <p:cNvSpPr>
            <a:spLocks noGrp="1"/>
          </p:cNvSpPr>
          <p:nvPr>
            <p:ph idx="13"/>
          </p:nvPr>
        </p:nvSpPr>
        <p:spPr/>
        <p:txBody>
          <a:bodyPr/>
          <a:lstStyle/>
          <a:p>
            <a:endParaRPr/>
          </a:p>
        </p:txBody>
      </p:sp>
      <p:sp>
        <p:nvSpPr>
          <p:cNvPr id="6" name="Rounded Rectangle 5"/>
          <p:cNvSpPr/>
          <p:nvPr/>
        </p:nvSpPr>
        <p:spPr>
          <a:xfrm>
            <a:off x="6720840" y="1874519"/>
            <a:ext cx="4663440" cy="3474720"/>
          </a:xfrm>
          <a:prstGeom prst="roundRect">
            <a:avLst/>
          </a:prstGeom>
          <a:solidFill>
            <a:srgbClr val="F2F5F8"/>
          </a:solidFill>
          <a:ln>
            <a:solidFill>
              <a:srgbClr val="B4C3D2"/>
            </a:solidFill>
            <a:prstDash val="sys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0">
                <a:solidFill>
                  <a:srgbClr val="5C6978"/>
                </a:solidFill>
                <a:latin typeface="Arial"/>
              </a:defRPr>
            </a:pPr>
            <a:r>
              <a:t>Capture MLflow à insérer</a:t>
            </a:r>
            <a:br/>
            <a:r>
              <a:t>Liste des runs • comparaison candidat / production • métriques • artefact promu</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624" y="291451"/>
            <a:ext cx="11435390" cy="912315"/>
          </a:xfrm>
        </p:spPr>
        <p:txBody>
          <a:bodyPr wrap="square" lIns="127000" tIns="63500" rIns="101600" bIns="50800"/>
          <a:lstStyle/>
          <a:p>
            <a:pPr>
              <a:spcAft>
                <a:spcPts val="500"/>
              </a:spcAft>
              <a:defRPr sz="2600" b="1">
                <a:solidFill>
                  <a:srgbClr val="142337"/>
                </a:solidFill>
                <a:latin typeface="Arial"/>
              </a:defRPr>
            </a:pPr>
            <a:r>
              <a:t>La boucle d’amélioration apprend du terrain sans promotion automatique</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Feedback, comparaison, promotion et rollback restent contrôlés</a:t>
            </a:r>
          </a:p>
        </p:txBody>
      </p:sp>
      <p:sp>
        <p:nvSpPr>
          <p:cNvPr id="5" name="Rounded Rectangle 4"/>
          <p:cNvSpPr/>
          <p:nvPr/>
        </p:nvSpPr>
        <p:spPr>
          <a:xfrm>
            <a:off x="320040" y="1691640"/>
            <a:ext cx="1463040" cy="502920"/>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Conseiller</a:t>
            </a:r>
          </a:p>
        </p:txBody>
      </p:sp>
      <p:sp>
        <p:nvSpPr>
          <p:cNvPr id="6" name="Rounded Rectangle 5"/>
          <p:cNvSpPr/>
          <p:nvPr/>
        </p:nvSpPr>
        <p:spPr>
          <a:xfrm>
            <a:off x="2240280" y="1691640"/>
            <a:ext cx="1463040" cy="502920"/>
          </a:xfrm>
          <a:prstGeom prst="round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API</a:t>
            </a:r>
          </a:p>
        </p:txBody>
      </p:sp>
      <p:sp>
        <p:nvSpPr>
          <p:cNvPr id="7" name="Rounded Rectangle 6"/>
          <p:cNvSpPr/>
          <p:nvPr/>
        </p:nvSpPr>
        <p:spPr>
          <a:xfrm>
            <a:off x="4160520" y="1691640"/>
            <a:ext cx="1463040" cy="502920"/>
          </a:xfrm>
          <a:prstGeom prst="roundRect">
            <a:avLst/>
          </a:prstGeom>
          <a:solidFill>
            <a:srgbClr val="EB7332"/>
          </a:solidFill>
          <a:ln>
            <a:solidFill>
              <a:srgbClr val="EB73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Feedback</a:t>
            </a:r>
          </a:p>
        </p:txBody>
      </p:sp>
      <p:sp>
        <p:nvSpPr>
          <p:cNvPr id="8" name="Rounded Rectangle 7"/>
          <p:cNvSpPr/>
          <p:nvPr/>
        </p:nvSpPr>
        <p:spPr>
          <a:xfrm>
            <a:off x="6080760" y="1691640"/>
            <a:ext cx="1463040" cy="502920"/>
          </a:xfrm>
          <a:prstGeom prst="roundRect">
            <a:avLst/>
          </a:prstGeom>
          <a:solidFill>
            <a:srgbClr val="34965F"/>
          </a:solidFill>
          <a:ln>
            <a:solidFill>
              <a:srgbClr val="3496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Retrain</a:t>
            </a:r>
          </a:p>
        </p:txBody>
      </p:sp>
      <p:sp>
        <p:nvSpPr>
          <p:cNvPr id="9" name="Rounded Rectangle 8"/>
          <p:cNvSpPr/>
          <p:nvPr/>
        </p:nvSpPr>
        <p:spPr>
          <a:xfrm>
            <a:off x="8001000" y="1691640"/>
            <a:ext cx="1463040" cy="502920"/>
          </a:xfrm>
          <a:prstGeom prst="roundRect">
            <a:avLst/>
          </a:prstGeom>
          <a:solidFill>
            <a:srgbClr val="644BAA"/>
          </a:solidFill>
          <a:ln>
            <a:solidFill>
              <a:srgbClr val="644B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Promotion</a:t>
            </a:r>
          </a:p>
        </p:txBody>
      </p:sp>
      <p:sp>
        <p:nvSpPr>
          <p:cNvPr id="10" name="Rounded Rectangle 9"/>
          <p:cNvSpPr/>
          <p:nvPr/>
        </p:nvSpPr>
        <p:spPr>
          <a:xfrm>
            <a:off x="9921240" y="1691640"/>
            <a:ext cx="1463040" cy="502920"/>
          </a:xfrm>
          <a:prstGeom prst="roundRect">
            <a:avLst/>
          </a:prstGeom>
          <a:solidFill>
            <a:srgbClr val="142337"/>
          </a:solidFill>
          <a:ln>
            <a:solidFill>
              <a:srgbClr val="1423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Modèle actif</a:t>
            </a:r>
          </a:p>
        </p:txBody>
      </p:sp>
      <p:sp>
        <p:nvSpPr>
          <p:cNvPr id="11" name="Right Arrow 10"/>
          <p:cNvSpPr/>
          <p:nvPr/>
        </p:nvSpPr>
        <p:spPr>
          <a:xfrm>
            <a:off x="1783080" y="1828800"/>
            <a:ext cx="320040"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94360" y="2514600"/>
            <a:ext cx="1828800" cy="475488"/>
          </a:xfrm>
          <a:prstGeom prst="roundRect">
            <a:avLst/>
          </a:prstGeom>
          <a:solidFill>
            <a:srgbClr val="F2F5F8"/>
          </a:solidFill>
          <a:ln>
            <a:solidFill>
              <a:srgbClr val="F2F5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142337"/>
                </a:solidFill>
                <a:latin typeface="Arial"/>
              </a:defRPr>
            </a:pPr>
            <a:r>
              <a:t>Prédiction</a:t>
            </a:r>
          </a:p>
        </p:txBody>
      </p:sp>
      <p:sp>
        <p:nvSpPr>
          <p:cNvPr id="13" name="Right Arrow 12"/>
          <p:cNvSpPr/>
          <p:nvPr/>
        </p:nvSpPr>
        <p:spPr>
          <a:xfrm>
            <a:off x="3703320" y="1828800"/>
            <a:ext cx="320040"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514600" y="2514600"/>
            <a:ext cx="1828800" cy="475488"/>
          </a:xfrm>
          <a:prstGeom prst="roundRect">
            <a:avLst/>
          </a:prstGeom>
          <a:solidFill>
            <a:srgbClr val="F2F5F8"/>
          </a:solidFill>
          <a:ln>
            <a:solidFill>
              <a:srgbClr val="F2F5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142337"/>
                </a:solidFill>
                <a:latin typeface="Arial"/>
              </a:defRPr>
            </a:pPr>
            <a:r>
              <a:t>Classe + request_id</a:t>
            </a:r>
          </a:p>
        </p:txBody>
      </p:sp>
      <p:sp>
        <p:nvSpPr>
          <p:cNvPr id="15" name="Right Arrow 14"/>
          <p:cNvSpPr/>
          <p:nvPr/>
        </p:nvSpPr>
        <p:spPr>
          <a:xfrm>
            <a:off x="5623560" y="1828800"/>
            <a:ext cx="320040"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434840" y="2514600"/>
            <a:ext cx="1828800" cy="475488"/>
          </a:xfrm>
          <a:prstGeom prst="roundRect">
            <a:avLst/>
          </a:prstGeom>
          <a:solidFill>
            <a:srgbClr val="F2F5F8"/>
          </a:solidFill>
          <a:ln>
            <a:solidFill>
              <a:srgbClr val="F2F5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142337"/>
                </a:solidFill>
                <a:latin typeface="Arial"/>
              </a:defRPr>
            </a:pPr>
            <a:r>
              <a:t>Feedback réel</a:t>
            </a:r>
          </a:p>
        </p:txBody>
      </p:sp>
      <p:sp>
        <p:nvSpPr>
          <p:cNvPr id="17" name="Right Arrow 16"/>
          <p:cNvSpPr/>
          <p:nvPr/>
        </p:nvSpPr>
        <p:spPr>
          <a:xfrm>
            <a:off x="7543800" y="1828800"/>
            <a:ext cx="320040"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355080" y="2514600"/>
            <a:ext cx="1828800" cy="475488"/>
          </a:xfrm>
          <a:prstGeom prst="roundRect">
            <a:avLst/>
          </a:prstGeom>
          <a:solidFill>
            <a:srgbClr val="F2F5F8"/>
          </a:solidFill>
          <a:ln>
            <a:solidFill>
              <a:srgbClr val="F2F5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142337"/>
                </a:solidFill>
                <a:latin typeface="Arial"/>
              </a:defRPr>
            </a:pPr>
            <a:r>
              <a:t>Candidat</a:t>
            </a:r>
          </a:p>
        </p:txBody>
      </p:sp>
      <p:sp>
        <p:nvSpPr>
          <p:cNvPr id="19" name="Right Arrow 18"/>
          <p:cNvSpPr/>
          <p:nvPr/>
        </p:nvSpPr>
        <p:spPr>
          <a:xfrm>
            <a:off x="9464040" y="1828800"/>
            <a:ext cx="320040" cy="219456"/>
          </a:xfrm>
          <a:prstGeom prst="rightArrow">
            <a:avLst/>
          </a:prstGeom>
          <a:solidFill>
            <a:srgbClr val="5C6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275320" y="2514600"/>
            <a:ext cx="1828800" cy="475488"/>
          </a:xfrm>
          <a:prstGeom prst="roundRect">
            <a:avLst/>
          </a:prstGeom>
          <a:solidFill>
            <a:srgbClr val="F2F5F8"/>
          </a:solidFill>
          <a:ln>
            <a:solidFill>
              <a:srgbClr val="F2F5F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142337"/>
                </a:solidFill>
                <a:latin typeface="Arial"/>
              </a:defRPr>
            </a:pPr>
            <a:r>
              <a:t>Comparer sur reference_set</a:t>
            </a:r>
          </a:p>
        </p:txBody>
      </p:sp>
      <p:sp>
        <p:nvSpPr>
          <p:cNvPr id="21" name="Rounded Rectangle 20"/>
          <p:cNvSpPr/>
          <p:nvPr/>
        </p:nvSpPr>
        <p:spPr>
          <a:xfrm>
            <a:off x="914400" y="3886200"/>
            <a:ext cx="10058400" cy="777240"/>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42337"/>
                </a:solidFill>
                <a:latin typeface="Arial"/>
              </a:defRPr>
            </a:pPr>
            <a:r>
              <a:t>Recall classe 2 prioritaire • candidat rejeté = production inchangée • promotion = ancien modèle archivé • rollback disponible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Docker et CI/CD rendent la chaîne répétable</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Le livrable dépasse le notebook local</a:t>
            </a:r>
          </a:p>
        </p:txBody>
      </p:sp>
      <p:sp>
        <p:nvSpPr>
          <p:cNvPr id="4" name="Content Placeholder 3"/>
          <p:cNvSpPr>
            <a:spLocks noGrp="1"/>
          </p:cNvSpPr>
          <p:nvPr>
            <p:ph idx="12"/>
          </p:nvPr>
        </p:nvSpPr>
        <p:spPr/>
        <p:txBody>
          <a:bodyPr wrap="square"/>
          <a:lstStyle/>
          <a:p>
            <a:pPr>
              <a:spcAft>
                <a:spcPts val="700"/>
              </a:spcAft>
              <a:defRPr sz="1500">
                <a:solidFill>
                  <a:srgbClr val="142337"/>
                </a:solidFill>
                <a:latin typeface="Arial"/>
              </a:defRPr>
            </a:pPr>
            <a:r>
              <a:t>Docker Compose orchestre :</a:t>
            </a:r>
          </a:p>
          <a:p>
            <a:pPr>
              <a:spcAft>
                <a:spcPts val="700"/>
              </a:spcAft>
              <a:defRPr sz="1500">
                <a:solidFill>
                  <a:srgbClr val="142337"/>
                </a:solidFill>
                <a:latin typeface="Arial"/>
              </a:defRPr>
            </a:pPr>
            <a:r>
              <a:t>API</a:t>
            </a:r>
          </a:p>
          <a:p>
            <a:pPr>
              <a:spcAft>
                <a:spcPts val="700"/>
              </a:spcAft>
              <a:defRPr sz="1500">
                <a:solidFill>
                  <a:srgbClr val="142337"/>
                </a:solidFill>
                <a:latin typeface="Arial"/>
              </a:defRPr>
            </a:pPr>
            <a:r>
              <a:t>MLflow</a:t>
            </a:r>
          </a:p>
          <a:p>
            <a:pPr>
              <a:spcAft>
                <a:spcPts val="700"/>
              </a:spcAft>
              <a:defRPr sz="1500">
                <a:solidFill>
                  <a:srgbClr val="142337"/>
                </a:solidFill>
                <a:latin typeface="Arial"/>
              </a:defRPr>
            </a:pPr>
            <a:r>
              <a:t>Prometheus</a:t>
            </a:r>
          </a:p>
          <a:p>
            <a:pPr>
              <a:spcAft>
                <a:spcPts val="700"/>
              </a:spcAft>
              <a:defRPr sz="1500">
                <a:solidFill>
                  <a:srgbClr val="142337"/>
                </a:solidFill>
                <a:latin typeface="Arial"/>
              </a:defRPr>
            </a:pPr>
            <a:r>
              <a:t>Grafana</a:t>
            </a:r>
          </a:p>
          <a:p>
            <a:pPr>
              <a:spcAft>
                <a:spcPts val="700"/>
              </a:spcAft>
              <a:defRPr sz="1500">
                <a:solidFill>
                  <a:srgbClr val="142337"/>
                </a:solidFill>
                <a:latin typeface="Arial"/>
              </a:defRPr>
            </a:pPr>
            <a:r>
              <a:t>Retrain planifié</a:t>
            </a:r>
          </a:p>
        </p:txBody>
      </p:sp>
      <p:sp>
        <p:nvSpPr>
          <p:cNvPr id="5" name="Content Placeholder 4"/>
          <p:cNvSpPr>
            <a:spLocks noGrp="1"/>
          </p:cNvSpPr>
          <p:nvPr>
            <p:ph idx="13"/>
          </p:nvPr>
        </p:nvSpPr>
        <p:spPr/>
        <p:txBody>
          <a:bodyPr wrap="square"/>
          <a:lstStyle/>
          <a:p>
            <a:pPr>
              <a:spcAft>
                <a:spcPts val="700"/>
              </a:spcAft>
              <a:defRPr sz="1500">
                <a:solidFill>
                  <a:srgbClr val="142337"/>
                </a:solidFill>
                <a:latin typeface="Arial"/>
              </a:defRPr>
            </a:pPr>
            <a:r>
              <a:t>GitHub Actions automatise :</a:t>
            </a:r>
          </a:p>
          <a:p>
            <a:pPr>
              <a:spcAft>
                <a:spcPts val="700"/>
              </a:spcAft>
              <a:defRPr sz="1500">
                <a:solidFill>
                  <a:srgbClr val="142337"/>
                </a:solidFill>
                <a:latin typeface="Arial"/>
              </a:defRPr>
            </a:pPr>
            <a:r>
              <a:t>Tests et qualité</a:t>
            </a:r>
          </a:p>
          <a:p>
            <a:pPr>
              <a:spcAft>
                <a:spcPts val="700"/>
              </a:spcAft>
              <a:defRPr sz="1500">
                <a:solidFill>
                  <a:srgbClr val="142337"/>
                </a:solidFill>
                <a:latin typeface="Arial"/>
              </a:defRPr>
            </a:pPr>
            <a:r>
              <a:t>Entraînement smoke</a:t>
            </a:r>
          </a:p>
          <a:p>
            <a:pPr>
              <a:spcAft>
                <a:spcPts val="700"/>
              </a:spcAft>
              <a:defRPr sz="1500">
                <a:solidFill>
                  <a:srgbClr val="142337"/>
                </a:solidFill>
                <a:latin typeface="Arial"/>
              </a:defRPr>
            </a:pPr>
            <a:r>
              <a:t>Build Docker</a:t>
            </a:r>
          </a:p>
          <a:p>
            <a:pPr>
              <a:spcAft>
                <a:spcPts val="700"/>
              </a:spcAft>
              <a:defRPr sz="1500">
                <a:solidFill>
                  <a:srgbClr val="142337"/>
                </a:solidFill>
                <a:latin typeface="Arial"/>
              </a:defRPr>
            </a:pPr>
            <a:r>
              <a:t>Publication de l’image</a:t>
            </a:r>
          </a:p>
          <a:p>
            <a:pPr>
              <a:spcAft>
                <a:spcPts val="700"/>
              </a:spcAft>
              <a:defRPr sz="1500">
                <a:solidFill>
                  <a:srgbClr val="142337"/>
                </a:solidFill>
                <a:latin typeface="Arial"/>
              </a:defRPr>
            </a:pPr>
            <a:r>
              <a:t>Déploiement conditionnel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Les garde-fous réduisent le risque, sans supprimer les limites</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Le système reste une aide à la décision soumise à validation humaine</a:t>
            </a:r>
          </a:p>
        </p:txBody>
      </p:sp>
      <p:sp>
        <p:nvSpPr>
          <p:cNvPr id="4" name="Content Placeholder 3"/>
          <p:cNvSpPr>
            <a:spLocks noGrp="1"/>
          </p:cNvSpPr>
          <p:nvPr>
            <p:ph idx="12"/>
          </p:nvPr>
        </p:nvSpPr>
        <p:spPr/>
        <p:txBody>
          <a:bodyPr wrap="square"/>
          <a:lstStyle/>
          <a:p>
            <a:pPr>
              <a:spcAft>
                <a:spcPts val="700"/>
              </a:spcAft>
              <a:defRPr sz="1500">
                <a:solidFill>
                  <a:srgbClr val="142337"/>
                </a:solidFill>
                <a:latin typeface="Arial"/>
              </a:defRPr>
            </a:pPr>
            <a:r>
              <a:t>GARDE-FOUS</a:t>
            </a:r>
          </a:p>
          <a:p>
            <a:pPr>
              <a:spcAft>
                <a:spcPts val="700"/>
              </a:spcAft>
              <a:defRPr sz="1500">
                <a:solidFill>
                  <a:srgbClr val="142337"/>
                </a:solidFill>
                <a:latin typeface="Arial"/>
              </a:defRPr>
            </a:pPr>
            <a:r>
              <a:t>Exclusion de la nationalité</a:t>
            </a:r>
          </a:p>
          <a:p>
            <a:pPr>
              <a:spcAft>
                <a:spcPts val="700"/>
              </a:spcAft>
              <a:defRPr sz="1500">
                <a:solidFill>
                  <a:srgbClr val="142337"/>
                </a:solidFill>
                <a:latin typeface="Arial"/>
              </a:defRPr>
            </a:pPr>
            <a:r>
              <a:t>Identifiant technique séparé</a:t>
            </a:r>
          </a:p>
          <a:p>
            <a:pPr>
              <a:spcAft>
                <a:spcPts val="700"/>
              </a:spcAft>
              <a:defRPr sz="1500">
                <a:solidFill>
                  <a:srgbClr val="142337"/>
                </a:solidFill>
                <a:latin typeface="Arial"/>
              </a:defRPr>
            </a:pPr>
            <a:r>
              <a:t>Journalisation des prédictions</a:t>
            </a:r>
          </a:p>
          <a:p>
            <a:pPr>
              <a:spcAft>
                <a:spcPts val="700"/>
              </a:spcAft>
              <a:defRPr sz="1500">
                <a:solidFill>
                  <a:srgbClr val="142337"/>
                </a:solidFill>
                <a:latin typeface="Arial"/>
              </a:defRPr>
            </a:pPr>
            <a:r>
              <a:t>Revue humaine des cas incertains</a:t>
            </a:r>
          </a:p>
          <a:p>
            <a:pPr>
              <a:spcAft>
                <a:spcPts val="700"/>
              </a:spcAft>
              <a:defRPr sz="1500">
                <a:solidFill>
                  <a:srgbClr val="142337"/>
                </a:solidFill>
                <a:latin typeface="Arial"/>
              </a:defRPr>
            </a:pPr>
            <a:r>
              <a:t>Surveillance des proxys et du texte</a:t>
            </a:r>
          </a:p>
        </p:txBody>
      </p:sp>
      <p:sp>
        <p:nvSpPr>
          <p:cNvPr id="5" name="Content Placeholder 4"/>
          <p:cNvSpPr>
            <a:spLocks noGrp="1"/>
          </p:cNvSpPr>
          <p:nvPr>
            <p:ph idx="13"/>
          </p:nvPr>
        </p:nvSpPr>
        <p:spPr/>
        <p:txBody>
          <a:bodyPr wrap="square"/>
          <a:lstStyle/>
          <a:p>
            <a:pPr>
              <a:spcAft>
                <a:spcPts val="700"/>
              </a:spcAft>
              <a:defRPr sz="1500">
                <a:solidFill>
                  <a:srgbClr val="142337"/>
                </a:solidFill>
                <a:latin typeface="Arial"/>
              </a:defRPr>
            </a:pPr>
            <a:r>
              <a:t>LIMITES</a:t>
            </a:r>
          </a:p>
          <a:p>
            <a:pPr>
              <a:spcAft>
                <a:spcPts val="700"/>
              </a:spcAft>
              <a:defRPr sz="1500">
                <a:solidFill>
                  <a:srgbClr val="142337"/>
                </a:solidFill>
                <a:latin typeface="Arial"/>
              </a:defRPr>
            </a:pPr>
            <a:r>
              <a:t>Dataset de taille modérée</a:t>
            </a:r>
          </a:p>
          <a:p>
            <a:pPr>
              <a:spcAft>
                <a:spcPts val="700"/>
              </a:spcAft>
              <a:defRPr sz="1500">
                <a:solidFill>
                  <a:srgbClr val="142337"/>
                </a:solidFill>
                <a:latin typeface="Arial"/>
              </a:defRPr>
            </a:pPr>
            <a:r>
              <a:t>Classe 2 minoritaire</a:t>
            </a:r>
          </a:p>
          <a:p>
            <a:pPr>
              <a:spcAft>
                <a:spcPts val="700"/>
              </a:spcAft>
              <a:defRPr sz="1500">
                <a:solidFill>
                  <a:srgbClr val="142337"/>
                </a:solidFill>
                <a:latin typeface="Arial"/>
              </a:defRPr>
            </a:pPr>
            <a:r>
              <a:t>Faible diversité des textes</a:t>
            </a:r>
          </a:p>
          <a:p>
            <a:pPr>
              <a:spcAft>
                <a:spcPts val="700"/>
              </a:spcAft>
              <a:defRPr sz="1500">
                <a:solidFill>
                  <a:srgbClr val="142337"/>
                </a:solidFill>
                <a:latin typeface="Arial"/>
              </a:defRPr>
            </a:pPr>
            <a:r>
              <a:t>Capacité réelle des conseillers à valider</a:t>
            </a:r>
          </a:p>
          <a:p>
            <a:pPr>
              <a:spcAft>
                <a:spcPts val="700"/>
              </a:spcAft>
              <a:defRPr sz="1500">
                <a:solidFill>
                  <a:srgbClr val="142337"/>
                </a:solidFill>
                <a:latin typeface="Arial"/>
              </a:defRPr>
            </a:pPr>
            <a:r>
              <a:t>Sécurité API à durcir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Le projet livre une chaîne complète et gouvernable</a:t>
            </a:r>
          </a:p>
        </p:txBody>
      </p:sp>
      <p:sp>
        <p:nvSpPr>
          <p:cNvPr id="3" name="Text Placeholder 2"/>
          <p:cNvSpPr>
            <a:spLocks noGrp="1"/>
          </p:cNvSpPr>
          <p:nvPr>
            <p:ph type="body" sz="quarter" idx="10"/>
          </p:nvPr>
        </p:nvSpPr>
        <p:spPr/>
        <p:txBody>
          <a:bodyPr wrap="square" lIns="127000" tIns="63500" rIns="101600" bIns="50800"/>
          <a:lstStyle/>
          <a:p>
            <a:pPr>
              <a:spcAft>
                <a:spcPts val="500"/>
              </a:spcAft>
              <a:defRPr sz="1100" b="0">
                <a:solidFill>
                  <a:srgbClr val="5C6978"/>
                </a:solidFill>
                <a:latin typeface="Arial"/>
              </a:defRPr>
            </a:pPr>
            <a:r>
              <a:t>Modèle, service, observation et décision éthique sont réunis</a:t>
            </a:r>
          </a:p>
        </p:txBody>
      </p:sp>
      <p:sp>
        <p:nvSpPr>
          <p:cNvPr id="4" name="Content Placeholder 3"/>
          <p:cNvSpPr>
            <a:spLocks noGrp="1"/>
          </p:cNvSpPr>
          <p:nvPr>
            <p:ph idx="1"/>
          </p:nvPr>
        </p:nvSpPr>
        <p:spPr/>
        <p:txBody>
          <a:bodyPr/>
          <a:lstStyle/>
          <a:p>
            <a:endParaRPr/>
          </a:p>
        </p:txBody>
      </p:sp>
      <p:sp>
        <p:nvSpPr>
          <p:cNvPr id="5" name="Rounded Rectangle 4"/>
          <p:cNvSpPr/>
          <p:nvPr/>
        </p:nvSpPr>
        <p:spPr>
          <a:xfrm>
            <a:off x="502920" y="173736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Notebook exécutable</a:t>
            </a:r>
          </a:p>
        </p:txBody>
      </p:sp>
      <p:sp>
        <p:nvSpPr>
          <p:cNvPr id="6" name="Rounded Rectangle 5"/>
          <p:cNvSpPr/>
          <p:nvPr/>
        </p:nvSpPr>
        <p:spPr>
          <a:xfrm>
            <a:off x="3355848" y="173736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4 scénarios comparés</a:t>
            </a:r>
          </a:p>
        </p:txBody>
      </p:sp>
      <p:sp>
        <p:nvSpPr>
          <p:cNvPr id="7" name="Rounded Rectangle 6"/>
          <p:cNvSpPr/>
          <p:nvPr/>
        </p:nvSpPr>
        <p:spPr>
          <a:xfrm>
            <a:off x="6208776" y="173736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Choix S2 argumenté</a:t>
            </a:r>
          </a:p>
        </p:txBody>
      </p:sp>
      <p:sp>
        <p:nvSpPr>
          <p:cNvPr id="8" name="Rounded Rectangle 7"/>
          <p:cNvSpPr/>
          <p:nvPr/>
        </p:nvSpPr>
        <p:spPr>
          <a:xfrm>
            <a:off x="9061704" y="173736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Réduction des erreurs critiques</a:t>
            </a:r>
          </a:p>
        </p:txBody>
      </p:sp>
      <p:sp>
        <p:nvSpPr>
          <p:cNvPr id="9" name="Rounded Rectangle 8"/>
          <p:cNvSpPr/>
          <p:nvPr/>
        </p:nvSpPr>
        <p:spPr>
          <a:xfrm>
            <a:off x="502920" y="292608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API FastAPI</a:t>
            </a:r>
          </a:p>
        </p:txBody>
      </p:sp>
      <p:sp>
        <p:nvSpPr>
          <p:cNvPr id="10" name="Rounded Rectangle 9"/>
          <p:cNvSpPr/>
          <p:nvPr/>
        </p:nvSpPr>
        <p:spPr>
          <a:xfrm>
            <a:off x="3355848" y="292608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UI de démonstration</a:t>
            </a:r>
          </a:p>
        </p:txBody>
      </p:sp>
      <p:sp>
        <p:nvSpPr>
          <p:cNvPr id="11" name="Rounded Rectangle 10"/>
          <p:cNvSpPr/>
          <p:nvPr/>
        </p:nvSpPr>
        <p:spPr>
          <a:xfrm>
            <a:off x="6208776" y="292608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Docker Compose</a:t>
            </a:r>
          </a:p>
        </p:txBody>
      </p:sp>
      <p:sp>
        <p:nvSpPr>
          <p:cNvPr id="12" name="Rounded Rectangle 11"/>
          <p:cNvSpPr/>
          <p:nvPr/>
        </p:nvSpPr>
        <p:spPr>
          <a:xfrm>
            <a:off x="9061704" y="292608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MLflow</a:t>
            </a:r>
          </a:p>
        </p:txBody>
      </p:sp>
      <p:sp>
        <p:nvSpPr>
          <p:cNvPr id="13" name="Rounded Rectangle 12"/>
          <p:cNvSpPr/>
          <p:nvPr/>
        </p:nvSpPr>
        <p:spPr>
          <a:xfrm>
            <a:off x="502920" y="411480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Prometheus + Grafana</a:t>
            </a:r>
          </a:p>
        </p:txBody>
      </p:sp>
      <p:sp>
        <p:nvSpPr>
          <p:cNvPr id="14" name="Rounded Rectangle 13"/>
          <p:cNvSpPr/>
          <p:nvPr/>
        </p:nvSpPr>
        <p:spPr>
          <a:xfrm>
            <a:off x="3355848" y="411480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Feedback / retrain / promotion / rollback</a:t>
            </a:r>
          </a:p>
        </p:txBody>
      </p:sp>
      <p:sp>
        <p:nvSpPr>
          <p:cNvPr id="15" name="Rounded Rectangle 14"/>
          <p:cNvSpPr/>
          <p:nvPr/>
        </p:nvSpPr>
        <p:spPr>
          <a:xfrm>
            <a:off x="6208776" y="411480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CI/CD GitHub Actions</a:t>
            </a:r>
          </a:p>
        </p:txBody>
      </p:sp>
      <p:sp>
        <p:nvSpPr>
          <p:cNvPr id="16" name="Rounded Rectangle 15"/>
          <p:cNvSpPr/>
          <p:nvPr/>
        </p:nvSpPr>
        <p:spPr>
          <a:xfrm>
            <a:off x="9061704" y="4114800"/>
            <a:ext cx="2514600" cy="749808"/>
          </a:xfrm>
          <a:prstGeom prst="roundRect">
            <a:avLst/>
          </a:prstGeom>
          <a:solidFill>
            <a:srgbClr val="EBF5FB"/>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2337"/>
                </a:solidFill>
                <a:latin typeface="Arial"/>
              </a:defRPr>
            </a:pPr>
            <a:r>
              <a:t>Documentation RGPD et décisionnelle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127000" tIns="63500" rIns="101600" bIns="50800"/>
          <a:lstStyle/>
          <a:p>
            <a:pPr>
              <a:spcAft>
                <a:spcPts val="500"/>
              </a:spcAft>
              <a:defRPr sz="2600" b="1">
                <a:solidFill>
                  <a:srgbClr val="142337"/>
                </a:solidFill>
                <a:latin typeface="Arial"/>
              </a:defRPr>
            </a:pPr>
            <a:r>
              <a:t>S2 + XGBoost + escalade humaine</a:t>
            </a:r>
          </a:p>
        </p:txBody>
      </p:sp>
      <p:sp>
        <p:nvSpPr>
          <p:cNvPr id="3" name="Rounded Rectangle 2"/>
          <p:cNvSpPr/>
          <p:nvPr/>
        </p:nvSpPr>
        <p:spPr>
          <a:xfrm>
            <a:off x="1143000" y="1828800"/>
            <a:ext cx="9784080" cy="914400"/>
          </a:xfrm>
          <a:prstGeom prst="roundRect">
            <a:avLst/>
          </a:prstGeom>
          <a:solidFill>
            <a:srgbClr val="005FB8"/>
          </a:solidFill>
          <a:ln>
            <a:solidFill>
              <a:srgbClr val="005F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Arial"/>
              </a:defRPr>
            </a:pPr>
            <a:r>
              <a:t>Un système d’aide à la décision qui rend visibles ses compromis, ses limites et les conditions de son usage responsable.</a:t>
            </a:r>
          </a:p>
        </p:txBody>
      </p:sp>
      <p:sp>
        <p:nvSpPr>
          <p:cNvPr id="4" name="Rounded Rectangle 3"/>
          <p:cNvSpPr/>
          <p:nvPr/>
        </p:nvSpPr>
        <p:spPr>
          <a:xfrm>
            <a:off x="2057400" y="3154680"/>
            <a:ext cx="7955279" cy="685800"/>
          </a:xfrm>
          <a:prstGeom prst="roundRect">
            <a:avLst/>
          </a:prstGeom>
          <a:solidFill>
            <a:srgbClr val="EBF5FB"/>
          </a:solidFill>
          <a:ln>
            <a:solidFill>
              <a:srgbClr val="00AEE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142337"/>
                </a:solidFill>
                <a:latin typeface="Arial"/>
              </a:defRPr>
            </a:pPr>
            <a:r>
              <a:t>Traçable • observable • réversible • soumis à validation humaine</a:t>
            </a:r>
          </a:p>
        </p:txBody>
      </p:sp>
      <p:sp>
        <p:nvSpPr>
          <p:cNvPr id="5" name="Rounded Rectangle 4"/>
          <p:cNvSpPr/>
          <p:nvPr/>
        </p:nvSpPr>
        <p:spPr>
          <a:xfrm>
            <a:off x="4251960" y="4709160"/>
            <a:ext cx="3657600" cy="5943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005FB8"/>
                </a:solidFill>
                <a:latin typeface="Arial"/>
              </a:defRPr>
            </a:pPr>
            <a:r>
              <a:t>Questions</a:t>
            </a:r>
          </a:p>
        </p:txBody>
      </p:sp>
    </p:spTree>
  </p:cSld>
  <p:clrMapOvr>
    <a:masterClrMapping/>
  </p:clrMapOvr>
</p:sld>
</file>

<file path=ppt/theme/theme1.xml><?xml version="1.0" encoding="utf-8"?>
<a:theme xmlns:a="http://schemas.openxmlformats.org/drawingml/2006/main" name="White background">
  <a:themeElements>
    <a:clrScheme name="New Atos">
      <a:dk1>
        <a:sysClr val="windowText" lastClr="000000"/>
      </a:dk1>
      <a:lt1>
        <a:sysClr val="window" lastClr="FFFFFF"/>
      </a:lt1>
      <a:dk2>
        <a:srgbClr val="000000"/>
      </a:dk2>
      <a:lt2>
        <a:srgbClr val="FFFFFF"/>
      </a:lt2>
      <a:accent1>
        <a:srgbClr val="0073E6"/>
      </a:accent1>
      <a:accent2>
        <a:srgbClr val="3DC7FF"/>
      </a:accent2>
      <a:accent3>
        <a:srgbClr val="00005C"/>
      </a:accent3>
      <a:accent4>
        <a:srgbClr val="EF5E82"/>
      </a:accent4>
      <a:accent5>
        <a:srgbClr val="4AA82D"/>
      </a:accent5>
      <a:accent6>
        <a:srgbClr val="663894"/>
      </a:accent6>
      <a:hlink>
        <a:srgbClr val="00005C"/>
      </a:hlink>
      <a:folHlink>
        <a:srgbClr val="00005C"/>
      </a:folHlink>
    </a:clrScheme>
    <a:fontScheme name="New Atos">
      <a:majorFont>
        <a:latin typeface="Biennale Bold"/>
        <a:ea typeface=""/>
        <a:cs typeface=""/>
      </a:majorFont>
      <a:minorFont>
        <a:latin typeface="Bienna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defRPr dirty="0" err="1" smtClean="0">
            <a:solidFill>
              <a:schemeClr val="accent3"/>
            </a:solidFill>
          </a:defRPr>
        </a:defPPr>
      </a:lstStyle>
    </a:txDef>
  </a:objectDefaults>
  <a:extraClrSchemeLst/>
  <a:custClrLst>
    <a:custClr name="Atos Blue">
      <a:srgbClr val="0073E6"/>
    </a:custClr>
    <a:custClr name="Atos Light blue">
      <a:srgbClr val="3DC7FF"/>
    </a:custClr>
    <a:custClr name="Atos Deep blue">
      <a:srgbClr val="00005C"/>
    </a:custClr>
    <a:custClr name="Atos Pink">
      <a:srgbClr val="EF5E82"/>
    </a:custClr>
    <a:custClr name="Atos Green">
      <a:srgbClr val="4AA82D"/>
    </a:custClr>
    <a:custClr name="Atos Purple">
      <a:srgbClr val="663894"/>
    </a:custClr>
    <a:custClr name="Atos Orange">
      <a:srgbClr val="F56A00"/>
    </a:custClr>
  </a:custClrLst>
  <a:extLst>
    <a:ext uri="{05A4C25C-085E-4340-85A3-A5531E510DB2}">
      <thm15:themeFamily xmlns:thm15="http://schemas.microsoft.com/office/thememl/2012/main" name="Atos - for internal use" id="{3B3A3B2C-1E1C-4D91-A332-A25A85DD6C22}" vid="{4C1739FA-EE10-4216-BA2C-92595F650F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4C1A6680E41A4781F62CC101B3C49A" ma:contentTypeVersion="6" ma:contentTypeDescription="Create a new document." ma:contentTypeScope="" ma:versionID="1fca24d0af956cb6111ea2aa2c9cbd9d">
  <xsd:schema xmlns:xsd="http://www.w3.org/2001/XMLSchema" xmlns:xs="http://www.w3.org/2001/XMLSchema" xmlns:p="http://schemas.microsoft.com/office/2006/metadata/properties" xmlns:ns2="7346e314-1113-4693-bfa8-aa1e3a055fba" xmlns:ns3="4f6e62a9-eef7-483a-b511-db9ffe238984" targetNamespace="http://schemas.microsoft.com/office/2006/metadata/properties" ma:root="true" ma:fieldsID="f2a39d9c048f409ff061f494c6a3f476" ns2:_="" ns3:_="">
    <xsd:import namespace="7346e314-1113-4693-bfa8-aa1e3a055fba"/>
    <xsd:import namespace="4f6e62a9-eef7-483a-b511-db9ffe23898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46e314-1113-4693-bfa8-aa1e3a055f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f6e62a9-eef7-483a-b511-db9ffe238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B42A4F-6068-4438-A44C-29347D310AFB}">
  <ds:schemaRefs>
    <ds:schemaRef ds:uri="4f6e62a9-eef7-483a-b511-db9ffe238984"/>
    <ds:schemaRef ds:uri="7346e314-1113-4693-bfa8-aa1e3a055f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C4F2FBD-A563-4198-9C8A-256BC3F3AEF2}">
  <ds:schemaRefs>
    <ds:schemaRef ds:uri="http://schemas.microsoft.com/sharepoint/v3/contenttype/forms"/>
  </ds:schemaRefs>
</ds:datastoreItem>
</file>

<file path=customXml/itemProps3.xml><?xml version="1.0" encoding="utf-8"?>
<ds:datastoreItem xmlns:ds="http://schemas.openxmlformats.org/officeDocument/2006/customXml" ds:itemID="{BDB615C0-8708-4DB2-BAE1-29973200EB52}">
  <ds:schemaRefs>
    <ds:schemaRef ds:uri="4f6e62a9-eef7-483a-b511-db9ffe238984"/>
    <ds:schemaRef ds:uri="7346e314-1113-4693-bfa8-aa1e3a055fb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Atos - for internal use</Template>
  <TotalTime>10776</TotalTime>
  <Words>0</Words>
  <Application>Microsoft Office PowerPoint</Application>
  <PresentationFormat>Grand écran</PresentationFormat>
  <Paragraphs>0</Paragraphs>
  <Slides>22</Slides>
  <Notes>0</Notes>
  <HiddenSlides>0</HiddenSlides>
  <MMClips>0</MMClips>
  <ScaleCrop>false</ScaleCrop>
  <HeadingPairs>
    <vt:vector size="4" baseType="variant">
      <vt:variant>
        <vt:lpstr>Thème</vt:lpstr>
      </vt:variant>
      <vt:variant>
        <vt:i4>1</vt:i4>
      </vt:variant>
      <vt:variant>
        <vt:lpstr>Titres des diapositives</vt:lpstr>
      </vt:variant>
      <vt:variant>
        <vt:i4>22</vt:i4>
      </vt:variant>
    </vt:vector>
  </HeadingPairs>
  <TitlesOfParts>
    <vt:vector size="23" baseType="lpstr">
      <vt:lpstr>White background</vt:lpstr>
      <vt:lpstr>Classification multimodale</vt:lpstr>
      <vt:lpstr>Le problème métier</vt:lpstr>
      <vt:lpstr>Les données combinent tabulaire, texte et variable sensible</vt:lpstr>
      <vt:lpstr>L’EDA révèle le déséquilibre et les risques de biais</vt:lpstr>
      <vt:lpstr>Le test reste hors de la boucle de décision</vt:lpstr>
      <vt:lpstr>Quatre scénarios séparent performance et conformité</vt:lpstr>
      <vt:lpstr>Une grille de métriques relie score, risque et exploitabilité</vt:lpstr>
      <vt:lpstr>S1 maximise le score, S2 préserve un compromis défendable</vt:lpstr>
      <vt:lpstr>Le prix de la décision éthique est mesuré et assumé</vt:lpstr>
      <vt:lpstr>Un garde-fou métier complète le modèle S2</vt:lpstr>
      <vt:lpstr>Le seuil est calibré sans réutiliser le test</vt:lpstr>
      <vt:lpstr>Le choix de production privilégie un compromis contrôlable</vt:lpstr>
      <vt:lpstr>L’API transforme le pipeline en contrat de service</vt:lpstr>
      <vt:lpstr>L’interface rend l’incertitude visible au conseiller</vt:lpstr>
      <vt:lpstr>L’architecture relie usage, observation et réversibilité</vt:lpstr>
      <vt:lpstr>Le monitoring distingue santé du service et comportement du modèle</vt:lpstr>
      <vt:lpstr>MLflow permet de reconstruire l’histoire d’un modèle</vt:lpstr>
      <vt:lpstr>La boucle d’amélioration apprend du terrain sans promotion automatique</vt:lpstr>
      <vt:lpstr>Docker et CI/CD rendent la chaîne répétable</vt:lpstr>
      <vt:lpstr>Les garde-fous réduisent le risque, sans supprimer les limites</vt:lpstr>
      <vt:lpstr>Le projet livre une chaîne complète et gouvernable</vt:lpstr>
      <vt:lpstr>S2 + XGBoost + escalade humaine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Théo Capitaine</dc:creator>
  <cp:lastModifiedBy>Théo Capitaine</cp:lastModifiedBy>
  <cp:revision>13</cp:revision>
  <dcterms:created xsi:type="dcterms:W3CDTF">2026-10-04T12:22:33Z</dcterms:created>
  <dcterms:modified xsi:type="dcterms:W3CDTF">2026-10-04T12:38:43Z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um">
    <vt:lpwstr>dd/mm/yyyy</vt:lpwstr>
  </property>
  <property fmtid="{D5CDD505-2E9C-101B-9397-08002B2CF9AE}" pid="3" name="Author">
    <vt:lpwstr>Presentation Title</vt:lpwstr>
  </property>
  <property fmtid="{D5CDD505-2E9C-101B-9397-08002B2CF9AE}" pid="4" name="Classification">
    <vt:lpwstr>© Atos - for internal use</vt:lpwstr>
  </property>
  <property fmtid="{D5CDD505-2E9C-101B-9397-08002B2CF9AE}" pid="5" name="ContentTypeId">
    <vt:lpwstr>0x010100844C1A6680E41A4781F62CC101B3C49A</vt:lpwstr>
  </property>
  <property fmtid="{D5CDD505-2E9C-101B-9397-08002B2CF9AE}" pid="6" name="MSIP_Label_e463cba9-5f6c-478d-9329-7b2295e4e8ed_Enabled">
    <vt:lpwstr>true</vt:lpwstr>
  </property>
  <property fmtid="{D5CDD505-2E9C-101B-9397-08002B2CF9AE}" pid="7" name="MSIP_Label_e463cba9-5f6c-478d-9329-7b2295e4e8ed_SetDate">
    <vt:lpwstr>2026-10-04T12:22:33Z</vt:lpwstr>
  </property>
  <property fmtid="{D5CDD505-2E9C-101B-9397-08002B2CF9AE}" pid="8" name="MSIP_Label_e463cba9-5f6c-478d-9329-7b2295e4e8ed_Method">
    <vt:lpwstr>Privileged</vt:lpwstr>
  </property>
  <property fmtid="{D5CDD505-2E9C-101B-9397-08002B2CF9AE}" pid="9" name="MSIP_Label_e463cba9-5f6c-478d-9329-7b2295e4e8ed_Name">
    <vt:lpwstr>All Employees_2</vt:lpwstr>
  </property>
  <property fmtid="{D5CDD505-2E9C-101B-9397-08002B2CF9AE}" pid="10" name="MSIP_Label_e463cba9-5f6c-478d-9329-7b2295e4e8ed_SiteId">
    <vt:lpwstr>33440fc6-b7c7-412c-bb73-0e70b0198d5a</vt:lpwstr>
  </property>
  <property fmtid="{D5CDD505-2E9C-101B-9397-08002B2CF9AE}" pid="11" name="MSIP_Label_e463cba9-5f6c-478d-9329-7b2295e4e8ed_ActionId">
    <vt:lpwstr>f3077d30-5bbd-4ea4-90f4-d1428cae596c</vt:lpwstr>
  </property>
  <property fmtid="{D5CDD505-2E9C-101B-9397-08002B2CF9AE}" pid="12" name="MSIP_Label_e463cba9-5f6c-478d-9329-7b2295e4e8ed_ContentBits">
    <vt:lpwstr>0</vt:lpwstr>
  </property>
</Properties>
</file>