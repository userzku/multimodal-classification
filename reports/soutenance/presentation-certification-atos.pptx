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4"/>
  </p:sldMasterIdLst>
  <p:notesMasterIdLst>
    <p:notesMasterId r:id="rId28"/>
  </p:notesMasterIdLst>
  <p:handoutMasterIdLst>
    <p:handoutMasterId r:id="rId29"/>
  </p:handout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8" r:id="rId24"/>
    <p:sldId id="275" r:id="rId25"/>
    <p:sldId id="276" r:id="rId26"/>
    <p:sldId id="277" r:id="rId27"/>
  </p:sldIdLst>
  <p:sldSz cx="12192000" cy="6858000"/>
  <p:notesSz cx="6858000" cy="9144000"/>
  <p:embeddedFontLst>
    <p:embeddedFont>
      <p:font typeface="Biennale" pitchFamily="50" charset="0"/>
      <p:regular r:id="rId30"/>
    </p:embeddedFont>
    <p:embeddedFont>
      <p:font typeface="Biennale Bold" pitchFamily="50" charset="0"/>
      <p:bold r:id="rId3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825" userDrawn="1">
          <p15:clr>
            <a:srgbClr val="A4A3A4"/>
          </p15:clr>
        </p15:guide>
        <p15:guide id="2" pos="273" userDrawn="1">
          <p15:clr>
            <a:srgbClr val="A4A3A4"/>
          </p15:clr>
        </p15:guide>
        <p15:guide id="3" orient="horz" pos="908" userDrawn="1">
          <p15:clr>
            <a:srgbClr val="A4A3A4"/>
          </p15:clr>
        </p15:guide>
        <p15:guide id="4" pos="7414" userDrawn="1">
          <p15:clr>
            <a:srgbClr val="A4A3A4"/>
          </p15:clr>
        </p15:guide>
      </p15:sldGuideLst>
    </p:ex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F5A6D71-E4F3-21D1-830B-0C9E1F4E3726}" name="LESLIE AVEROUS" initials="LA" userId="S::leslie.averous@atos.net::8e0d0ce1-5b1f-499c-8023-f1dd738f3f1f" providerId="AD"/>
  <p188:author id="{F965DBDF-E308-8A13-02CC-8EEE06C9451B}" name="ANTON DEMASLES" initials="AD" userId="S::anton.demasles@atos.net::9ca625ab-b9fa-4fca-86f3-d6b56bf53211"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56AD"/>
    <a:srgbClr val="57ABFF"/>
    <a:srgbClr val="003A73"/>
    <a:srgbClr val="8FC7FF"/>
    <a:srgbClr val="4137FF"/>
    <a:srgbClr val="FE4D15"/>
    <a:srgbClr val="2F84BD"/>
    <a:srgbClr val="4AA82D"/>
    <a:srgbClr val="F2F2F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492FE25-5B8E-FE4E-458F-1A70B6335E6A}" v="5" dt="2026-10-04T12:27:19.028"/>
    <p1510:client id="{C83A64CE-BDA2-8F62-3B99-5FC236FDAA8A}" v="1" dt="2026-10-04T12:35:07.33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5"/>
    <p:restoredTop sz="94752"/>
  </p:normalViewPr>
  <p:slideViewPr>
    <p:cSldViewPr snapToGrid="0">
      <p:cViewPr varScale="1">
        <p:scale>
          <a:sx n="90" d="100"/>
          <a:sy n="90" d="100"/>
        </p:scale>
        <p:origin x="370" y="72"/>
      </p:cViewPr>
      <p:guideLst>
        <p:guide orient="horz" pos="3825"/>
        <p:guide pos="273"/>
        <p:guide orient="horz" pos="908"/>
        <p:guide pos="7414"/>
      </p:guideLst>
    </p:cSldViewPr>
  </p:slideViewPr>
  <p:notesTextViewPr>
    <p:cViewPr>
      <p:scale>
        <a:sx n="1" d="1"/>
        <a:sy n="1" d="1"/>
      </p:scale>
      <p:origin x="0" y="0"/>
    </p:cViewPr>
  </p:notesTextViewPr>
  <p:notesViewPr>
    <p:cSldViewPr snapToGrid="0">
      <p:cViewPr varScale="1">
        <p:scale>
          <a:sx n="66" d="100"/>
          <a:sy n="66" d="100"/>
        </p:scale>
        <p:origin x="0" y="0"/>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21" Type="http://schemas.openxmlformats.org/officeDocument/2006/relationships/slide" Target="slides/slide17.xml"/><Relationship Id="rId34"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presProps" Target="presProps.xml"/><Relationship Id="rId37" Type="http://schemas.microsoft.com/office/2018/10/relationships/authors" Target="author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notesMaster" Target="notesMasters/notesMaster1.xml"/><Relationship Id="rId36" Type="http://schemas.microsoft.com/office/2015/10/relationships/revisionInfo" Target="revisionInfo.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font" Target="fonts/font2.fntdata"/><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font" Target="fonts/font1.fntdata"/><Relationship Id="rId35" Type="http://schemas.openxmlformats.org/officeDocument/2006/relationships/tableStyles" Target="tableStyles.xml"/><Relationship Id="rId8" Type="http://schemas.openxmlformats.org/officeDocument/2006/relationships/slide" Target="slides/slide4.xml"/><Relationship Id="rId3" Type="http://schemas.openxmlformats.org/officeDocument/2006/relationships/customXml" Target="../customXml/item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9F3E4D40-3228-1C24-32C4-502B03868EB8}"/>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BF2ACEF2-A3DF-6534-FA7A-72EB00E4640A}"/>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49540CC-CE8C-4A70-BF05-2114CEE721C9}" type="datetimeFigureOut">
              <a:rPr lang="en-US" smtClean="0"/>
              <a:t>10/12/2026</a:t>
            </a:fld>
            <a:endParaRPr lang="en-US"/>
          </a:p>
        </p:txBody>
      </p:sp>
      <p:sp>
        <p:nvSpPr>
          <p:cNvPr id="4" name="Footer Placeholder 3">
            <a:extLst>
              <a:ext uri="{FF2B5EF4-FFF2-40B4-BE49-F238E27FC236}">
                <a16:creationId xmlns:a16="http://schemas.microsoft.com/office/drawing/2014/main" id="{648134E3-450C-99A7-AD31-0AD855962FF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01F3B346-D077-B037-8AF1-1A5943152BEC}"/>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A198758-294F-43B0-9FDA-82B4C942C448}" type="slidenum">
              <a:rPr lang="en-US" smtClean="0"/>
              <a:t>‹N°›</a:t>
            </a:fld>
            <a:endParaRPr lang="en-US"/>
          </a:p>
        </p:txBody>
      </p:sp>
    </p:spTree>
    <p:extLst>
      <p:ext uri="{BB962C8B-B14F-4D97-AF65-F5344CB8AC3E}">
        <p14:creationId xmlns:p14="http://schemas.microsoft.com/office/powerpoint/2010/main" val="102313827"/>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Biennale" panose="00000500000000000000" pitchFamily="2" charset="0"/>
              </a:defRPr>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Biennale" panose="00000500000000000000" pitchFamily="2" charset="0"/>
              </a:defRPr>
            </a:lvl1pPr>
          </a:lstStyle>
          <a:p>
            <a:fld id="{2F30A58F-C1CB-4583-BA10-6EBD3D104964}" type="datetimeFigureOut">
              <a:rPr lang="en-US" smtClean="0"/>
              <a:pPr/>
              <a:t>10/12/2026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Biennale" panose="00000500000000000000" pitchFamily="2" charset="0"/>
              </a:defRPr>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Biennale" panose="00000500000000000000" pitchFamily="2" charset="0"/>
              </a:defRPr>
            </a:lvl1pPr>
          </a:lstStyle>
          <a:p>
            <a:fld id="{8B625186-1159-4D34-813C-4B43A94F9814}" type="slidenum">
              <a:rPr lang="en-US" smtClean="0"/>
              <a:pPr/>
              <a:t>‹N°›</a:t>
            </a:fld>
            <a:endParaRPr lang="en-US"/>
          </a:p>
        </p:txBody>
      </p:sp>
    </p:spTree>
    <p:extLst>
      <p:ext uri="{BB962C8B-B14F-4D97-AF65-F5344CB8AC3E}">
        <p14:creationId xmlns:p14="http://schemas.microsoft.com/office/powerpoint/2010/main" val="612476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Biennale" panose="00000500000000000000" pitchFamily="2" charset="0"/>
        <a:ea typeface="+mn-ea"/>
        <a:cs typeface="+mn-cs"/>
      </a:defRPr>
    </a:lvl1pPr>
    <a:lvl2pPr marL="457200" algn="l" defTabSz="914400" rtl="0" eaLnBrk="1" latinLnBrk="0" hangingPunct="1">
      <a:defRPr sz="1200" kern="1200">
        <a:solidFill>
          <a:schemeClr val="tx1"/>
        </a:solidFill>
        <a:latin typeface="Biennale" panose="00000500000000000000" pitchFamily="2" charset="0"/>
        <a:ea typeface="+mn-ea"/>
        <a:cs typeface="+mn-cs"/>
      </a:defRPr>
    </a:lvl2pPr>
    <a:lvl3pPr marL="914400" algn="l" defTabSz="914400" rtl="0" eaLnBrk="1" latinLnBrk="0" hangingPunct="1">
      <a:defRPr sz="1200" kern="1200">
        <a:solidFill>
          <a:schemeClr val="tx1"/>
        </a:solidFill>
        <a:latin typeface="Biennale" panose="00000500000000000000" pitchFamily="2" charset="0"/>
        <a:ea typeface="+mn-ea"/>
        <a:cs typeface="+mn-cs"/>
      </a:defRPr>
    </a:lvl3pPr>
    <a:lvl4pPr marL="1371600" algn="l" defTabSz="914400" rtl="0" eaLnBrk="1" latinLnBrk="0" hangingPunct="1">
      <a:defRPr sz="1200" kern="1200">
        <a:solidFill>
          <a:schemeClr val="tx1"/>
        </a:solidFill>
        <a:latin typeface="Biennale" panose="00000500000000000000" pitchFamily="2" charset="0"/>
        <a:ea typeface="+mn-ea"/>
        <a:cs typeface="+mn-cs"/>
      </a:defRPr>
    </a:lvl4pPr>
    <a:lvl5pPr marL="1828800" algn="l" defTabSz="914400" rtl="0" eaLnBrk="1" latinLnBrk="0" hangingPunct="1">
      <a:defRPr sz="1200" kern="1200">
        <a:solidFill>
          <a:schemeClr val="tx1"/>
        </a:solidFill>
        <a:latin typeface="Biennale" panose="00000500000000000000" pitchFamily="2"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Insister sur les proportions corrigées : 37,44 %, 44,48 % et 18,08 %. Le déséquilibre existe, mais il ne correspond pas à 55/27/18.</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Présenter le protocole OOF actuel. Dire explicitement que le test a été consulté dans une version antérieure : il sert ici de lecture finale, sans prétendre être totalement vierge.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Comparer toutes les dimensions. S1 maximise F1 ; S3 maximise le rappel classe 2 ; S4 a 8 erreurs sur 10 cas mais conserve la nationalité ; S2 est le compromis retenu.</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Formuler le prix du choix sans promesse excessive : exclusion de la variable sensible directe, baisse mesurée, mais proxys toujours possibles.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Faire lire le OU : revue si confiance insuffisante, ou si prédiction 0 avec probabilité classe 2 au moins 0,20. Distinguer notebook et API actuelle.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Huit sur dix signifie huit erreurs critiques signalées sur dix, pas 80 % de rappel général. Poser la question de la capacité à absorber environ 40 % des dossiers.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Pivot du récit : le score maximal n’est pas choisi. S2 est retenu ; S1 reste une référence, S3 un diagnostic, S4 une option sous réserve forte car il conserve la nationalité.</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promotion est automatique sous conditions, mais il n’existe pas de remplacement inconditionnel du modèle actif.</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Séparer démonstration locale et cible SI. Les options d’hébergement et les ressources sont à arbitrer et justifier, pas déjà décidées.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Répondre en trois temps : choix, raison, validations restantes. Puis ouvrir les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8.sv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9.sv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9.sv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sv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Master" Target="../slideMasters/slideMaster1.xml"/><Relationship Id="rId4" Type="http://schemas.openxmlformats.org/officeDocument/2006/relationships/image" Target="../media/image14.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Id2" Type="http://schemas.openxmlformats.org/officeDocument/2006/relationships/image" Target="../media/image15.svg"/><Relationship Id="rId1" Type="http://schemas.openxmlformats.org/officeDocument/2006/relationships/slideMaster" Target="../slideMasters/slideMaster1.xml"/></Relationships>
</file>

<file path=ppt/slideLayouts/_rels/slideLayout67.xml.rels><?xml version="1.0" encoding="UTF-8" standalone="yes"?>
<Relationships xmlns="http://schemas.openxmlformats.org/package/2006/relationships"><Relationship Id="rId2" Type="http://schemas.openxmlformats.org/officeDocument/2006/relationships/image" Target="../media/image16.svg"/><Relationship Id="rId1" Type="http://schemas.openxmlformats.org/officeDocument/2006/relationships/slideMaster" Target="../slideMasters/slideMaster1.xml"/></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17.svg"/><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2" Type="http://schemas.openxmlformats.org/officeDocument/2006/relationships/image" Target="../media/image15.svg"/><Relationship Id="rId1" Type="http://schemas.openxmlformats.org/officeDocument/2006/relationships/slideMaster" Target="../slideMasters/slideMaster1.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15.svg"/><Relationship Id="rId1" Type="http://schemas.openxmlformats.org/officeDocument/2006/relationships/slideMaster" Target="../slideMasters/slideMaster1.xml"/></Relationships>
</file>

<file path=ppt/slideLayouts/_rels/slideLayout71.xml.rels><?xml version="1.0" encoding="UTF-8" standalone="yes"?>
<Relationships xmlns="http://schemas.openxmlformats.org/package/2006/relationships"><Relationship Id="rId2" Type="http://schemas.openxmlformats.org/officeDocument/2006/relationships/image" Target="../media/image15.svg"/><Relationship Id="rId1" Type="http://schemas.openxmlformats.org/officeDocument/2006/relationships/slideMaster" Target="../slideMasters/slideMaster1.xml"/></Relationships>
</file>

<file path=ppt/slideLayouts/_rels/slideLayout72.xml.rels><?xml version="1.0" encoding="UTF-8" standalone="yes"?>
<Relationships xmlns="http://schemas.openxmlformats.org/package/2006/relationships"><Relationship Id="rId2" Type="http://schemas.openxmlformats.org/officeDocument/2006/relationships/image" Target="../media/image17.svg"/><Relationship Id="rId1" Type="http://schemas.openxmlformats.org/officeDocument/2006/relationships/slideMaster" Target="../slideMasters/slideMaster1.xml"/></Relationships>
</file>

<file path=ppt/slideLayouts/_rels/slideLayout73.xml.rels><?xml version="1.0" encoding="UTF-8" standalone="yes"?>
<Relationships xmlns="http://schemas.openxmlformats.org/package/2006/relationships"><Relationship Id="rId2" Type="http://schemas.openxmlformats.org/officeDocument/2006/relationships/image" Target="../media/image15.svg"/><Relationship Id="rId1" Type="http://schemas.openxmlformats.org/officeDocument/2006/relationships/slideMaster" Target="../slideMasters/slideMaster1.xml"/></Relationships>
</file>

<file path=ppt/slideLayouts/_rels/slideLayout74.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75.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76.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77.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78.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79.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80.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81.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82.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83.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84.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85.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86.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87.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88.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89.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9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91.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92.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9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94.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95.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9.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10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10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ver 1">
    <p:bg>
      <p:bgPr>
        <a:solidFill>
          <a:schemeClr val="accent1"/>
        </a:solidFill>
        <a:effectLst/>
      </p:bgPr>
    </p:bg>
    <p:spTree>
      <p:nvGrpSpPr>
        <p:cNvPr id="1" name=""/>
        <p:cNvGrpSpPr/>
        <p:nvPr/>
      </p:nvGrpSpPr>
      <p:grpSpPr>
        <a:xfrm>
          <a:off x="0" y="0"/>
          <a:ext cx="0" cy="0"/>
          <a:chOff x="0" y="0"/>
          <a:chExt cx="0" cy="0"/>
        </a:xfrm>
      </p:grpSpPr>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625" y="530715"/>
            <a:ext cx="6766560" cy="1554480"/>
          </a:xfrm>
        </p:spPr>
        <p:txBody>
          <a:bodyPr anchor="b"/>
          <a:lstStyle>
            <a:lvl1pPr>
              <a:spcAft>
                <a:spcPts val="300"/>
              </a:spcAft>
              <a:defRPr lang="en-US" sz="4400" kern="1200" dirty="0">
                <a:solidFill>
                  <a:schemeClr val="bg1"/>
                </a:solidFill>
                <a:latin typeface="+mj-lt"/>
                <a:ea typeface="+mn-ea"/>
                <a:cs typeface="+mn-cs"/>
              </a:defRPr>
            </a:lvl1pPr>
          </a:lstStyle>
          <a:p>
            <a:r>
              <a:rPr lang="en-US"/>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625" y="2082422"/>
            <a:ext cx="6766560" cy="1216152"/>
          </a:xfrm>
        </p:spPr>
        <p:txBody>
          <a:bodyPr/>
          <a:lstStyle>
            <a:lvl1pPr marL="0" indent="0">
              <a:buNone/>
              <a:defRPr sz="3200">
                <a:solidFill>
                  <a:schemeClr val="accent3"/>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625" y="4765675"/>
            <a:ext cx="3995928" cy="969264"/>
          </a:xfrm>
        </p:spPr>
        <p:txBody>
          <a:bodyPr/>
          <a:lstStyle>
            <a:lvl1pPr marL="0" indent="0">
              <a:buNone/>
              <a:defRPr lang="en-US" sz="1800" kern="1200" dirty="0">
                <a:solidFill>
                  <a:schemeClr val="bg1"/>
                </a:solidFill>
                <a:latin typeface="+mn-lt"/>
                <a:ea typeface="+mn-ea"/>
                <a:cs typeface="+mn-cs"/>
              </a:defRPr>
            </a:lvl1pPr>
          </a:lstStyle>
          <a:p>
            <a:pPr lvl="0"/>
            <a:r>
              <a:rPr lang="en-US"/>
              <a:t>Date</a:t>
            </a:r>
          </a:p>
        </p:txBody>
      </p:sp>
      <p:sp>
        <p:nvSpPr>
          <p:cNvPr id="4" name="Graphique 10" descr="Atos logo">
            <a:extLst>
              <a:ext uri="{FF2B5EF4-FFF2-40B4-BE49-F238E27FC236}">
                <a16:creationId xmlns:a16="http://schemas.microsoft.com/office/drawing/2014/main" id="{090DB5EA-F397-D75A-9B05-13145E2FB4AB}"/>
              </a:ext>
            </a:extLst>
          </p:cNvPr>
          <p:cNvSpPr>
            <a:spLocks noChangeAspect="1"/>
          </p:cNvSpPr>
          <p:nvPr userDrawn="1"/>
        </p:nvSpPr>
        <p:spPr>
          <a:xfrm>
            <a:off x="9848292"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pic>
        <p:nvPicPr>
          <p:cNvPr id="2" name="Graphic 1">
            <a:extLst>
              <a:ext uri="{FF2B5EF4-FFF2-40B4-BE49-F238E27FC236}">
                <a16:creationId xmlns:a16="http://schemas.microsoft.com/office/drawing/2014/main" id="{9FD7C0F0-4D00-0140-8807-06D6E9D5C32A}"/>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flipV="1">
            <a:off x="5334000" y="0"/>
            <a:ext cx="6858000" cy="6858000"/>
          </a:xfrm>
          <a:prstGeom prst="rect">
            <a:avLst/>
          </a:prstGeom>
        </p:spPr>
      </p:pic>
    </p:spTree>
    <p:extLst>
      <p:ext uri="{BB962C8B-B14F-4D97-AF65-F5344CB8AC3E}">
        <p14:creationId xmlns:p14="http://schemas.microsoft.com/office/powerpoint/2010/main" val="15584430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2">
    <p:bg>
      <p:bgPr>
        <a:solidFill>
          <a:schemeClr val="accent3"/>
        </a:solidFill>
        <a:effectLst/>
      </p:bgPr>
    </p:bg>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E0C3BDD0-AF5E-6A61-A0D9-F70CA0FF875B}"/>
              </a:ext>
              <a:ext uri="{C183D7F6-B498-43B3-948B-1728B52AA6E4}">
                <adec:decorative xmlns:adec="http://schemas.microsoft.com/office/drawing/2017/decorative" val="1"/>
              </a:ext>
            </a:extLst>
          </p:cNvPr>
          <p:cNvGrpSpPr/>
          <p:nvPr userDrawn="1"/>
        </p:nvGrpSpPr>
        <p:grpSpPr>
          <a:xfrm>
            <a:off x="1703638" y="0"/>
            <a:ext cx="9768784" cy="6858000"/>
            <a:chOff x="1703638" y="0"/>
            <a:chExt cx="9768784" cy="6858000"/>
          </a:xfrm>
        </p:grpSpPr>
        <p:pic>
          <p:nvPicPr>
            <p:cNvPr id="6" name="Graphic 5">
              <a:extLst>
                <a:ext uri="{FF2B5EF4-FFF2-40B4-BE49-F238E27FC236}">
                  <a16:creationId xmlns:a16="http://schemas.microsoft.com/office/drawing/2014/main" id="{52CDB108-6598-0C55-80C9-43F0EA8BD0C4}"/>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flipV="1">
              <a:off x="6588030" y="0"/>
              <a:ext cx="4884392" cy="4884392"/>
            </a:xfrm>
            <a:prstGeom prst="rect">
              <a:avLst/>
            </a:prstGeom>
          </p:spPr>
        </p:pic>
        <p:pic>
          <p:nvPicPr>
            <p:cNvPr id="8" name="Graphic 7">
              <a:extLst>
                <a:ext uri="{FF2B5EF4-FFF2-40B4-BE49-F238E27FC236}">
                  <a16:creationId xmlns:a16="http://schemas.microsoft.com/office/drawing/2014/main" id="{708434B2-C000-651C-6DD8-76477D020A49}"/>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b="59594"/>
            <a:stretch/>
          </p:blipFill>
          <p:spPr>
            <a:xfrm>
              <a:off x="1703638" y="4884393"/>
              <a:ext cx="4884392" cy="1973607"/>
            </a:xfrm>
            <a:prstGeom prst="rect">
              <a:avLst/>
            </a:prstGeom>
          </p:spPr>
        </p:pic>
      </p:grpSp>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625" y="530715"/>
            <a:ext cx="6766560" cy="1554480"/>
          </a:xfrm>
        </p:spPr>
        <p:txBody>
          <a:bodyPr anchor="b"/>
          <a:lstStyle>
            <a:lvl1pPr>
              <a:spcAft>
                <a:spcPts val="300"/>
              </a:spcAft>
              <a:defRPr lang="en-US" sz="4400" kern="1200" dirty="0">
                <a:solidFill>
                  <a:schemeClr val="bg1"/>
                </a:solidFill>
                <a:latin typeface="+mj-lt"/>
                <a:ea typeface="+mn-ea"/>
                <a:cs typeface="+mn-cs"/>
              </a:defRPr>
            </a:lvl1pPr>
          </a:lstStyle>
          <a:p>
            <a:r>
              <a:rPr lang="en-US"/>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625" y="2082422"/>
            <a:ext cx="6766560" cy="1216152"/>
          </a:xfrm>
        </p:spPr>
        <p:txBody>
          <a:bodyPr/>
          <a:lstStyle>
            <a:lvl1pPr marL="0" indent="0">
              <a:buNone/>
              <a:defRPr sz="3200">
                <a:solidFill>
                  <a:srgbClr val="3DC7FF"/>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625" y="4765675"/>
            <a:ext cx="3995928" cy="969264"/>
          </a:xfrm>
        </p:spPr>
        <p:txBody>
          <a:bodyPr/>
          <a:lstStyle>
            <a:lvl1pPr marL="0" indent="0">
              <a:buNone/>
              <a:defRPr lang="en-US" sz="1800" kern="1200" dirty="0">
                <a:solidFill>
                  <a:schemeClr val="bg1"/>
                </a:solidFill>
                <a:latin typeface="+mn-lt"/>
                <a:ea typeface="+mn-ea"/>
                <a:cs typeface="+mn-cs"/>
              </a:defRPr>
            </a:lvl1pPr>
          </a:lstStyle>
          <a:p>
            <a:pPr lvl="0"/>
            <a:r>
              <a:rPr lang="en-US"/>
              <a:t>Date</a:t>
            </a:r>
          </a:p>
        </p:txBody>
      </p:sp>
      <p:sp>
        <p:nvSpPr>
          <p:cNvPr id="4" name="Graphique 10" descr="Atos logo">
            <a:extLst>
              <a:ext uri="{FF2B5EF4-FFF2-40B4-BE49-F238E27FC236}">
                <a16:creationId xmlns:a16="http://schemas.microsoft.com/office/drawing/2014/main" id="{090DB5EA-F397-D75A-9B05-13145E2FB4AB}"/>
              </a:ext>
            </a:extLst>
          </p:cNvPr>
          <p:cNvSpPr>
            <a:spLocks noChangeAspect="1"/>
          </p:cNvSpPr>
          <p:nvPr userDrawn="1"/>
        </p:nvSpPr>
        <p:spPr>
          <a:xfrm>
            <a:off x="9848292"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Tree>
    <p:extLst>
      <p:ext uri="{BB962C8B-B14F-4D97-AF65-F5344CB8AC3E}">
        <p14:creationId xmlns:p14="http://schemas.microsoft.com/office/powerpoint/2010/main" val="343121764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Cover 3">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5BA3BD25-5930-04B1-68A5-F9BDC9B138EB}"/>
              </a:ext>
              <a:ext uri="{C183D7F6-B498-43B3-948B-1728B52AA6E4}">
                <adec:decorative xmlns:adec="http://schemas.microsoft.com/office/drawing/2017/decorative" val="1"/>
              </a:ext>
            </a:extLst>
          </p:cNvPr>
          <p:cNvGrpSpPr/>
          <p:nvPr userDrawn="1"/>
        </p:nvGrpSpPr>
        <p:grpSpPr>
          <a:xfrm>
            <a:off x="4467366" y="-2"/>
            <a:ext cx="7724635" cy="6858000"/>
            <a:chOff x="4467366" y="-2"/>
            <a:chExt cx="7724635" cy="6858000"/>
          </a:xfrm>
        </p:grpSpPr>
        <p:pic>
          <p:nvPicPr>
            <p:cNvPr id="2" name="Graphic 1">
              <a:extLst>
                <a:ext uri="{FF2B5EF4-FFF2-40B4-BE49-F238E27FC236}">
                  <a16:creationId xmlns:a16="http://schemas.microsoft.com/office/drawing/2014/main" id="{DCC1C307-4A11-8265-F1FF-AC20B78DEB9D}"/>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2438"/>
            <a:stretch/>
          </p:blipFill>
          <p:spPr>
            <a:xfrm rot="5400000" flipH="1">
              <a:off x="4900683" y="3428998"/>
              <a:ext cx="2995683" cy="3862317"/>
            </a:xfrm>
            <a:prstGeom prst="rect">
              <a:avLst/>
            </a:prstGeom>
          </p:spPr>
        </p:pic>
        <p:pic>
          <p:nvPicPr>
            <p:cNvPr id="3" name="Graphic 2">
              <a:extLst>
                <a:ext uri="{FF2B5EF4-FFF2-40B4-BE49-F238E27FC236}">
                  <a16:creationId xmlns:a16="http://schemas.microsoft.com/office/drawing/2014/main" id="{E0CF8E77-A4EE-35C7-A5CD-F520193C39D8}"/>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8329684" y="-2"/>
              <a:ext cx="3862317" cy="3862317"/>
            </a:xfrm>
            <a:prstGeom prst="rect">
              <a:avLst/>
            </a:prstGeom>
          </p:spPr>
        </p:pic>
      </p:grpSp>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625" y="530715"/>
            <a:ext cx="6766560" cy="1554480"/>
          </a:xfrm>
        </p:spPr>
        <p:txBody>
          <a:bodyPr anchor="b"/>
          <a:lstStyle>
            <a:lvl1pPr>
              <a:spcAft>
                <a:spcPts val="300"/>
              </a:spcAft>
              <a:defRPr lang="en-US" sz="4400" kern="1200" dirty="0">
                <a:solidFill>
                  <a:schemeClr val="accent1"/>
                </a:solidFill>
                <a:latin typeface="+mj-lt"/>
                <a:ea typeface="+mn-ea"/>
                <a:cs typeface="+mn-cs"/>
              </a:defRPr>
            </a:lvl1pPr>
          </a:lstStyle>
          <a:p>
            <a:r>
              <a:rPr lang="en-US"/>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625" y="2082422"/>
            <a:ext cx="6766560" cy="1216152"/>
          </a:xfrm>
        </p:spPr>
        <p:txBody>
          <a:bodyPr/>
          <a:lstStyle>
            <a:lvl1pPr marL="0" indent="0">
              <a:buNone/>
              <a:defRPr sz="3200">
                <a:solidFill>
                  <a:schemeClr val="accent3"/>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625" y="4765675"/>
            <a:ext cx="3995928" cy="969264"/>
          </a:xfrm>
        </p:spPr>
        <p:txBody>
          <a:bodyPr/>
          <a:lstStyle>
            <a:lvl1pPr marL="0" indent="0">
              <a:buNone/>
              <a:defRPr lang="en-US" sz="1800" kern="1200" dirty="0">
                <a:solidFill>
                  <a:schemeClr val="accent3"/>
                </a:solidFill>
                <a:latin typeface="+mn-lt"/>
                <a:ea typeface="+mn-ea"/>
                <a:cs typeface="+mn-cs"/>
              </a:defRPr>
            </a:lvl1pPr>
          </a:lstStyle>
          <a:p>
            <a:pPr lvl="0"/>
            <a:r>
              <a:rPr lang="en-US"/>
              <a:t>Date</a:t>
            </a:r>
          </a:p>
        </p:txBody>
      </p:sp>
      <p:sp>
        <p:nvSpPr>
          <p:cNvPr id="4" name="Graphique 10" descr="Atos logo">
            <a:extLst>
              <a:ext uri="{FF2B5EF4-FFF2-40B4-BE49-F238E27FC236}">
                <a16:creationId xmlns:a16="http://schemas.microsoft.com/office/drawing/2014/main" id="{090DB5EA-F397-D75A-9B05-13145E2FB4AB}"/>
              </a:ext>
            </a:extLst>
          </p:cNvPr>
          <p:cNvSpPr>
            <a:spLocks noChangeAspect="1"/>
          </p:cNvSpPr>
          <p:nvPr userDrawn="1"/>
        </p:nvSpPr>
        <p:spPr>
          <a:xfrm>
            <a:off x="9848292"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accent1"/>
          </a:solidFill>
          <a:ln w="5690" cap="flat">
            <a:noFill/>
            <a:prstDash val="solid"/>
            <a:miter/>
          </a:ln>
        </p:spPr>
        <p:txBody>
          <a:bodyPr rtlCol="0" anchor="ctr"/>
          <a:lstStyle/>
          <a:p>
            <a:endParaRPr lang="fr-FR"/>
          </a:p>
        </p:txBody>
      </p:sp>
    </p:spTree>
    <p:extLst>
      <p:ext uri="{BB962C8B-B14F-4D97-AF65-F5344CB8AC3E}">
        <p14:creationId xmlns:p14="http://schemas.microsoft.com/office/powerpoint/2010/main" val="28732450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Cover 4">
    <p:bg>
      <p:bgPr>
        <a:solidFill>
          <a:schemeClr val="accent1"/>
        </a:soli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24ED5386-93F9-CDA8-E734-D9726F47303C}"/>
              </a:ext>
              <a:ext uri="{C183D7F6-B498-43B3-948B-1728B52AA6E4}">
                <adec:decorative xmlns:adec="http://schemas.microsoft.com/office/drawing/2017/decorative" val="1"/>
              </a:ext>
            </a:extLst>
          </p:cNvPr>
          <p:cNvGrpSpPr/>
          <p:nvPr userDrawn="1"/>
        </p:nvGrpSpPr>
        <p:grpSpPr>
          <a:xfrm>
            <a:off x="1703638" y="0"/>
            <a:ext cx="9768784" cy="6858000"/>
            <a:chOff x="1703638" y="0"/>
            <a:chExt cx="9768784" cy="6858000"/>
          </a:xfrm>
        </p:grpSpPr>
        <p:pic>
          <p:nvPicPr>
            <p:cNvPr id="6" name="Graphic 5">
              <a:extLst>
                <a:ext uri="{FF2B5EF4-FFF2-40B4-BE49-F238E27FC236}">
                  <a16:creationId xmlns:a16="http://schemas.microsoft.com/office/drawing/2014/main" id="{52CDB108-6598-0C55-80C9-43F0EA8BD0C4}"/>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flipV="1">
              <a:off x="6588030" y="0"/>
              <a:ext cx="4884392" cy="4884392"/>
            </a:xfrm>
            <a:prstGeom prst="rect">
              <a:avLst/>
            </a:prstGeom>
          </p:spPr>
        </p:pic>
        <p:pic>
          <p:nvPicPr>
            <p:cNvPr id="8" name="Graphic 7">
              <a:extLst>
                <a:ext uri="{FF2B5EF4-FFF2-40B4-BE49-F238E27FC236}">
                  <a16:creationId xmlns:a16="http://schemas.microsoft.com/office/drawing/2014/main" id="{708434B2-C000-651C-6DD8-76477D020A49}"/>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b="59594"/>
            <a:stretch/>
          </p:blipFill>
          <p:spPr>
            <a:xfrm>
              <a:off x="1703638" y="4884393"/>
              <a:ext cx="4884392" cy="1973607"/>
            </a:xfrm>
            <a:prstGeom prst="rect">
              <a:avLst/>
            </a:prstGeom>
          </p:spPr>
        </p:pic>
      </p:grpSp>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625" y="530715"/>
            <a:ext cx="6766560" cy="1554480"/>
          </a:xfrm>
        </p:spPr>
        <p:txBody>
          <a:bodyPr anchor="b"/>
          <a:lstStyle>
            <a:lvl1pPr>
              <a:spcAft>
                <a:spcPts val="300"/>
              </a:spcAft>
              <a:defRPr lang="en-US" sz="4400" kern="1200" dirty="0">
                <a:solidFill>
                  <a:schemeClr val="bg1"/>
                </a:solidFill>
                <a:latin typeface="+mj-lt"/>
                <a:ea typeface="+mn-ea"/>
                <a:cs typeface="+mn-cs"/>
              </a:defRPr>
            </a:lvl1pPr>
          </a:lstStyle>
          <a:p>
            <a:r>
              <a:rPr lang="en-US"/>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625" y="2082422"/>
            <a:ext cx="6766560" cy="1216152"/>
          </a:xfrm>
        </p:spPr>
        <p:txBody>
          <a:bodyPr/>
          <a:lstStyle>
            <a:lvl1pPr marL="0" indent="0">
              <a:buNone/>
              <a:defRPr sz="3200">
                <a:solidFill>
                  <a:schemeClr val="accent3"/>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625" y="4765675"/>
            <a:ext cx="3995928" cy="969264"/>
          </a:xfrm>
        </p:spPr>
        <p:txBody>
          <a:bodyPr/>
          <a:lstStyle>
            <a:lvl1pPr marL="0" indent="0">
              <a:buNone/>
              <a:defRPr lang="en-US" sz="1800" kern="1200" dirty="0">
                <a:solidFill>
                  <a:schemeClr val="bg1"/>
                </a:solidFill>
                <a:latin typeface="+mn-lt"/>
                <a:ea typeface="+mn-ea"/>
                <a:cs typeface="+mn-cs"/>
              </a:defRPr>
            </a:lvl1pPr>
          </a:lstStyle>
          <a:p>
            <a:pPr lvl="0"/>
            <a:r>
              <a:rPr lang="en-US"/>
              <a:t>Date</a:t>
            </a:r>
          </a:p>
        </p:txBody>
      </p:sp>
      <p:sp>
        <p:nvSpPr>
          <p:cNvPr id="2" name="Graphique 10" descr="Atos logo">
            <a:extLst>
              <a:ext uri="{FF2B5EF4-FFF2-40B4-BE49-F238E27FC236}">
                <a16:creationId xmlns:a16="http://schemas.microsoft.com/office/drawing/2014/main" id="{4EAE2C9A-6617-E131-E7DC-EDB5219632CC}"/>
              </a:ext>
            </a:extLst>
          </p:cNvPr>
          <p:cNvSpPr>
            <a:spLocks noChangeAspect="1"/>
          </p:cNvSpPr>
          <p:nvPr userDrawn="1"/>
        </p:nvSpPr>
        <p:spPr>
          <a:xfrm>
            <a:off x="7805427" y="6024696"/>
            <a:ext cx="1582715" cy="48397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grpSp>
        <p:nvGrpSpPr>
          <p:cNvPr id="4" name="Group 3" descr="Client/Partner/Alliance logo placeholder text box">
            <a:extLst>
              <a:ext uri="{FF2B5EF4-FFF2-40B4-BE49-F238E27FC236}">
                <a16:creationId xmlns:a16="http://schemas.microsoft.com/office/drawing/2014/main" id="{FC6D797E-46C0-6931-DE5B-BADA16383D13}"/>
              </a:ext>
              <a:ext uri="{C183D7F6-B498-43B3-948B-1728B52AA6E4}">
                <adec:decorative xmlns:adec="http://schemas.microsoft.com/office/drawing/2017/decorative" val="0"/>
              </a:ext>
            </a:extLst>
          </p:cNvPr>
          <p:cNvGrpSpPr/>
          <p:nvPr userDrawn="1"/>
        </p:nvGrpSpPr>
        <p:grpSpPr>
          <a:xfrm>
            <a:off x="12439558" y="6039739"/>
            <a:ext cx="2291081" cy="743281"/>
            <a:chOff x="9462769" y="4607169"/>
            <a:chExt cx="2291081" cy="743281"/>
          </a:xfrm>
        </p:grpSpPr>
        <p:sp>
          <p:nvSpPr>
            <p:cNvPr id="5" name="Rectangle 4">
              <a:extLst>
                <a:ext uri="{FF2B5EF4-FFF2-40B4-BE49-F238E27FC236}">
                  <a16:creationId xmlns:a16="http://schemas.microsoft.com/office/drawing/2014/main" id="{D822352F-7391-98C4-F87B-0D47FB92F00D}"/>
                </a:ext>
              </a:extLst>
            </p:cNvPr>
            <p:cNvSpPr/>
            <p:nvPr/>
          </p:nvSpPr>
          <p:spPr>
            <a:xfrm>
              <a:off x="10102849" y="4607169"/>
              <a:ext cx="1651001" cy="743281"/>
            </a:xfrm>
            <a:prstGeom prst="rect">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sz="1400">
                  <a:solidFill>
                    <a:schemeClr val="tx1"/>
                  </a:solidFill>
                </a:rPr>
                <a:t>Place the partner or alliance</a:t>
              </a:r>
              <a:br>
                <a:rPr lang="en-US" sz="1400">
                  <a:solidFill>
                    <a:schemeClr val="tx1"/>
                  </a:solidFill>
                </a:rPr>
              </a:br>
              <a:r>
                <a:rPr lang="en-US" sz="1400">
                  <a:solidFill>
                    <a:schemeClr val="tx1"/>
                  </a:solidFill>
                </a:rPr>
                <a:t>logo here</a:t>
              </a:r>
            </a:p>
          </p:txBody>
        </p:sp>
        <p:cxnSp>
          <p:nvCxnSpPr>
            <p:cNvPr id="7" name="Straight Arrow Connector 6">
              <a:extLst>
                <a:ext uri="{FF2B5EF4-FFF2-40B4-BE49-F238E27FC236}">
                  <a16:creationId xmlns:a16="http://schemas.microsoft.com/office/drawing/2014/main" id="{E0415C20-974D-3C5A-FB64-90A65740B1FA}"/>
                </a:ext>
              </a:extLst>
            </p:cNvPr>
            <p:cNvCxnSpPr>
              <a:cxnSpLocks/>
            </p:cNvCxnSpPr>
            <p:nvPr/>
          </p:nvCxnSpPr>
          <p:spPr>
            <a:xfrm rot="5400000">
              <a:off x="9782809" y="4658769"/>
              <a:ext cx="0" cy="640080"/>
            </a:xfrm>
            <a:prstGeom prst="straightConnector1">
              <a:avLst/>
            </a:prstGeom>
            <a:ln w="28575">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cxnSp>
        <p:nvCxnSpPr>
          <p:cNvPr id="13" name="Straight Connector 12">
            <a:extLst>
              <a:ext uri="{FF2B5EF4-FFF2-40B4-BE49-F238E27FC236}">
                <a16:creationId xmlns:a16="http://schemas.microsoft.com/office/drawing/2014/main" id="{D82F4E58-5BE5-7AAF-3296-A6ADEFF55B2D}"/>
              </a:ext>
              <a:ext uri="{C183D7F6-B498-43B3-948B-1728B52AA6E4}">
                <adec:decorative xmlns:adec="http://schemas.microsoft.com/office/drawing/2017/decorative" val="1"/>
              </a:ext>
            </a:extLst>
          </p:cNvPr>
          <p:cNvCxnSpPr>
            <a:cxnSpLocks/>
          </p:cNvCxnSpPr>
          <p:nvPr userDrawn="1"/>
        </p:nvCxnSpPr>
        <p:spPr>
          <a:xfrm>
            <a:off x="9783891" y="5940279"/>
            <a:ext cx="0" cy="649224"/>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470606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Cover 5">
    <p:bg>
      <p:bgPr>
        <a:solidFill>
          <a:schemeClr val="accent1"/>
        </a:soli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24ED5386-93F9-CDA8-E734-D9726F47303C}"/>
              </a:ext>
              <a:ext uri="{C183D7F6-B498-43B3-948B-1728B52AA6E4}">
                <adec:decorative xmlns:adec="http://schemas.microsoft.com/office/drawing/2017/decorative" val="1"/>
              </a:ext>
            </a:extLst>
          </p:cNvPr>
          <p:cNvGrpSpPr/>
          <p:nvPr userDrawn="1"/>
        </p:nvGrpSpPr>
        <p:grpSpPr>
          <a:xfrm>
            <a:off x="1703638" y="0"/>
            <a:ext cx="9768784" cy="6858000"/>
            <a:chOff x="1703638" y="0"/>
            <a:chExt cx="9768784" cy="6858000"/>
          </a:xfrm>
        </p:grpSpPr>
        <p:pic>
          <p:nvPicPr>
            <p:cNvPr id="6" name="Graphic 5">
              <a:extLst>
                <a:ext uri="{FF2B5EF4-FFF2-40B4-BE49-F238E27FC236}">
                  <a16:creationId xmlns:a16="http://schemas.microsoft.com/office/drawing/2014/main" id="{52CDB108-6598-0C55-80C9-43F0EA8BD0C4}"/>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flipV="1">
              <a:off x="6588030" y="0"/>
              <a:ext cx="4884392" cy="4884392"/>
            </a:xfrm>
            <a:prstGeom prst="rect">
              <a:avLst/>
            </a:prstGeom>
          </p:spPr>
        </p:pic>
        <p:pic>
          <p:nvPicPr>
            <p:cNvPr id="8" name="Graphic 7">
              <a:extLst>
                <a:ext uri="{FF2B5EF4-FFF2-40B4-BE49-F238E27FC236}">
                  <a16:creationId xmlns:a16="http://schemas.microsoft.com/office/drawing/2014/main" id="{708434B2-C000-651C-6DD8-76477D020A49}"/>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b="59594"/>
            <a:stretch/>
          </p:blipFill>
          <p:spPr>
            <a:xfrm>
              <a:off x="1703638" y="4884393"/>
              <a:ext cx="4884392" cy="1973607"/>
            </a:xfrm>
            <a:prstGeom prst="rect">
              <a:avLst/>
            </a:prstGeom>
          </p:spPr>
        </p:pic>
      </p:grpSp>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625" y="530715"/>
            <a:ext cx="6766560" cy="1554480"/>
          </a:xfrm>
        </p:spPr>
        <p:txBody>
          <a:bodyPr anchor="b"/>
          <a:lstStyle>
            <a:lvl1pPr>
              <a:spcAft>
                <a:spcPts val="300"/>
              </a:spcAft>
              <a:defRPr lang="en-US" sz="4400" kern="1200" dirty="0">
                <a:solidFill>
                  <a:schemeClr val="bg1"/>
                </a:solidFill>
                <a:latin typeface="+mj-lt"/>
                <a:ea typeface="+mn-ea"/>
                <a:cs typeface="+mn-cs"/>
              </a:defRPr>
            </a:lvl1pPr>
          </a:lstStyle>
          <a:p>
            <a:r>
              <a:rPr lang="en-US"/>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625" y="2082422"/>
            <a:ext cx="6766560" cy="1216152"/>
          </a:xfrm>
        </p:spPr>
        <p:txBody>
          <a:bodyPr/>
          <a:lstStyle>
            <a:lvl1pPr marL="0" indent="0">
              <a:buNone/>
              <a:defRPr sz="3200">
                <a:solidFill>
                  <a:schemeClr val="accent3"/>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625" y="4765675"/>
            <a:ext cx="3995928" cy="969264"/>
          </a:xfrm>
        </p:spPr>
        <p:txBody>
          <a:bodyPr/>
          <a:lstStyle>
            <a:lvl1pPr marL="0" indent="0">
              <a:buNone/>
              <a:defRPr lang="en-US" sz="1800" kern="1200" dirty="0">
                <a:solidFill>
                  <a:schemeClr val="bg1"/>
                </a:solidFill>
                <a:latin typeface="+mn-lt"/>
                <a:ea typeface="+mn-ea"/>
                <a:cs typeface="+mn-cs"/>
              </a:defRPr>
            </a:lvl1pPr>
          </a:lstStyle>
          <a:p>
            <a:pPr lvl="0"/>
            <a:r>
              <a:rPr lang="en-US"/>
              <a:t>Date</a:t>
            </a:r>
          </a:p>
        </p:txBody>
      </p:sp>
      <p:sp>
        <p:nvSpPr>
          <p:cNvPr id="18" name="Graphique 10" descr="Atos logo">
            <a:extLst>
              <a:ext uri="{FF2B5EF4-FFF2-40B4-BE49-F238E27FC236}">
                <a16:creationId xmlns:a16="http://schemas.microsoft.com/office/drawing/2014/main" id="{DC5A2AB4-E24E-F451-9BC8-91BE6EE4A5CA}"/>
              </a:ext>
            </a:extLst>
          </p:cNvPr>
          <p:cNvSpPr>
            <a:spLocks noChangeAspect="1"/>
          </p:cNvSpPr>
          <p:nvPr userDrawn="1"/>
        </p:nvSpPr>
        <p:spPr>
          <a:xfrm>
            <a:off x="10184177" y="6024696"/>
            <a:ext cx="1582715" cy="48397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grpSp>
        <p:nvGrpSpPr>
          <p:cNvPr id="2" name="Group 1" descr="Client/Partner/Alliance logo placeholder text box">
            <a:extLst>
              <a:ext uri="{FF2B5EF4-FFF2-40B4-BE49-F238E27FC236}">
                <a16:creationId xmlns:a16="http://schemas.microsoft.com/office/drawing/2014/main" id="{95A3F0FC-C563-28DD-6EEE-319F639800E3}"/>
              </a:ext>
              <a:ext uri="{C183D7F6-B498-43B3-948B-1728B52AA6E4}">
                <adec:decorative xmlns:adec="http://schemas.microsoft.com/office/drawing/2017/decorative" val="0"/>
              </a:ext>
            </a:extLst>
          </p:cNvPr>
          <p:cNvGrpSpPr/>
          <p:nvPr userDrawn="1"/>
        </p:nvGrpSpPr>
        <p:grpSpPr>
          <a:xfrm>
            <a:off x="7806695" y="6986588"/>
            <a:ext cx="1666875" cy="1116587"/>
            <a:chOff x="10102849" y="4471988"/>
            <a:chExt cx="1666875" cy="1116587"/>
          </a:xfrm>
        </p:grpSpPr>
        <p:sp>
          <p:nvSpPr>
            <p:cNvPr id="4" name="Rectangle 3">
              <a:extLst>
                <a:ext uri="{FF2B5EF4-FFF2-40B4-BE49-F238E27FC236}">
                  <a16:creationId xmlns:a16="http://schemas.microsoft.com/office/drawing/2014/main" id="{45CB0AC8-C79C-7D5A-1683-BB36315435F7}"/>
                </a:ext>
              </a:extLst>
            </p:cNvPr>
            <p:cNvSpPr/>
            <p:nvPr/>
          </p:nvSpPr>
          <p:spPr>
            <a:xfrm>
              <a:off x="10102849" y="4845294"/>
              <a:ext cx="1666875" cy="743281"/>
            </a:xfrm>
            <a:prstGeom prst="rect">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sz="1400">
                  <a:solidFill>
                    <a:schemeClr val="tx1"/>
                  </a:solidFill>
                </a:rPr>
                <a:t>Place the client logo here</a:t>
              </a:r>
            </a:p>
          </p:txBody>
        </p:sp>
        <p:cxnSp>
          <p:nvCxnSpPr>
            <p:cNvPr id="5" name="Straight Arrow Connector 4">
              <a:extLst>
                <a:ext uri="{FF2B5EF4-FFF2-40B4-BE49-F238E27FC236}">
                  <a16:creationId xmlns:a16="http://schemas.microsoft.com/office/drawing/2014/main" id="{728ADA43-1032-F46C-5454-1284B07B370B}"/>
                </a:ext>
              </a:extLst>
            </p:cNvPr>
            <p:cNvCxnSpPr>
              <a:cxnSpLocks/>
            </p:cNvCxnSpPr>
            <p:nvPr/>
          </p:nvCxnSpPr>
          <p:spPr>
            <a:xfrm flipV="1">
              <a:off x="10936286" y="4471988"/>
              <a:ext cx="0" cy="371475"/>
            </a:xfrm>
            <a:prstGeom prst="straightConnector1">
              <a:avLst/>
            </a:prstGeom>
            <a:ln w="28575">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cxnSp>
        <p:nvCxnSpPr>
          <p:cNvPr id="14" name="Straight Connector 13">
            <a:extLst>
              <a:ext uri="{FF2B5EF4-FFF2-40B4-BE49-F238E27FC236}">
                <a16:creationId xmlns:a16="http://schemas.microsoft.com/office/drawing/2014/main" id="{502B8148-CFE8-C48B-CB6E-972AEDB2414B}"/>
              </a:ext>
              <a:ext uri="{C183D7F6-B498-43B3-948B-1728B52AA6E4}">
                <adec:decorative xmlns:adec="http://schemas.microsoft.com/office/drawing/2017/decorative" val="1"/>
              </a:ext>
            </a:extLst>
          </p:cNvPr>
          <p:cNvCxnSpPr>
            <a:cxnSpLocks/>
          </p:cNvCxnSpPr>
          <p:nvPr userDrawn="1"/>
        </p:nvCxnSpPr>
        <p:spPr>
          <a:xfrm>
            <a:off x="9783891" y="5940279"/>
            <a:ext cx="0" cy="649224"/>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526840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Cover 6">
    <p:spTree>
      <p:nvGrpSpPr>
        <p:cNvPr id="1" name=""/>
        <p:cNvGrpSpPr/>
        <p:nvPr/>
      </p:nvGrpSpPr>
      <p:grpSpPr>
        <a:xfrm>
          <a:off x="0" y="0"/>
          <a:ext cx="0" cy="0"/>
          <a:chOff x="0" y="0"/>
          <a:chExt cx="0" cy="0"/>
        </a:xfrm>
      </p:grpSpPr>
      <p:sp>
        <p:nvSpPr>
          <p:cNvPr id="3" name="Freeform: Shape 2">
            <a:extLst>
              <a:ext uri="{FF2B5EF4-FFF2-40B4-BE49-F238E27FC236}">
                <a16:creationId xmlns:a16="http://schemas.microsoft.com/office/drawing/2014/main" id="{997919D9-2989-3289-BE2F-126C2433837B}"/>
              </a:ext>
              <a:ext uri="{C183D7F6-B498-43B3-948B-1728B52AA6E4}">
                <adec:decorative xmlns:adec="http://schemas.microsoft.com/office/drawing/2017/decorative" val="1"/>
              </a:ext>
            </a:extLst>
          </p:cNvPr>
          <p:cNvSpPr/>
          <p:nvPr userDrawn="1"/>
        </p:nvSpPr>
        <p:spPr>
          <a:xfrm>
            <a:off x="0" y="0"/>
            <a:ext cx="12192000" cy="6857556"/>
          </a:xfrm>
          <a:custGeom>
            <a:avLst/>
            <a:gdLst>
              <a:gd name="connsiteX0" fmla="*/ 12192000 w 12192000"/>
              <a:gd name="connsiteY0" fmla="*/ 2782174 h 6857556"/>
              <a:gd name="connsiteX1" fmla="*/ 12192000 w 12192000"/>
              <a:gd name="connsiteY1" fmla="*/ 6857556 h 6857556"/>
              <a:gd name="connsiteX2" fmla="*/ 8111311 w 12192000"/>
              <a:gd name="connsiteY2" fmla="*/ 6857556 h 6857556"/>
              <a:gd name="connsiteX3" fmla="*/ 8113342 w 12192000"/>
              <a:gd name="connsiteY3" fmla="*/ 6733493 h 6857556"/>
              <a:gd name="connsiteX4" fmla="*/ 12064704 w 12192000"/>
              <a:gd name="connsiteY4" fmla="*/ 2783524 h 6857556"/>
              <a:gd name="connsiteX5" fmla="*/ 0 w 12192000"/>
              <a:gd name="connsiteY5" fmla="*/ 0 h 6857556"/>
              <a:gd name="connsiteX6" fmla="*/ 12192000 w 12192000"/>
              <a:gd name="connsiteY6" fmla="*/ 0 h 6857556"/>
              <a:gd name="connsiteX7" fmla="*/ 12192000 w 12192000"/>
              <a:gd name="connsiteY7" fmla="*/ 444 h 6857556"/>
              <a:gd name="connsiteX8" fmla="*/ 11867550 w 12192000"/>
              <a:gd name="connsiteY8" fmla="*/ 4015 h 6857556"/>
              <a:gd name="connsiteX9" fmla="*/ 7200902 w 12192000"/>
              <a:gd name="connsiteY9" fmla="*/ 2159000 h 6857556"/>
              <a:gd name="connsiteX10" fmla="*/ 5337672 w 12192000"/>
              <a:gd name="connsiteY10" fmla="*/ 6585644 h 6857556"/>
              <a:gd name="connsiteX11" fmla="*/ 5334507 w 12192000"/>
              <a:gd name="connsiteY11" fmla="*/ 6857556 h 6857556"/>
              <a:gd name="connsiteX12" fmla="*/ 0 w 12192000"/>
              <a:gd name="connsiteY12" fmla="*/ 6857556 h 6857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192000" h="6857556">
                <a:moveTo>
                  <a:pt x="12192000" y="2782174"/>
                </a:moveTo>
                <a:lnTo>
                  <a:pt x="12192000" y="6857556"/>
                </a:lnTo>
                <a:lnTo>
                  <a:pt x="8111311" y="6857556"/>
                </a:lnTo>
                <a:lnTo>
                  <a:pt x="8113342" y="6733493"/>
                </a:lnTo>
                <a:cubicBezTo>
                  <a:pt x="8205095" y="4482559"/>
                  <a:pt x="9974251" y="2857766"/>
                  <a:pt x="12064704" y="2783524"/>
                </a:cubicBezTo>
                <a:close/>
                <a:moveTo>
                  <a:pt x="0" y="0"/>
                </a:moveTo>
                <a:lnTo>
                  <a:pt x="12192000" y="0"/>
                </a:lnTo>
                <a:lnTo>
                  <a:pt x="12192000" y="444"/>
                </a:lnTo>
                <a:lnTo>
                  <a:pt x="11867550" y="4015"/>
                </a:lnTo>
                <a:cubicBezTo>
                  <a:pt x="10051432" y="76082"/>
                  <a:pt x="8371914" y="919580"/>
                  <a:pt x="7200902" y="2159000"/>
                </a:cubicBezTo>
                <a:cubicBezTo>
                  <a:pt x="6035842" y="3386514"/>
                  <a:pt x="5395007" y="5006228"/>
                  <a:pt x="5337672" y="6585644"/>
                </a:cubicBezTo>
                <a:lnTo>
                  <a:pt x="5334507" y="6857556"/>
                </a:lnTo>
                <a:lnTo>
                  <a:pt x="0" y="6857556"/>
                </a:lnTo>
                <a:close/>
              </a:path>
            </a:pathLst>
          </a:custGeom>
          <a:solidFill>
            <a:schemeClr val="accent1"/>
          </a:solidFill>
          <a:ln w="317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625" y="530715"/>
            <a:ext cx="6766560" cy="1554480"/>
          </a:xfrm>
        </p:spPr>
        <p:txBody>
          <a:bodyPr anchor="b"/>
          <a:lstStyle>
            <a:lvl1pPr>
              <a:spcAft>
                <a:spcPts val="300"/>
              </a:spcAft>
              <a:defRPr lang="en-US" sz="4400" kern="1200" dirty="0">
                <a:solidFill>
                  <a:schemeClr val="bg1"/>
                </a:solidFill>
                <a:latin typeface="+mj-lt"/>
                <a:ea typeface="+mn-ea"/>
                <a:cs typeface="+mn-cs"/>
              </a:defRPr>
            </a:lvl1pPr>
          </a:lstStyle>
          <a:p>
            <a:r>
              <a:rPr lang="en-US"/>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625" y="2082422"/>
            <a:ext cx="6766560" cy="1216152"/>
          </a:xfrm>
        </p:spPr>
        <p:txBody>
          <a:bodyPr/>
          <a:lstStyle>
            <a:lvl1pPr marL="0" indent="0">
              <a:buNone/>
              <a:defRPr sz="3200">
                <a:solidFill>
                  <a:schemeClr val="accent3"/>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625" y="4765675"/>
            <a:ext cx="3995928" cy="969264"/>
          </a:xfrm>
        </p:spPr>
        <p:txBody>
          <a:bodyPr/>
          <a:lstStyle>
            <a:lvl1pPr marL="0" indent="0">
              <a:buNone/>
              <a:defRPr lang="en-US" sz="1800" kern="1200" dirty="0">
                <a:solidFill>
                  <a:schemeClr val="bg1"/>
                </a:solidFill>
                <a:latin typeface="+mn-lt"/>
                <a:ea typeface="+mn-ea"/>
                <a:cs typeface="+mn-cs"/>
              </a:defRPr>
            </a:lvl1pPr>
          </a:lstStyle>
          <a:p>
            <a:pPr lvl="0"/>
            <a:r>
              <a:rPr lang="en-US"/>
              <a:t>Date</a:t>
            </a:r>
          </a:p>
        </p:txBody>
      </p:sp>
      <p:sp>
        <p:nvSpPr>
          <p:cNvPr id="4" name="Graphique 10" descr="Atos logo">
            <a:extLst>
              <a:ext uri="{FF2B5EF4-FFF2-40B4-BE49-F238E27FC236}">
                <a16:creationId xmlns:a16="http://schemas.microsoft.com/office/drawing/2014/main" id="{090DB5EA-F397-D75A-9B05-13145E2FB4AB}"/>
              </a:ext>
            </a:extLst>
          </p:cNvPr>
          <p:cNvSpPr>
            <a:spLocks noChangeAspect="1"/>
          </p:cNvSpPr>
          <p:nvPr userDrawn="1"/>
        </p:nvSpPr>
        <p:spPr>
          <a:xfrm>
            <a:off x="9848292"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5" name="Picture Placeholder 19">
            <a:extLst>
              <a:ext uri="{FF2B5EF4-FFF2-40B4-BE49-F238E27FC236}">
                <a16:creationId xmlns:a16="http://schemas.microsoft.com/office/drawing/2014/main" id="{4EB1A4FF-FDF0-957E-95CD-5A9D268651E0}"/>
              </a:ext>
              <a:ext uri="{C183D7F6-B498-43B3-948B-1728B52AA6E4}">
                <adec:decorative xmlns:adec="http://schemas.microsoft.com/office/drawing/2017/decorative" val="1"/>
              </a:ext>
            </a:extLst>
          </p:cNvPr>
          <p:cNvSpPr>
            <a:spLocks noGrp="1"/>
          </p:cNvSpPr>
          <p:nvPr>
            <p:ph type="pic" sz="quarter" idx="11"/>
          </p:nvPr>
        </p:nvSpPr>
        <p:spPr>
          <a:xfrm>
            <a:off x="5327891" y="0"/>
            <a:ext cx="6864109" cy="6857556"/>
          </a:xfrm>
          <a:custGeom>
            <a:avLst/>
            <a:gdLst>
              <a:gd name="connsiteX0" fmla="*/ 6506104 w 6864109"/>
              <a:gd name="connsiteY0" fmla="*/ 0 h 6857556"/>
              <a:gd name="connsiteX1" fmla="*/ 6864109 w 6864109"/>
              <a:gd name="connsiteY1" fmla="*/ 0 h 6857556"/>
              <a:gd name="connsiteX2" fmla="*/ 6864109 w 6864109"/>
              <a:gd name="connsiteY2" fmla="*/ 2786711 h 6857556"/>
              <a:gd name="connsiteX3" fmla="*/ 6672538 w 6864109"/>
              <a:gd name="connsiteY3" fmla="*/ 2791014 h 6857556"/>
              <a:gd name="connsiteX4" fmla="*/ 2795144 w 6864109"/>
              <a:gd name="connsiteY4" fmla="*/ 6732301 h 6857556"/>
              <a:gd name="connsiteX5" fmla="*/ 2793538 w 6864109"/>
              <a:gd name="connsiteY5" fmla="*/ 6857556 h 6857556"/>
              <a:gd name="connsiteX6" fmla="*/ 0 w 6864109"/>
              <a:gd name="connsiteY6" fmla="*/ 6857556 h 6857556"/>
              <a:gd name="connsiteX7" fmla="*/ 3187 w 6864109"/>
              <a:gd name="connsiteY7" fmla="*/ 6583730 h 6857556"/>
              <a:gd name="connsiteX8" fmla="*/ 1867893 w 6864109"/>
              <a:gd name="connsiteY8" fmla="*/ 2154240 h 6857556"/>
              <a:gd name="connsiteX9" fmla="*/ 6199142 w 6864109"/>
              <a:gd name="connsiteY9" fmla="*/ 20346 h 6857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4109" h="6857556">
                <a:moveTo>
                  <a:pt x="6506104" y="0"/>
                </a:moveTo>
                <a:lnTo>
                  <a:pt x="6864109" y="0"/>
                </a:lnTo>
                <a:lnTo>
                  <a:pt x="6864109" y="2786711"/>
                </a:lnTo>
                <a:lnTo>
                  <a:pt x="6672538" y="2791014"/>
                </a:lnTo>
                <a:cubicBezTo>
                  <a:pt x="4664767" y="2886626"/>
                  <a:pt x="2879590" y="4485245"/>
                  <a:pt x="2795144" y="6732301"/>
                </a:cubicBezTo>
                <a:lnTo>
                  <a:pt x="2793538" y="6857556"/>
                </a:lnTo>
                <a:lnTo>
                  <a:pt x="0" y="6857556"/>
                </a:lnTo>
                <a:lnTo>
                  <a:pt x="3187" y="6583730"/>
                </a:lnTo>
                <a:cubicBezTo>
                  <a:pt x="60566" y="5003298"/>
                  <a:pt x="701910" y="3382544"/>
                  <a:pt x="1867893" y="2154240"/>
                </a:cubicBezTo>
                <a:cubicBezTo>
                  <a:pt x="2966588" y="991538"/>
                  <a:pt x="4512566" y="177036"/>
                  <a:pt x="6199142" y="20346"/>
                </a:cubicBezTo>
                <a:close/>
              </a:path>
            </a:pathLst>
          </a:custGeom>
        </p:spPr>
        <p:txBody>
          <a:bodyPr wrap="square" tIns="0" rIns="457200" bIns="822960" anchor="ctr">
            <a:noAutofit/>
          </a:bodyPr>
          <a:lstStyle>
            <a:lvl1pPr marL="0" indent="0" algn="ctr">
              <a:buNone/>
              <a:defRPr>
                <a:solidFill>
                  <a:schemeClr val="accent3"/>
                </a:solidFill>
              </a:defRPr>
            </a:lvl1pPr>
          </a:lstStyle>
          <a:p>
            <a:r>
              <a:rPr lang="fr-FR"/>
              <a:t>Cliquez sur l'icône pour ajouter une image</a:t>
            </a:r>
            <a:endParaRPr lang="en-US"/>
          </a:p>
        </p:txBody>
      </p:sp>
    </p:spTree>
    <p:extLst>
      <p:ext uri="{BB962C8B-B14F-4D97-AF65-F5344CB8AC3E}">
        <p14:creationId xmlns:p14="http://schemas.microsoft.com/office/powerpoint/2010/main" val="13967564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Cover 7">
    <p:bg>
      <p:bgPr>
        <a:solidFill>
          <a:schemeClr val="accent3"/>
        </a:solidFill>
        <a:effectLst/>
      </p:bgPr>
    </p:bg>
    <p:spTree>
      <p:nvGrpSpPr>
        <p:cNvPr id="1" name=""/>
        <p:cNvGrpSpPr/>
        <p:nvPr/>
      </p:nvGrpSpPr>
      <p:grpSpPr>
        <a:xfrm>
          <a:off x="0" y="0"/>
          <a:ext cx="0" cy="0"/>
          <a:chOff x="0" y="0"/>
          <a:chExt cx="0" cy="0"/>
        </a:xfrm>
      </p:grpSpPr>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625" y="530715"/>
            <a:ext cx="6766560" cy="1554480"/>
          </a:xfrm>
        </p:spPr>
        <p:txBody>
          <a:bodyPr anchor="b"/>
          <a:lstStyle>
            <a:lvl1pPr>
              <a:spcAft>
                <a:spcPts val="300"/>
              </a:spcAft>
              <a:defRPr lang="en-US" sz="4400" kern="1200" dirty="0">
                <a:solidFill>
                  <a:schemeClr val="bg1"/>
                </a:solidFill>
                <a:latin typeface="+mj-lt"/>
                <a:ea typeface="+mn-ea"/>
                <a:cs typeface="+mn-cs"/>
              </a:defRPr>
            </a:lvl1pPr>
          </a:lstStyle>
          <a:p>
            <a:r>
              <a:rPr lang="en-US"/>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625" y="2082422"/>
            <a:ext cx="6766560" cy="1216152"/>
          </a:xfrm>
        </p:spPr>
        <p:txBody>
          <a:bodyPr/>
          <a:lstStyle>
            <a:lvl1pPr marL="0" indent="0">
              <a:buNone/>
              <a:defRPr sz="3200">
                <a:solidFill>
                  <a:srgbClr val="3DC7FF"/>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625" y="4422775"/>
            <a:ext cx="3566160" cy="969264"/>
          </a:xfrm>
        </p:spPr>
        <p:txBody>
          <a:bodyPr/>
          <a:lstStyle>
            <a:lvl1pPr marL="0" indent="0">
              <a:buNone/>
              <a:defRPr lang="en-US" sz="1800" kern="1200" dirty="0">
                <a:solidFill>
                  <a:schemeClr val="bg1"/>
                </a:solidFill>
                <a:latin typeface="+mn-lt"/>
                <a:ea typeface="+mn-ea"/>
                <a:cs typeface="+mn-cs"/>
              </a:defRPr>
            </a:lvl1pPr>
          </a:lstStyle>
          <a:p>
            <a:pPr lvl="0"/>
            <a:r>
              <a:rPr lang="en-US"/>
              <a:t>Date</a:t>
            </a:r>
          </a:p>
        </p:txBody>
      </p:sp>
      <p:sp>
        <p:nvSpPr>
          <p:cNvPr id="4" name="Graphique 10" descr="Atos logo">
            <a:extLst>
              <a:ext uri="{FF2B5EF4-FFF2-40B4-BE49-F238E27FC236}">
                <a16:creationId xmlns:a16="http://schemas.microsoft.com/office/drawing/2014/main" id="{3465C205-F892-0F1B-5079-C7DD0DA98B5F}"/>
              </a:ext>
            </a:extLst>
          </p:cNvPr>
          <p:cNvSpPr>
            <a:spLocks noChangeAspect="1"/>
          </p:cNvSpPr>
          <p:nvPr userDrawn="1"/>
        </p:nvSpPr>
        <p:spPr>
          <a:xfrm>
            <a:off x="428625"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pic>
        <p:nvPicPr>
          <p:cNvPr id="3" name="Graphic 2">
            <a:extLst>
              <a:ext uri="{FF2B5EF4-FFF2-40B4-BE49-F238E27FC236}">
                <a16:creationId xmlns:a16="http://schemas.microsoft.com/office/drawing/2014/main" id="{B18DB1D5-5FA2-F839-5AE0-A3CFBD44F9E5}"/>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3964320" y="3429000"/>
            <a:ext cx="3429000" cy="3429000"/>
          </a:xfrm>
          <a:prstGeom prst="rect">
            <a:avLst/>
          </a:prstGeom>
        </p:spPr>
      </p:pic>
      <p:sp>
        <p:nvSpPr>
          <p:cNvPr id="2" name="Picture Placeholder 13">
            <a:extLst>
              <a:ext uri="{FF2B5EF4-FFF2-40B4-BE49-F238E27FC236}">
                <a16:creationId xmlns:a16="http://schemas.microsoft.com/office/drawing/2014/main" id="{501943B5-D1D2-69D4-5C65-807D37387FC8}"/>
              </a:ext>
              <a:ext uri="{C183D7F6-B498-43B3-948B-1728B52AA6E4}">
                <adec:decorative xmlns:adec="http://schemas.microsoft.com/office/drawing/2017/decorative" val="1"/>
              </a:ext>
            </a:extLst>
          </p:cNvPr>
          <p:cNvSpPr>
            <a:spLocks noGrp="1"/>
          </p:cNvSpPr>
          <p:nvPr>
            <p:ph type="pic" sz="quarter" idx="12"/>
          </p:nvPr>
        </p:nvSpPr>
        <p:spPr>
          <a:xfrm>
            <a:off x="7394575" y="0"/>
            <a:ext cx="4797425" cy="6858000"/>
          </a:xfrm>
        </p:spPr>
        <p:txBody>
          <a:bodyPr tIns="914400" bIns="0" anchor="ctr"/>
          <a:lstStyle>
            <a:lvl1pPr marL="0" indent="0" algn="ctr">
              <a:buNone/>
              <a:defRPr>
                <a:solidFill>
                  <a:schemeClr val="bg1"/>
                </a:solidFill>
              </a:defRPr>
            </a:lvl1pPr>
          </a:lstStyle>
          <a:p>
            <a:r>
              <a:rPr lang="fr-FR"/>
              <a:t>Cliquez sur l'icône pour ajouter une image</a:t>
            </a:r>
            <a:endParaRPr lang="en-US"/>
          </a:p>
        </p:txBody>
      </p:sp>
    </p:spTree>
    <p:extLst>
      <p:ext uri="{BB962C8B-B14F-4D97-AF65-F5344CB8AC3E}">
        <p14:creationId xmlns:p14="http://schemas.microsoft.com/office/powerpoint/2010/main" val="149790310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Cover 8">
    <p:bg>
      <p:bgPr>
        <a:solidFill>
          <a:schemeClr val="accent1"/>
        </a:solidFill>
        <a:effectLst/>
      </p:bgPr>
    </p:bg>
    <p:spTree>
      <p:nvGrpSpPr>
        <p:cNvPr id="1" name=""/>
        <p:cNvGrpSpPr/>
        <p:nvPr/>
      </p:nvGrpSpPr>
      <p:grpSpPr>
        <a:xfrm>
          <a:off x="0" y="0"/>
          <a:ext cx="0" cy="0"/>
          <a:chOff x="0" y="0"/>
          <a:chExt cx="0" cy="0"/>
        </a:xfrm>
      </p:grpSpPr>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625" y="530715"/>
            <a:ext cx="5486400" cy="1554480"/>
          </a:xfrm>
        </p:spPr>
        <p:txBody>
          <a:bodyPr anchor="b"/>
          <a:lstStyle>
            <a:lvl1pPr>
              <a:spcAft>
                <a:spcPts val="300"/>
              </a:spcAft>
              <a:defRPr lang="en-US" sz="4400" kern="1200" dirty="0">
                <a:solidFill>
                  <a:schemeClr val="bg1"/>
                </a:solidFill>
                <a:latin typeface="+mj-lt"/>
                <a:ea typeface="+mn-ea"/>
                <a:cs typeface="+mn-cs"/>
              </a:defRPr>
            </a:lvl1pPr>
          </a:lstStyle>
          <a:p>
            <a:r>
              <a:rPr lang="en-US"/>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625" y="2082422"/>
            <a:ext cx="5486400" cy="1216152"/>
          </a:xfrm>
        </p:spPr>
        <p:txBody>
          <a:bodyPr/>
          <a:lstStyle>
            <a:lvl1pPr marL="0" indent="0">
              <a:buNone/>
              <a:defRPr sz="3200">
                <a:solidFill>
                  <a:schemeClr val="accent3"/>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625" y="4220361"/>
            <a:ext cx="3017520" cy="969264"/>
          </a:xfrm>
        </p:spPr>
        <p:txBody>
          <a:bodyPr/>
          <a:lstStyle>
            <a:lvl1pPr marL="0" indent="0">
              <a:buNone/>
              <a:defRPr lang="en-US" sz="1800" kern="1200" dirty="0">
                <a:solidFill>
                  <a:schemeClr val="bg1"/>
                </a:solidFill>
                <a:latin typeface="+mn-lt"/>
                <a:ea typeface="+mn-ea"/>
                <a:cs typeface="+mn-cs"/>
              </a:defRPr>
            </a:lvl1pPr>
          </a:lstStyle>
          <a:p>
            <a:pPr lvl="0"/>
            <a:r>
              <a:rPr lang="en-US"/>
              <a:t>Date</a:t>
            </a:r>
          </a:p>
        </p:txBody>
      </p:sp>
      <p:sp>
        <p:nvSpPr>
          <p:cNvPr id="4" name="Graphique 10" descr="Atos logo">
            <a:extLst>
              <a:ext uri="{FF2B5EF4-FFF2-40B4-BE49-F238E27FC236}">
                <a16:creationId xmlns:a16="http://schemas.microsoft.com/office/drawing/2014/main" id="{B4AF3867-173E-FBCF-9154-A4CA43F08CC8}"/>
              </a:ext>
            </a:extLst>
          </p:cNvPr>
          <p:cNvSpPr>
            <a:spLocks noChangeAspect="1"/>
          </p:cNvSpPr>
          <p:nvPr userDrawn="1"/>
        </p:nvSpPr>
        <p:spPr>
          <a:xfrm>
            <a:off x="428625"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pic>
        <p:nvPicPr>
          <p:cNvPr id="3" name="Graphic 2">
            <a:extLst>
              <a:ext uri="{FF2B5EF4-FFF2-40B4-BE49-F238E27FC236}">
                <a16:creationId xmlns:a16="http://schemas.microsoft.com/office/drawing/2014/main" id="{B18DB1D5-5FA2-F839-5AE0-A3CFBD44F9E5}"/>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3057144" y="3822192"/>
            <a:ext cx="3035808" cy="3035808"/>
          </a:xfrm>
          <a:prstGeom prst="rect">
            <a:avLst/>
          </a:prstGeom>
        </p:spPr>
      </p:pic>
      <p:sp>
        <p:nvSpPr>
          <p:cNvPr id="2" name="Picture Placeholder 13">
            <a:extLst>
              <a:ext uri="{FF2B5EF4-FFF2-40B4-BE49-F238E27FC236}">
                <a16:creationId xmlns:a16="http://schemas.microsoft.com/office/drawing/2014/main" id="{501943B5-D1D2-69D4-5C65-807D37387FC8}"/>
              </a:ext>
              <a:ext uri="{C183D7F6-B498-43B3-948B-1728B52AA6E4}">
                <adec:decorative xmlns:adec="http://schemas.microsoft.com/office/drawing/2017/decorative" val="1"/>
              </a:ext>
            </a:extLst>
          </p:cNvPr>
          <p:cNvSpPr>
            <a:spLocks noGrp="1"/>
          </p:cNvSpPr>
          <p:nvPr>
            <p:ph type="pic" sz="quarter" idx="12"/>
          </p:nvPr>
        </p:nvSpPr>
        <p:spPr>
          <a:xfrm>
            <a:off x="6092952" y="0"/>
            <a:ext cx="6099048" cy="6858000"/>
          </a:xfrm>
        </p:spPr>
        <p:txBody>
          <a:bodyPr tIns="914400" bIns="0" anchor="ctr"/>
          <a:lstStyle>
            <a:lvl1pPr marL="0" indent="0" algn="ctr">
              <a:buNone/>
              <a:defRPr>
                <a:solidFill>
                  <a:schemeClr val="bg1"/>
                </a:solidFill>
              </a:defRPr>
            </a:lvl1pPr>
          </a:lstStyle>
          <a:p>
            <a:r>
              <a:rPr lang="fr-FR"/>
              <a:t>Cliquez sur l'icône pour ajouter une image</a:t>
            </a:r>
            <a:endParaRPr lang="en-US"/>
          </a:p>
        </p:txBody>
      </p:sp>
    </p:spTree>
    <p:extLst>
      <p:ext uri="{BB962C8B-B14F-4D97-AF65-F5344CB8AC3E}">
        <p14:creationId xmlns:p14="http://schemas.microsoft.com/office/powerpoint/2010/main" val="17045264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Cover 9">
    <p:bg>
      <p:bgPr>
        <a:solidFill>
          <a:schemeClr val="accent1"/>
        </a:solidFill>
        <a:effectLst/>
      </p:bgPr>
    </p:bg>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D5EF951F-554C-3E85-1065-5922EBE82011}"/>
              </a:ext>
              <a:ext uri="{C183D7F6-B498-43B3-948B-1728B52AA6E4}">
                <adec:decorative xmlns:adec="http://schemas.microsoft.com/office/drawing/2017/decorative" val="1"/>
              </a:ext>
            </a:extLst>
          </p:cNvPr>
          <p:cNvGrpSpPr/>
          <p:nvPr userDrawn="1"/>
        </p:nvGrpSpPr>
        <p:grpSpPr>
          <a:xfrm>
            <a:off x="4200521" y="-2381"/>
            <a:ext cx="7991480" cy="6860381"/>
            <a:chOff x="4200521" y="-2381"/>
            <a:chExt cx="7991480" cy="6860381"/>
          </a:xfrm>
        </p:grpSpPr>
        <p:pic>
          <p:nvPicPr>
            <p:cNvPr id="3" name="Graphic 2">
              <a:extLst>
                <a:ext uri="{FF2B5EF4-FFF2-40B4-BE49-F238E27FC236}">
                  <a16:creationId xmlns:a16="http://schemas.microsoft.com/office/drawing/2014/main" id="{2300173F-419B-F629-50C7-9282A057EE48}"/>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2406"/>
            <a:stretch>
              <a:fillRect/>
            </a:stretch>
          </p:blipFill>
          <p:spPr>
            <a:xfrm rot="16200000">
              <a:off x="4666295" y="3166109"/>
              <a:ext cx="3226117" cy="4157665"/>
            </a:xfrm>
            <a:custGeom>
              <a:avLst/>
              <a:gdLst>
                <a:gd name="connsiteX0" fmla="*/ 3226117 w 3226117"/>
                <a:gd name="connsiteY0" fmla="*/ 0 h 4157665"/>
                <a:gd name="connsiteX1" fmla="*/ 3226117 w 3226117"/>
                <a:gd name="connsiteY1" fmla="*/ 4157665 h 4157665"/>
                <a:gd name="connsiteX2" fmla="*/ 0 w 3226117"/>
                <a:gd name="connsiteY2" fmla="*/ 4157665 h 4157665"/>
                <a:gd name="connsiteX3" fmla="*/ 0 w 3226117"/>
                <a:gd name="connsiteY3" fmla="*/ 0 h 4157665"/>
              </a:gdLst>
              <a:ahLst/>
              <a:cxnLst>
                <a:cxn ang="0">
                  <a:pos x="connsiteX0" y="connsiteY0"/>
                </a:cxn>
                <a:cxn ang="0">
                  <a:pos x="connsiteX1" y="connsiteY1"/>
                </a:cxn>
                <a:cxn ang="0">
                  <a:pos x="connsiteX2" y="connsiteY2"/>
                </a:cxn>
                <a:cxn ang="0">
                  <a:pos x="connsiteX3" y="connsiteY3"/>
                </a:cxn>
              </a:cxnLst>
              <a:rect l="l" t="t" r="r" b="b"/>
              <a:pathLst>
                <a:path w="3226117" h="4157665">
                  <a:moveTo>
                    <a:pt x="3226117" y="0"/>
                  </a:moveTo>
                  <a:lnTo>
                    <a:pt x="3226117" y="4157665"/>
                  </a:lnTo>
                  <a:lnTo>
                    <a:pt x="0" y="4157665"/>
                  </a:lnTo>
                  <a:lnTo>
                    <a:pt x="0" y="0"/>
                  </a:lnTo>
                  <a:close/>
                </a:path>
              </a:pathLst>
            </a:custGeom>
          </p:spPr>
        </p:pic>
        <p:pic>
          <p:nvPicPr>
            <p:cNvPr id="5" name="Graphic 4">
              <a:extLst>
                <a:ext uri="{FF2B5EF4-FFF2-40B4-BE49-F238E27FC236}">
                  <a16:creationId xmlns:a16="http://schemas.microsoft.com/office/drawing/2014/main" id="{7D2D87CD-48DE-0B45-D9DF-C07C2409C02B}"/>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7789" t="12589"/>
            <a:stretch>
              <a:fillRect/>
            </a:stretch>
          </p:blipFill>
          <p:spPr>
            <a:xfrm flipH="1">
              <a:off x="8358186" y="-2381"/>
              <a:ext cx="3833815" cy="3634264"/>
            </a:xfrm>
            <a:custGeom>
              <a:avLst/>
              <a:gdLst>
                <a:gd name="connsiteX0" fmla="*/ 3833815 w 3833815"/>
                <a:gd name="connsiteY0" fmla="*/ 0 h 3634264"/>
                <a:gd name="connsiteX1" fmla="*/ 0 w 3833815"/>
                <a:gd name="connsiteY1" fmla="*/ 0 h 3634264"/>
                <a:gd name="connsiteX2" fmla="*/ 0 w 3833815"/>
                <a:gd name="connsiteY2" fmla="*/ 3634264 h 3634264"/>
                <a:gd name="connsiteX3" fmla="*/ 3833815 w 3833815"/>
                <a:gd name="connsiteY3" fmla="*/ 3634264 h 3634264"/>
              </a:gdLst>
              <a:ahLst/>
              <a:cxnLst>
                <a:cxn ang="0">
                  <a:pos x="connsiteX0" y="connsiteY0"/>
                </a:cxn>
                <a:cxn ang="0">
                  <a:pos x="connsiteX1" y="connsiteY1"/>
                </a:cxn>
                <a:cxn ang="0">
                  <a:pos x="connsiteX2" y="connsiteY2"/>
                </a:cxn>
                <a:cxn ang="0">
                  <a:pos x="connsiteX3" y="connsiteY3"/>
                </a:cxn>
              </a:cxnLst>
              <a:rect l="l" t="t" r="r" b="b"/>
              <a:pathLst>
                <a:path w="3833815" h="3634264">
                  <a:moveTo>
                    <a:pt x="3833815" y="0"/>
                  </a:moveTo>
                  <a:lnTo>
                    <a:pt x="0" y="0"/>
                  </a:lnTo>
                  <a:lnTo>
                    <a:pt x="0" y="3634264"/>
                  </a:lnTo>
                  <a:lnTo>
                    <a:pt x="3833815" y="3634264"/>
                  </a:lnTo>
                  <a:close/>
                </a:path>
              </a:pathLst>
            </a:custGeom>
          </p:spPr>
        </p:pic>
      </p:grpSp>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625" y="530715"/>
            <a:ext cx="5303520" cy="1554480"/>
          </a:xfrm>
        </p:spPr>
        <p:txBody>
          <a:bodyPr anchor="b"/>
          <a:lstStyle>
            <a:lvl1pPr>
              <a:spcAft>
                <a:spcPts val="300"/>
              </a:spcAft>
              <a:defRPr lang="en-US" sz="4400" kern="1200" dirty="0">
                <a:solidFill>
                  <a:schemeClr val="bg1"/>
                </a:solidFill>
                <a:latin typeface="+mj-lt"/>
                <a:ea typeface="+mn-ea"/>
                <a:cs typeface="+mn-cs"/>
              </a:defRPr>
            </a:lvl1pPr>
          </a:lstStyle>
          <a:p>
            <a:r>
              <a:rPr lang="en-US"/>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625" y="2082422"/>
            <a:ext cx="5303520" cy="1216152"/>
          </a:xfrm>
        </p:spPr>
        <p:txBody>
          <a:bodyPr/>
          <a:lstStyle>
            <a:lvl1pPr marL="0" indent="0">
              <a:buNone/>
              <a:defRPr sz="3200">
                <a:solidFill>
                  <a:schemeClr val="accent3"/>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625" y="4765675"/>
            <a:ext cx="3657600" cy="969264"/>
          </a:xfrm>
        </p:spPr>
        <p:txBody>
          <a:bodyPr/>
          <a:lstStyle>
            <a:lvl1pPr marL="0" indent="0">
              <a:buNone/>
              <a:defRPr lang="en-US" sz="1800" kern="1200" dirty="0">
                <a:solidFill>
                  <a:schemeClr val="bg1"/>
                </a:solidFill>
                <a:latin typeface="+mn-lt"/>
                <a:ea typeface="+mn-ea"/>
                <a:cs typeface="+mn-cs"/>
              </a:defRPr>
            </a:lvl1pPr>
          </a:lstStyle>
          <a:p>
            <a:pPr lvl="0"/>
            <a:r>
              <a:rPr lang="en-US"/>
              <a:t>Date</a:t>
            </a:r>
          </a:p>
        </p:txBody>
      </p:sp>
      <p:sp>
        <p:nvSpPr>
          <p:cNvPr id="4" name="Graphique 10" descr="Atos logo">
            <a:extLst>
              <a:ext uri="{FF2B5EF4-FFF2-40B4-BE49-F238E27FC236}">
                <a16:creationId xmlns:a16="http://schemas.microsoft.com/office/drawing/2014/main" id="{090DB5EA-F397-D75A-9B05-13145E2FB4AB}"/>
              </a:ext>
            </a:extLst>
          </p:cNvPr>
          <p:cNvSpPr>
            <a:spLocks noChangeAspect="1"/>
          </p:cNvSpPr>
          <p:nvPr userDrawn="1"/>
        </p:nvSpPr>
        <p:spPr>
          <a:xfrm>
            <a:off x="9848292"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6" name="Picture Placeholder 8">
            <a:extLst>
              <a:ext uri="{FF2B5EF4-FFF2-40B4-BE49-F238E27FC236}">
                <a16:creationId xmlns:a16="http://schemas.microsoft.com/office/drawing/2014/main" id="{21136FEB-67FD-1BA2-0C2E-719AB4E3BDA4}"/>
              </a:ext>
              <a:ext uri="{C183D7F6-B498-43B3-948B-1728B52AA6E4}">
                <adec:decorative xmlns:adec="http://schemas.microsoft.com/office/drawing/2017/decorative" val="1"/>
              </a:ext>
            </a:extLst>
          </p:cNvPr>
          <p:cNvSpPr>
            <a:spLocks noGrp="1" noChangeAspect="1"/>
          </p:cNvSpPr>
          <p:nvPr>
            <p:ph type="pic" sz="quarter" idx="11"/>
          </p:nvPr>
        </p:nvSpPr>
        <p:spPr>
          <a:xfrm>
            <a:off x="5881682" y="1155380"/>
            <a:ext cx="4953006" cy="4953006"/>
          </a:xfrm>
          <a:custGeom>
            <a:avLst/>
            <a:gdLst>
              <a:gd name="connsiteX0" fmla="*/ 2476503 w 4953006"/>
              <a:gd name="connsiteY0" fmla="*/ 0 h 4953006"/>
              <a:gd name="connsiteX1" fmla="*/ 4953006 w 4953006"/>
              <a:gd name="connsiteY1" fmla="*/ 2476503 h 4953006"/>
              <a:gd name="connsiteX2" fmla="*/ 2476503 w 4953006"/>
              <a:gd name="connsiteY2" fmla="*/ 4953006 h 4953006"/>
              <a:gd name="connsiteX3" fmla="*/ 0 w 4953006"/>
              <a:gd name="connsiteY3" fmla="*/ 2476503 h 4953006"/>
              <a:gd name="connsiteX4" fmla="*/ 2476503 w 4953006"/>
              <a:gd name="connsiteY4" fmla="*/ 0 h 49530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53006" h="4953006">
                <a:moveTo>
                  <a:pt x="2476503" y="0"/>
                </a:moveTo>
                <a:cubicBezTo>
                  <a:pt x="3844238" y="0"/>
                  <a:pt x="4953006" y="1108768"/>
                  <a:pt x="4953006" y="2476503"/>
                </a:cubicBezTo>
                <a:cubicBezTo>
                  <a:pt x="4953006" y="3844238"/>
                  <a:pt x="3844238" y="4953006"/>
                  <a:pt x="2476503" y="4953006"/>
                </a:cubicBezTo>
                <a:cubicBezTo>
                  <a:pt x="1108768" y="4953006"/>
                  <a:pt x="0" y="3844238"/>
                  <a:pt x="0" y="2476503"/>
                </a:cubicBezTo>
                <a:cubicBezTo>
                  <a:pt x="0" y="1108768"/>
                  <a:pt x="1108768" y="0"/>
                  <a:pt x="2476503" y="0"/>
                </a:cubicBezTo>
                <a:close/>
              </a:path>
            </a:pathLst>
          </a:custGeom>
        </p:spPr>
        <p:txBody>
          <a:bodyPr wrap="square" tIns="822960" bIns="0" anchor="ctr">
            <a:noAutofit/>
          </a:bodyPr>
          <a:lstStyle>
            <a:lvl1pPr marL="0" indent="0" algn="ctr">
              <a:buNone/>
              <a:defRPr>
                <a:solidFill>
                  <a:schemeClr val="bg1"/>
                </a:solidFill>
              </a:defRPr>
            </a:lvl1pPr>
          </a:lstStyle>
          <a:p>
            <a:r>
              <a:rPr lang="fr-FR"/>
              <a:t>Cliquez sur l'icône pour ajouter une image</a:t>
            </a:r>
            <a:endParaRPr lang="en-US"/>
          </a:p>
        </p:txBody>
      </p:sp>
    </p:spTree>
    <p:extLst>
      <p:ext uri="{BB962C8B-B14F-4D97-AF65-F5344CB8AC3E}">
        <p14:creationId xmlns:p14="http://schemas.microsoft.com/office/powerpoint/2010/main" val="2917949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Cover 10">
    <p:bg>
      <p:bgPr>
        <a:solidFill>
          <a:schemeClr val="accent3"/>
        </a:solidFill>
        <a:effectLst/>
      </p:bgPr>
    </p:bg>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D5EF951F-554C-3E85-1065-5922EBE82011}"/>
              </a:ext>
              <a:ext uri="{C183D7F6-B498-43B3-948B-1728B52AA6E4}">
                <adec:decorative xmlns:adec="http://schemas.microsoft.com/office/drawing/2017/decorative" val="1"/>
              </a:ext>
            </a:extLst>
          </p:cNvPr>
          <p:cNvGrpSpPr/>
          <p:nvPr userDrawn="1"/>
        </p:nvGrpSpPr>
        <p:grpSpPr>
          <a:xfrm>
            <a:off x="4200521" y="-2381"/>
            <a:ext cx="7991480" cy="6860381"/>
            <a:chOff x="4200521" y="-2381"/>
            <a:chExt cx="7991480" cy="6860381"/>
          </a:xfrm>
          <a:solidFill>
            <a:schemeClr val="accent2"/>
          </a:solidFill>
        </p:grpSpPr>
        <p:pic>
          <p:nvPicPr>
            <p:cNvPr id="3" name="Graphic 2">
              <a:extLst>
                <a:ext uri="{FF2B5EF4-FFF2-40B4-BE49-F238E27FC236}">
                  <a16:creationId xmlns:a16="http://schemas.microsoft.com/office/drawing/2014/main" id="{2300173F-419B-F629-50C7-9282A057EE48}"/>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2406"/>
            <a:stretch>
              <a:fillRect/>
            </a:stretch>
          </p:blipFill>
          <p:spPr>
            <a:xfrm rot="16200000">
              <a:off x="4666295" y="3166109"/>
              <a:ext cx="3226117" cy="4157665"/>
            </a:xfrm>
            <a:custGeom>
              <a:avLst/>
              <a:gdLst>
                <a:gd name="connsiteX0" fmla="*/ 3226117 w 3226117"/>
                <a:gd name="connsiteY0" fmla="*/ 0 h 4157665"/>
                <a:gd name="connsiteX1" fmla="*/ 3226117 w 3226117"/>
                <a:gd name="connsiteY1" fmla="*/ 4157665 h 4157665"/>
                <a:gd name="connsiteX2" fmla="*/ 0 w 3226117"/>
                <a:gd name="connsiteY2" fmla="*/ 4157665 h 4157665"/>
                <a:gd name="connsiteX3" fmla="*/ 0 w 3226117"/>
                <a:gd name="connsiteY3" fmla="*/ 0 h 4157665"/>
              </a:gdLst>
              <a:ahLst/>
              <a:cxnLst>
                <a:cxn ang="0">
                  <a:pos x="connsiteX0" y="connsiteY0"/>
                </a:cxn>
                <a:cxn ang="0">
                  <a:pos x="connsiteX1" y="connsiteY1"/>
                </a:cxn>
                <a:cxn ang="0">
                  <a:pos x="connsiteX2" y="connsiteY2"/>
                </a:cxn>
                <a:cxn ang="0">
                  <a:pos x="connsiteX3" y="connsiteY3"/>
                </a:cxn>
              </a:cxnLst>
              <a:rect l="l" t="t" r="r" b="b"/>
              <a:pathLst>
                <a:path w="3226117" h="4157665">
                  <a:moveTo>
                    <a:pt x="3226117" y="0"/>
                  </a:moveTo>
                  <a:lnTo>
                    <a:pt x="3226117" y="4157665"/>
                  </a:lnTo>
                  <a:lnTo>
                    <a:pt x="0" y="4157665"/>
                  </a:lnTo>
                  <a:lnTo>
                    <a:pt x="0" y="0"/>
                  </a:lnTo>
                  <a:close/>
                </a:path>
              </a:pathLst>
            </a:custGeom>
          </p:spPr>
        </p:pic>
        <p:pic>
          <p:nvPicPr>
            <p:cNvPr id="5" name="Graphic 4">
              <a:extLst>
                <a:ext uri="{FF2B5EF4-FFF2-40B4-BE49-F238E27FC236}">
                  <a16:creationId xmlns:a16="http://schemas.microsoft.com/office/drawing/2014/main" id="{7D2D87CD-48DE-0B45-D9DF-C07C2409C02B}"/>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7789" t="12589"/>
            <a:stretch>
              <a:fillRect/>
            </a:stretch>
          </p:blipFill>
          <p:spPr>
            <a:xfrm flipH="1">
              <a:off x="8358186" y="-2381"/>
              <a:ext cx="3833815" cy="3634264"/>
            </a:xfrm>
            <a:custGeom>
              <a:avLst/>
              <a:gdLst>
                <a:gd name="connsiteX0" fmla="*/ 3833815 w 3833815"/>
                <a:gd name="connsiteY0" fmla="*/ 0 h 3634264"/>
                <a:gd name="connsiteX1" fmla="*/ 0 w 3833815"/>
                <a:gd name="connsiteY1" fmla="*/ 0 h 3634264"/>
                <a:gd name="connsiteX2" fmla="*/ 0 w 3833815"/>
                <a:gd name="connsiteY2" fmla="*/ 3634264 h 3634264"/>
                <a:gd name="connsiteX3" fmla="*/ 3833815 w 3833815"/>
                <a:gd name="connsiteY3" fmla="*/ 3634264 h 3634264"/>
              </a:gdLst>
              <a:ahLst/>
              <a:cxnLst>
                <a:cxn ang="0">
                  <a:pos x="connsiteX0" y="connsiteY0"/>
                </a:cxn>
                <a:cxn ang="0">
                  <a:pos x="connsiteX1" y="connsiteY1"/>
                </a:cxn>
                <a:cxn ang="0">
                  <a:pos x="connsiteX2" y="connsiteY2"/>
                </a:cxn>
                <a:cxn ang="0">
                  <a:pos x="connsiteX3" y="connsiteY3"/>
                </a:cxn>
              </a:cxnLst>
              <a:rect l="l" t="t" r="r" b="b"/>
              <a:pathLst>
                <a:path w="3833815" h="3634264">
                  <a:moveTo>
                    <a:pt x="3833815" y="0"/>
                  </a:moveTo>
                  <a:lnTo>
                    <a:pt x="0" y="0"/>
                  </a:lnTo>
                  <a:lnTo>
                    <a:pt x="0" y="3634264"/>
                  </a:lnTo>
                  <a:lnTo>
                    <a:pt x="3833815" y="3634264"/>
                  </a:lnTo>
                  <a:close/>
                </a:path>
              </a:pathLst>
            </a:custGeom>
          </p:spPr>
        </p:pic>
      </p:grpSp>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625" y="530715"/>
            <a:ext cx="5303520" cy="1554480"/>
          </a:xfrm>
        </p:spPr>
        <p:txBody>
          <a:bodyPr anchor="b"/>
          <a:lstStyle>
            <a:lvl1pPr>
              <a:spcAft>
                <a:spcPts val="300"/>
              </a:spcAft>
              <a:defRPr lang="en-US" sz="4400" kern="1200" dirty="0">
                <a:solidFill>
                  <a:schemeClr val="bg1"/>
                </a:solidFill>
                <a:latin typeface="+mj-lt"/>
                <a:ea typeface="+mn-ea"/>
                <a:cs typeface="+mn-cs"/>
              </a:defRPr>
            </a:lvl1pPr>
          </a:lstStyle>
          <a:p>
            <a:r>
              <a:rPr lang="en-US"/>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625" y="2082422"/>
            <a:ext cx="5303520" cy="1216152"/>
          </a:xfrm>
        </p:spPr>
        <p:txBody>
          <a:bodyPr/>
          <a:lstStyle>
            <a:lvl1pPr marL="0" indent="0">
              <a:buNone/>
              <a:defRPr sz="3200">
                <a:solidFill>
                  <a:schemeClr val="accent2"/>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625" y="4765675"/>
            <a:ext cx="3657600" cy="969264"/>
          </a:xfrm>
        </p:spPr>
        <p:txBody>
          <a:bodyPr/>
          <a:lstStyle>
            <a:lvl1pPr marL="0" indent="0">
              <a:buNone/>
              <a:defRPr lang="en-US" sz="1800" kern="1200" dirty="0">
                <a:solidFill>
                  <a:schemeClr val="bg1"/>
                </a:solidFill>
                <a:latin typeface="+mn-lt"/>
                <a:ea typeface="+mn-ea"/>
                <a:cs typeface="+mn-cs"/>
              </a:defRPr>
            </a:lvl1pPr>
          </a:lstStyle>
          <a:p>
            <a:pPr lvl="0"/>
            <a:r>
              <a:rPr lang="en-US"/>
              <a:t>Date</a:t>
            </a:r>
          </a:p>
        </p:txBody>
      </p:sp>
      <p:sp>
        <p:nvSpPr>
          <p:cNvPr id="4" name="Graphique 10" descr="Atos logo">
            <a:extLst>
              <a:ext uri="{FF2B5EF4-FFF2-40B4-BE49-F238E27FC236}">
                <a16:creationId xmlns:a16="http://schemas.microsoft.com/office/drawing/2014/main" id="{090DB5EA-F397-D75A-9B05-13145E2FB4AB}"/>
              </a:ext>
            </a:extLst>
          </p:cNvPr>
          <p:cNvSpPr>
            <a:spLocks noChangeAspect="1"/>
          </p:cNvSpPr>
          <p:nvPr userDrawn="1"/>
        </p:nvSpPr>
        <p:spPr>
          <a:xfrm>
            <a:off x="9848292"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6" name="Picture Placeholder 8">
            <a:extLst>
              <a:ext uri="{FF2B5EF4-FFF2-40B4-BE49-F238E27FC236}">
                <a16:creationId xmlns:a16="http://schemas.microsoft.com/office/drawing/2014/main" id="{21136FEB-67FD-1BA2-0C2E-719AB4E3BDA4}"/>
              </a:ext>
              <a:ext uri="{C183D7F6-B498-43B3-948B-1728B52AA6E4}">
                <adec:decorative xmlns:adec="http://schemas.microsoft.com/office/drawing/2017/decorative" val="1"/>
              </a:ext>
            </a:extLst>
          </p:cNvPr>
          <p:cNvSpPr>
            <a:spLocks noGrp="1" noChangeAspect="1"/>
          </p:cNvSpPr>
          <p:nvPr>
            <p:ph type="pic" sz="quarter" idx="11"/>
          </p:nvPr>
        </p:nvSpPr>
        <p:spPr>
          <a:xfrm>
            <a:off x="5881682" y="1155380"/>
            <a:ext cx="4953006" cy="4953006"/>
          </a:xfrm>
          <a:custGeom>
            <a:avLst/>
            <a:gdLst>
              <a:gd name="connsiteX0" fmla="*/ 2476503 w 4953006"/>
              <a:gd name="connsiteY0" fmla="*/ 0 h 4953006"/>
              <a:gd name="connsiteX1" fmla="*/ 4953006 w 4953006"/>
              <a:gd name="connsiteY1" fmla="*/ 2476503 h 4953006"/>
              <a:gd name="connsiteX2" fmla="*/ 2476503 w 4953006"/>
              <a:gd name="connsiteY2" fmla="*/ 4953006 h 4953006"/>
              <a:gd name="connsiteX3" fmla="*/ 0 w 4953006"/>
              <a:gd name="connsiteY3" fmla="*/ 2476503 h 4953006"/>
              <a:gd name="connsiteX4" fmla="*/ 2476503 w 4953006"/>
              <a:gd name="connsiteY4" fmla="*/ 0 h 49530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53006" h="4953006">
                <a:moveTo>
                  <a:pt x="2476503" y="0"/>
                </a:moveTo>
                <a:cubicBezTo>
                  <a:pt x="3844238" y="0"/>
                  <a:pt x="4953006" y="1108768"/>
                  <a:pt x="4953006" y="2476503"/>
                </a:cubicBezTo>
                <a:cubicBezTo>
                  <a:pt x="4953006" y="3844238"/>
                  <a:pt x="3844238" y="4953006"/>
                  <a:pt x="2476503" y="4953006"/>
                </a:cubicBezTo>
                <a:cubicBezTo>
                  <a:pt x="1108768" y="4953006"/>
                  <a:pt x="0" y="3844238"/>
                  <a:pt x="0" y="2476503"/>
                </a:cubicBezTo>
                <a:cubicBezTo>
                  <a:pt x="0" y="1108768"/>
                  <a:pt x="1108768" y="0"/>
                  <a:pt x="2476503" y="0"/>
                </a:cubicBezTo>
                <a:close/>
              </a:path>
            </a:pathLst>
          </a:custGeom>
        </p:spPr>
        <p:txBody>
          <a:bodyPr wrap="square" tIns="822960" bIns="0" anchor="ctr">
            <a:noAutofit/>
          </a:bodyPr>
          <a:lstStyle>
            <a:lvl1pPr marL="0" indent="0" algn="ctr">
              <a:buNone/>
              <a:defRPr>
                <a:solidFill>
                  <a:schemeClr val="bg1"/>
                </a:solidFill>
              </a:defRPr>
            </a:lvl1pPr>
          </a:lstStyle>
          <a:p>
            <a:r>
              <a:rPr lang="fr-FR"/>
              <a:t>Cliquez sur l'icône pour ajouter une image</a:t>
            </a:r>
            <a:endParaRPr lang="en-US"/>
          </a:p>
        </p:txBody>
      </p:sp>
    </p:spTree>
    <p:extLst>
      <p:ext uri="{BB962C8B-B14F-4D97-AF65-F5344CB8AC3E}">
        <p14:creationId xmlns:p14="http://schemas.microsoft.com/office/powerpoint/2010/main" val="1436285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Cover 11">
    <p:bg>
      <p:bgPr>
        <a:solidFill>
          <a:schemeClr val="accent1"/>
        </a:solidFill>
        <a:effectLst/>
      </p:bgPr>
    </p:bg>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E9FF5033-5E44-E1B8-D6DD-F55FB72BF455}"/>
              </a:ext>
              <a:ext uri="{C183D7F6-B498-43B3-948B-1728B52AA6E4}">
                <adec:decorative xmlns:adec="http://schemas.microsoft.com/office/drawing/2017/decorative" val="1"/>
              </a:ext>
            </a:extLst>
          </p:cNvPr>
          <p:cNvGrpSpPr/>
          <p:nvPr userDrawn="1"/>
        </p:nvGrpSpPr>
        <p:grpSpPr>
          <a:xfrm>
            <a:off x="2" y="0"/>
            <a:ext cx="7896674" cy="6858000"/>
            <a:chOff x="2" y="0"/>
            <a:chExt cx="7896674" cy="6858000"/>
          </a:xfrm>
        </p:grpSpPr>
        <p:pic>
          <p:nvPicPr>
            <p:cNvPr id="2" name="Graphic 1">
              <a:extLst>
                <a:ext uri="{FF2B5EF4-FFF2-40B4-BE49-F238E27FC236}">
                  <a16:creationId xmlns:a16="http://schemas.microsoft.com/office/drawing/2014/main" id="{BF014B4C-83B9-0576-FE13-69430D5CC810}"/>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2407" t="10069"/>
            <a:stretch/>
          </p:blipFill>
          <p:spPr>
            <a:xfrm rot="16200000">
              <a:off x="256450" y="3375434"/>
              <a:ext cx="3226118" cy="3739014"/>
            </a:xfrm>
            <a:custGeom>
              <a:avLst/>
              <a:gdLst>
                <a:gd name="connsiteX0" fmla="*/ 3226117 w 3226117"/>
                <a:gd name="connsiteY0" fmla="*/ 0 h 4157665"/>
                <a:gd name="connsiteX1" fmla="*/ 3226117 w 3226117"/>
                <a:gd name="connsiteY1" fmla="*/ 4157665 h 4157665"/>
                <a:gd name="connsiteX2" fmla="*/ 0 w 3226117"/>
                <a:gd name="connsiteY2" fmla="*/ 4157665 h 4157665"/>
                <a:gd name="connsiteX3" fmla="*/ 0 w 3226117"/>
                <a:gd name="connsiteY3" fmla="*/ 0 h 4157665"/>
              </a:gdLst>
              <a:ahLst/>
              <a:cxnLst>
                <a:cxn ang="0">
                  <a:pos x="connsiteX0" y="connsiteY0"/>
                </a:cxn>
                <a:cxn ang="0">
                  <a:pos x="connsiteX1" y="connsiteY1"/>
                </a:cxn>
                <a:cxn ang="0">
                  <a:pos x="connsiteX2" y="connsiteY2"/>
                </a:cxn>
                <a:cxn ang="0">
                  <a:pos x="connsiteX3" y="connsiteY3"/>
                </a:cxn>
              </a:cxnLst>
              <a:rect l="l" t="t" r="r" b="b"/>
              <a:pathLst>
                <a:path w="3226117" h="4157665">
                  <a:moveTo>
                    <a:pt x="3226117" y="0"/>
                  </a:moveTo>
                  <a:lnTo>
                    <a:pt x="3226117" y="4157665"/>
                  </a:lnTo>
                  <a:lnTo>
                    <a:pt x="0" y="4157665"/>
                  </a:lnTo>
                  <a:lnTo>
                    <a:pt x="0" y="0"/>
                  </a:lnTo>
                  <a:close/>
                </a:path>
              </a:pathLst>
            </a:custGeom>
          </p:spPr>
        </p:pic>
        <p:pic>
          <p:nvPicPr>
            <p:cNvPr id="8" name="Graphic 7">
              <a:extLst>
                <a:ext uri="{FF2B5EF4-FFF2-40B4-BE49-F238E27FC236}">
                  <a16:creationId xmlns:a16="http://schemas.microsoft.com/office/drawing/2014/main" id="{E7101DCD-340A-AEE2-4F6A-273D7374B4F0}"/>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 t="12646" r="1" b="-1"/>
            <a:stretch/>
          </p:blipFill>
          <p:spPr>
            <a:xfrm flipH="1">
              <a:off x="3739012" y="0"/>
              <a:ext cx="4157664" cy="3631883"/>
            </a:xfrm>
            <a:custGeom>
              <a:avLst/>
              <a:gdLst>
                <a:gd name="connsiteX0" fmla="*/ 3833815 w 3833815"/>
                <a:gd name="connsiteY0" fmla="*/ 0 h 3634264"/>
                <a:gd name="connsiteX1" fmla="*/ 0 w 3833815"/>
                <a:gd name="connsiteY1" fmla="*/ 0 h 3634264"/>
                <a:gd name="connsiteX2" fmla="*/ 0 w 3833815"/>
                <a:gd name="connsiteY2" fmla="*/ 3634264 h 3634264"/>
                <a:gd name="connsiteX3" fmla="*/ 3833815 w 3833815"/>
                <a:gd name="connsiteY3" fmla="*/ 3634264 h 3634264"/>
              </a:gdLst>
              <a:ahLst/>
              <a:cxnLst>
                <a:cxn ang="0">
                  <a:pos x="connsiteX0" y="connsiteY0"/>
                </a:cxn>
                <a:cxn ang="0">
                  <a:pos x="connsiteX1" y="connsiteY1"/>
                </a:cxn>
                <a:cxn ang="0">
                  <a:pos x="connsiteX2" y="connsiteY2"/>
                </a:cxn>
                <a:cxn ang="0">
                  <a:pos x="connsiteX3" y="connsiteY3"/>
                </a:cxn>
              </a:cxnLst>
              <a:rect l="l" t="t" r="r" b="b"/>
              <a:pathLst>
                <a:path w="3833815" h="3634264">
                  <a:moveTo>
                    <a:pt x="3833815" y="0"/>
                  </a:moveTo>
                  <a:lnTo>
                    <a:pt x="0" y="0"/>
                  </a:lnTo>
                  <a:lnTo>
                    <a:pt x="0" y="3634264"/>
                  </a:lnTo>
                  <a:lnTo>
                    <a:pt x="3833815" y="3634264"/>
                  </a:lnTo>
                  <a:close/>
                </a:path>
              </a:pathLst>
            </a:custGeom>
          </p:spPr>
        </p:pic>
      </p:grpSp>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8102279" y="1457532"/>
            <a:ext cx="3657600" cy="1435608"/>
          </a:xfrm>
        </p:spPr>
        <p:txBody>
          <a:bodyPr anchor="b"/>
          <a:lstStyle>
            <a:lvl1pPr algn="r">
              <a:spcAft>
                <a:spcPts val="300"/>
              </a:spcAft>
              <a:defRPr lang="en-US" sz="4400" kern="1200" dirty="0">
                <a:solidFill>
                  <a:schemeClr val="bg1"/>
                </a:solidFill>
                <a:latin typeface="+mj-lt"/>
                <a:ea typeface="+mn-ea"/>
                <a:cs typeface="+mn-cs"/>
              </a:defRPr>
            </a:lvl1pPr>
          </a:lstStyle>
          <a:p>
            <a:r>
              <a:rPr lang="en-US"/>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8102279" y="2891679"/>
            <a:ext cx="3657600" cy="1828800"/>
          </a:xfrm>
        </p:spPr>
        <p:txBody>
          <a:bodyPr/>
          <a:lstStyle>
            <a:lvl1pPr marL="0" indent="0" algn="r">
              <a:buNone/>
              <a:defRPr sz="3200">
                <a:solidFill>
                  <a:schemeClr val="accent3"/>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8102280" y="4940644"/>
            <a:ext cx="3657600" cy="548640"/>
          </a:xfrm>
        </p:spPr>
        <p:txBody>
          <a:bodyPr/>
          <a:lstStyle>
            <a:lvl1pPr marL="0" indent="0" algn="r">
              <a:buNone/>
              <a:defRPr lang="en-US" sz="1800" kern="1200" dirty="0">
                <a:solidFill>
                  <a:schemeClr val="bg1"/>
                </a:solidFill>
                <a:latin typeface="+mn-lt"/>
                <a:ea typeface="+mn-ea"/>
                <a:cs typeface="+mn-cs"/>
              </a:defRPr>
            </a:lvl1pPr>
          </a:lstStyle>
          <a:p>
            <a:pPr lvl="0"/>
            <a:r>
              <a:rPr lang="en-US"/>
              <a:t>Date</a:t>
            </a:r>
          </a:p>
        </p:txBody>
      </p:sp>
      <p:sp>
        <p:nvSpPr>
          <p:cNvPr id="4" name="Graphique 10" descr="Atos logo">
            <a:extLst>
              <a:ext uri="{FF2B5EF4-FFF2-40B4-BE49-F238E27FC236}">
                <a16:creationId xmlns:a16="http://schemas.microsoft.com/office/drawing/2014/main" id="{090DB5EA-F397-D75A-9B05-13145E2FB4AB}"/>
              </a:ext>
            </a:extLst>
          </p:cNvPr>
          <p:cNvSpPr>
            <a:spLocks noChangeAspect="1"/>
          </p:cNvSpPr>
          <p:nvPr userDrawn="1"/>
        </p:nvSpPr>
        <p:spPr>
          <a:xfrm>
            <a:off x="9848292"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9" name="Picture Placeholder 8">
            <a:extLst>
              <a:ext uri="{FF2B5EF4-FFF2-40B4-BE49-F238E27FC236}">
                <a16:creationId xmlns:a16="http://schemas.microsoft.com/office/drawing/2014/main" id="{A2148EF5-6FCE-B812-3DA7-56E932357920}"/>
              </a:ext>
              <a:ext uri="{C183D7F6-B498-43B3-948B-1728B52AA6E4}">
                <adec:decorative xmlns:adec="http://schemas.microsoft.com/office/drawing/2017/decorative" val="1"/>
              </a:ext>
            </a:extLst>
          </p:cNvPr>
          <p:cNvSpPr>
            <a:spLocks noGrp="1" noChangeAspect="1"/>
          </p:cNvSpPr>
          <p:nvPr>
            <p:ph type="pic" sz="quarter" idx="16" hasCustomPrompt="1"/>
          </p:nvPr>
        </p:nvSpPr>
        <p:spPr>
          <a:xfrm>
            <a:off x="1262510" y="1155380"/>
            <a:ext cx="4953006" cy="4953006"/>
          </a:xfrm>
          <a:custGeom>
            <a:avLst/>
            <a:gdLst>
              <a:gd name="connsiteX0" fmla="*/ 2476503 w 4953006"/>
              <a:gd name="connsiteY0" fmla="*/ 0 h 4953006"/>
              <a:gd name="connsiteX1" fmla="*/ 4953006 w 4953006"/>
              <a:gd name="connsiteY1" fmla="*/ 2476503 h 4953006"/>
              <a:gd name="connsiteX2" fmla="*/ 2476503 w 4953006"/>
              <a:gd name="connsiteY2" fmla="*/ 4953006 h 4953006"/>
              <a:gd name="connsiteX3" fmla="*/ 0 w 4953006"/>
              <a:gd name="connsiteY3" fmla="*/ 2476503 h 4953006"/>
              <a:gd name="connsiteX4" fmla="*/ 2476503 w 4953006"/>
              <a:gd name="connsiteY4" fmla="*/ 0 h 49530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53006" h="4953006">
                <a:moveTo>
                  <a:pt x="2476503" y="0"/>
                </a:moveTo>
                <a:cubicBezTo>
                  <a:pt x="3844238" y="0"/>
                  <a:pt x="4953006" y="1108768"/>
                  <a:pt x="4953006" y="2476503"/>
                </a:cubicBezTo>
                <a:cubicBezTo>
                  <a:pt x="4953006" y="3844238"/>
                  <a:pt x="3844238" y="4953006"/>
                  <a:pt x="2476503" y="4953006"/>
                </a:cubicBezTo>
                <a:cubicBezTo>
                  <a:pt x="1108768" y="4953006"/>
                  <a:pt x="0" y="3844238"/>
                  <a:pt x="0" y="2476503"/>
                </a:cubicBezTo>
                <a:cubicBezTo>
                  <a:pt x="0" y="1108768"/>
                  <a:pt x="1108768" y="0"/>
                  <a:pt x="2476503" y="0"/>
                </a:cubicBezTo>
                <a:close/>
              </a:path>
            </a:pathLst>
          </a:custGeom>
        </p:spPr>
        <p:txBody>
          <a:bodyPr wrap="square" tIns="1737360" bIns="0" anchor="ctr">
            <a:noAutofit/>
          </a:bodyPr>
          <a:lstStyle>
            <a:lvl1pPr marL="0" indent="0" algn="ctr">
              <a:spcAft>
                <a:spcPts val="0"/>
              </a:spcAft>
              <a:buNone/>
              <a:defRPr>
                <a:solidFill>
                  <a:schemeClr val="bg1"/>
                </a:solidFill>
              </a:defRPr>
            </a:lvl1pPr>
          </a:lstStyle>
          <a:p>
            <a:r>
              <a:rPr lang="en-US"/>
              <a:t>Click icon to add picture</a:t>
            </a:r>
            <a:br>
              <a:rPr lang="en-US"/>
            </a:br>
            <a:r>
              <a:rPr lang="en-US"/>
              <a:t>[Reading order of this slide is</a:t>
            </a:r>
            <a:br>
              <a:rPr lang="en-US"/>
            </a:br>
            <a:r>
              <a:rPr lang="en-US"/>
              <a:t>failing currently as you need to</a:t>
            </a:r>
            <a:br>
              <a:rPr lang="en-US"/>
            </a:br>
            <a:r>
              <a:rPr lang="en-US"/>
              <a:t>either label your image decorative]</a:t>
            </a:r>
          </a:p>
        </p:txBody>
      </p:sp>
    </p:spTree>
    <p:extLst>
      <p:ext uri="{BB962C8B-B14F-4D97-AF65-F5344CB8AC3E}">
        <p14:creationId xmlns:p14="http://schemas.microsoft.com/office/powerpoint/2010/main" val="15129805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Cover 12">
    <p:bg>
      <p:bgPr>
        <a:solidFill>
          <a:schemeClr val="accent3"/>
        </a:solidFill>
        <a:effectLst/>
      </p:bgPr>
    </p:bg>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E9FF5033-5E44-E1B8-D6DD-F55FB72BF455}"/>
              </a:ext>
              <a:ext uri="{C183D7F6-B498-43B3-948B-1728B52AA6E4}">
                <adec:decorative xmlns:adec="http://schemas.microsoft.com/office/drawing/2017/decorative" val="1"/>
              </a:ext>
            </a:extLst>
          </p:cNvPr>
          <p:cNvGrpSpPr/>
          <p:nvPr userDrawn="1"/>
        </p:nvGrpSpPr>
        <p:grpSpPr>
          <a:xfrm>
            <a:off x="2" y="0"/>
            <a:ext cx="7896674" cy="6858000"/>
            <a:chOff x="2" y="0"/>
            <a:chExt cx="7896674" cy="6858000"/>
          </a:xfrm>
          <a:solidFill>
            <a:schemeClr val="accent2"/>
          </a:solidFill>
        </p:grpSpPr>
        <p:pic>
          <p:nvPicPr>
            <p:cNvPr id="2" name="Graphic 1">
              <a:extLst>
                <a:ext uri="{FF2B5EF4-FFF2-40B4-BE49-F238E27FC236}">
                  <a16:creationId xmlns:a16="http://schemas.microsoft.com/office/drawing/2014/main" id="{BF014B4C-83B9-0576-FE13-69430D5CC810}"/>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2407" t="10069"/>
            <a:stretch/>
          </p:blipFill>
          <p:spPr>
            <a:xfrm rot="16200000">
              <a:off x="256450" y="3375434"/>
              <a:ext cx="3226118" cy="3739014"/>
            </a:xfrm>
            <a:custGeom>
              <a:avLst/>
              <a:gdLst>
                <a:gd name="connsiteX0" fmla="*/ 3226117 w 3226117"/>
                <a:gd name="connsiteY0" fmla="*/ 0 h 4157665"/>
                <a:gd name="connsiteX1" fmla="*/ 3226117 w 3226117"/>
                <a:gd name="connsiteY1" fmla="*/ 4157665 h 4157665"/>
                <a:gd name="connsiteX2" fmla="*/ 0 w 3226117"/>
                <a:gd name="connsiteY2" fmla="*/ 4157665 h 4157665"/>
                <a:gd name="connsiteX3" fmla="*/ 0 w 3226117"/>
                <a:gd name="connsiteY3" fmla="*/ 0 h 4157665"/>
              </a:gdLst>
              <a:ahLst/>
              <a:cxnLst>
                <a:cxn ang="0">
                  <a:pos x="connsiteX0" y="connsiteY0"/>
                </a:cxn>
                <a:cxn ang="0">
                  <a:pos x="connsiteX1" y="connsiteY1"/>
                </a:cxn>
                <a:cxn ang="0">
                  <a:pos x="connsiteX2" y="connsiteY2"/>
                </a:cxn>
                <a:cxn ang="0">
                  <a:pos x="connsiteX3" y="connsiteY3"/>
                </a:cxn>
              </a:cxnLst>
              <a:rect l="l" t="t" r="r" b="b"/>
              <a:pathLst>
                <a:path w="3226117" h="4157665">
                  <a:moveTo>
                    <a:pt x="3226117" y="0"/>
                  </a:moveTo>
                  <a:lnTo>
                    <a:pt x="3226117" y="4157665"/>
                  </a:lnTo>
                  <a:lnTo>
                    <a:pt x="0" y="4157665"/>
                  </a:lnTo>
                  <a:lnTo>
                    <a:pt x="0" y="0"/>
                  </a:lnTo>
                  <a:close/>
                </a:path>
              </a:pathLst>
            </a:custGeom>
          </p:spPr>
        </p:pic>
        <p:pic>
          <p:nvPicPr>
            <p:cNvPr id="8" name="Graphic 7">
              <a:extLst>
                <a:ext uri="{FF2B5EF4-FFF2-40B4-BE49-F238E27FC236}">
                  <a16:creationId xmlns:a16="http://schemas.microsoft.com/office/drawing/2014/main" id="{E7101DCD-340A-AEE2-4F6A-273D7374B4F0}"/>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 t="12646" r="1" b="-1"/>
            <a:stretch/>
          </p:blipFill>
          <p:spPr>
            <a:xfrm flipH="1">
              <a:off x="3739012" y="0"/>
              <a:ext cx="4157664" cy="3631883"/>
            </a:xfrm>
            <a:custGeom>
              <a:avLst/>
              <a:gdLst>
                <a:gd name="connsiteX0" fmla="*/ 3833815 w 3833815"/>
                <a:gd name="connsiteY0" fmla="*/ 0 h 3634264"/>
                <a:gd name="connsiteX1" fmla="*/ 0 w 3833815"/>
                <a:gd name="connsiteY1" fmla="*/ 0 h 3634264"/>
                <a:gd name="connsiteX2" fmla="*/ 0 w 3833815"/>
                <a:gd name="connsiteY2" fmla="*/ 3634264 h 3634264"/>
                <a:gd name="connsiteX3" fmla="*/ 3833815 w 3833815"/>
                <a:gd name="connsiteY3" fmla="*/ 3634264 h 3634264"/>
              </a:gdLst>
              <a:ahLst/>
              <a:cxnLst>
                <a:cxn ang="0">
                  <a:pos x="connsiteX0" y="connsiteY0"/>
                </a:cxn>
                <a:cxn ang="0">
                  <a:pos x="connsiteX1" y="connsiteY1"/>
                </a:cxn>
                <a:cxn ang="0">
                  <a:pos x="connsiteX2" y="connsiteY2"/>
                </a:cxn>
                <a:cxn ang="0">
                  <a:pos x="connsiteX3" y="connsiteY3"/>
                </a:cxn>
              </a:cxnLst>
              <a:rect l="l" t="t" r="r" b="b"/>
              <a:pathLst>
                <a:path w="3833815" h="3634264">
                  <a:moveTo>
                    <a:pt x="3833815" y="0"/>
                  </a:moveTo>
                  <a:lnTo>
                    <a:pt x="0" y="0"/>
                  </a:lnTo>
                  <a:lnTo>
                    <a:pt x="0" y="3634264"/>
                  </a:lnTo>
                  <a:lnTo>
                    <a:pt x="3833815" y="3634264"/>
                  </a:lnTo>
                  <a:close/>
                </a:path>
              </a:pathLst>
            </a:custGeom>
          </p:spPr>
        </p:pic>
      </p:grpSp>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8102279" y="1457532"/>
            <a:ext cx="3657600" cy="1435608"/>
          </a:xfrm>
        </p:spPr>
        <p:txBody>
          <a:bodyPr anchor="b"/>
          <a:lstStyle>
            <a:lvl1pPr algn="r">
              <a:spcAft>
                <a:spcPts val="300"/>
              </a:spcAft>
              <a:defRPr lang="en-US" sz="4400" kern="1200" dirty="0">
                <a:solidFill>
                  <a:schemeClr val="bg1"/>
                </a:solidFill>
                <a:latin typeface="+mj-lt"/>
                <a:ea typeface="+mn-ea"/>
                <a:cs typeface="+mn-cs"/>
              </a:defRPr>
            </a:lvl1pPr>
          </a:lstStyle>
          <a:p>
            <a:r>
              <a:rPr lang="en-US"/>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8102279" y="2891679"/>
            <a:ext cx="3657600" cy="1828800"/>
          </a:xfrm>
        </p:spPr>
        <p:txBody>
          <a:bodyPr/>
          <a:lstStyle>
            <a:lvl1pPr marL="0" indent="0" algn="r">
              <a:buNone/>
              <a:defRPr sz="3200">
                <a:solidFill>
                  <a:schemeClr val="accent2"/>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8102280" y="4940644"/>
            <a:ext cx="3657600" cy="548640"/>
          </a:xfrm>
        </p:spPr>
        <p:txBody>
          <a:bodyPr/>
          <a:lstStyle>
            <a:lvl1pPr marL="0" indent="0" algn="r">
              <a:buNone/>
              <a:defRPr lang="en-US" sz="1800" kern="1200" dirty="0">
                <a:solidFill>
                  <a:schemeClr val="bg1"/>
                </a:solidFill>
                <a:latin typeface="+mn-lt"/>
                <a:ea typeface="+mn-ea"/>
                <a:cs typeface="+mn-cs"/>
              </a:defRPr>
            </a:lvl1pPr>
          </a:lstStyle>
          <a:p>
            <a:pPr lvl="0"/>
            <a:r>
              <a:rPr lang="en-US"/>
              <a:t>Date</a:t>
            </a:r>
          </a:p>
        </p:txBody>
      </p:sp>
      <p:sp>
        <p:nvSpPr>
          <p:cNvPr id="4" name="Graphique 10" descr="Atos logo">
            <a:extLst>
              <a:ext uri="{FF2B5EF4-FFF2-40B4-BE49-F238E27FC236}">
                <a16:creationId xmlns:a16="http://schemas.microsoft.com/office/drawing/2014/main" id="{090DB5EA-F397-D75A-9B05-13145E2FB4AB}"/>
              </a:ext>
            </a:extLst>
          </p:cNvPr>
          <p:cNvSpPr>
            <a:spLocks noChangeAspect="1"/>
          </p:cNvSpPr>
          <p:nvPr userDrawn="1"/>
        </p:nvSpPr>
        <p:spPr>
          <a:xfrm>
            <a:off x="9848292"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9" name="Picture Placeholder 8">
            <a:extLst>
              <a:ext uri="{FF2B5EF4-FFF2-40B4-BE49-F238E27FC236}">
                <a16:creationId xmlns:a16="http://schemas.microsoft.com/office/drawing/2014/main" id="{A2148EF5-6FCE-B812-3DA7-56E932357920}"/>
              </a:ext>
              <a:ext uri="{C183D7F6-B498-43B3-948B-1728B52AA6E4}">
                <adec:decorative xmlns:adec="http://schemas.microsoft.com/office/drawing/2017/decorative" val="1"/>
              </a:ext>
            </a:extLst>
          </p:cNvPr>
          <p:cNvSpPr>
            <a:spLocks noGrp="1" noChangeAspect="1"/>
          </p:cNvSpPr>
          <p:nvPr>
            <p:ph type="pic" sz="quarter" idx="16" hasCustomPrompt="1"/>
          </p:nvPr>
        </p:nvSpPr>
        <p:spPr>
          <a:xfrm>
            <a:off x="1262510" y="1155380"/>
            <a:ext cx="4953006" cy="4953006"/>
          </a:xfrm>
          <a:custGeom>
            <a:avLst/>
            <a:gdLst>
              <a:gd name="connsiteX0" fmla="*/ 2476503 w 4953006"/>
              <a:gd name="connsiteY0" fmla="*/ 0 h 4953006"/>
              <a:gd name="connsiteX1" fmla="*/ 4953006 w 4953006"/>
              <a:gd name="connsiteY1" fmla="*/ 2476503 h 4953006"/>
              <a:gd name="connsiteX2" fmla="*/ 2476503 w 4953006"/>
              <a:gd name="connsiteY2" fmla="*/ 4953006 h 4953006"/>
              <a:gd name="connsiteX3" fmla="*/ 0 w 4953006"/>
              <a:gd name="connsiteY3" fmla="*/ 2476503 h 4953006"/>
              <a:gd name="connsiteX4" fmla="*/ 2476503 w 4953006"/>
              <a:gd name="connsiteY4" fmla="*/ 0 h 49530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53006" h="4953006">
                <a:moveTo>
                  <a:pt x="2476503" y="0"/>
                </a:moveTo>
                <a:cubicBezTo>
                  <a:pt x="3844238" y="0"/>
                  <a:pt x="4953006" y="1108768"/>
                  <a:pt x="4953006" y="2476503"/>
                </a:cubicBezTo>
                <a:cubicBezTo>
                  <a:pt x="4953006" y="3844238"/>
                  <a:pt x="3844238" y="4953006"/>
                  <a:pt x="2476503" y="4953006"/>
                </a:cubicBezTo>
                <a:cubicBezTo>
                  <a:pt x="1108768" y="4953006"/>
                  <a:pt x="0" y="3844238"/>
                  <a:pt x="0" y="2476503"/>
                </a:cubicBezTo>
                <a:cubicBezTo>
                  <a:pt x="0" y="1108768"/>
                  <a:pt x="1108768" y="0"/>
                  <a:pt x="2476503" y="0"/>
                </a:cubicBezTo>
                <a:close/>
              </a:path>
            </a:pathLst>
          </a:custGeom>
        </p:spPr>
        <p:txBody>
          <a:bodyPr wrap="square" tIns="1737360" bIns="0" anchor="ctr">
            <a:noAutofit/>
          </a:bodyPr>
          <a:lstStyle>
            <a:lvl1pPr marL="0" indent="0" algn="ctr">
              <a:spcAft>
                <a:spcPts val="0"/>
              </a:spcAft>
              <a:buNone/>
              <a:defRPr>
                <a:solidFill>
                  <a:schemeClr val="bg1"/>
                </a:solidFill>
              </a:defRPr>
            </a:lvl1pPr>
          </a:lstStyle>
          <a:p>
            <a:r>
              <a:rPr lang="en-US"/>
              <a:t>Click icon to add picture</a:t>
            </a:r>
            <a:br>
              <a:rPr lang="en-US"/>
            </a:br>
            <a:r>
              <a:rPr lang="en-US"/>
              <a:t>[Reading order of this slide is</a:t>
            </a:r>
            <a:br>
              <a:rPr lang="en-US"/>
            </a:br>
            <a:r>
              <a:rPr lang="en-US"/>
              <a:t>failing currently as you need to</a:t>
            </a:r>
            <a:br>
              <a:rPr lang="en-US"/>
            </a:br>
            <a:r>
              <a:rPr lang="en-US"/>
              <a:t>either label your image decorative]</a:t>
            </a:r>
          </a:p>
        </p:txBody>
      </p:sp>
    </p:spTree>
    <p:extLst>
      <p:ext uri="{BB962C8B-B14F-4D97-AF65-F5344CB8AC3E}">
        <p14:creationId xmlns:p14="http://schemas.microsoft.com/office/powerpoint/2010/main" val="383751537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Cover 13">
    <p:bg>
      <p:bgPr>
        <a:solidFill>
          <a:schemeClr val="accent1"/>
        </a:solidFill>
        <a:effectLst/>
      </p:bgPr>
    </p:bg>
    <p:spTree>
      <p:nvGrpSpPr>
        <p:cNvPr id="1" name=""/>
        <p:cNvGrpSpPr/>
        <p:nvPr/>
      </p:nvGrpSpPr>
      <p:grpSpPr>
        <a:xfrm>
          <a:off x="0" y="0"/>
          <a:ext cx="0" cy="0"/>
          <a:chOff x="0" y="0"/>
          <a:chExt cx="0" cy="0"/>
        </a:xfrm>
      </p:grpSpPr>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625" y="530715"/>
            <a:ext cx="6309360" cy="1554480"/>
          </a:xfrm>
        </p:spPr>
        <p:txBody>
          <a:bodyPr anchor="b"/>
          <a:lstStyle>
            <a:lvl1pPr>
              <a:spcAft>
                <a:spcPts val="300"/>
              </a:spcAft>
              <a:defRPr lang="en-US" sz="4400" kern="1200" dirty="0">
                <a:solidFill>
                  <a:schemeClr val="bg1"/>
                </a:solidFill>
                <a:latin typeface="+mj-lt"/>
                <a:ea typeface="+mn-ea"/>
                <a:cs typeface="+mn-cs"/>
              </a:defRPr>
            </a:lvl1pPr>
          </a:lstStyle>
          <a:p>
            <a:r>
              <a:rPr lang="en-US"/>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625" y="2082422"/>
            <a:ext cx="6309360" cy="1216152"/>
          </a:xfrm>
        </p:spPr>
        <p:txBody>
          <a:bodyPr/>
          <a:lstStyle>
            <a:lvl1pPr marL="0" indent="0">
              <a:buNone/>
              <a:defRPr sz="3200">
                <a:solidFill>
                  <a:schemeClr val="accent3"/>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624" y="4246164"/>
            <a:ext cx="3657600" cy="969264"/>
          </a:xfrm>
        </p:spPr>
        <p:txBody>
          <a:bodyPr/>
          <a:lstStyle>
            <a:lvl1pPr marL="0" indent="0">
              <a:buNone/>
              <a:defRPr lang="en-US" sz="1800" kern="1200" dirty="0">
                <a:solidFill>
                  <a:schemeClr val="bg1"/>
                </a:solidFill>
                <a:latin typeface="+mn-lt"/>
                <a:ea typeface="+mn-ea"/>
                <a:cs typeface="+mn-cs"/>
              </a:defRPr>
            </a:lvl1pPr>
          </a:lstStyle>
          <a:p>
            <a:pPr lvl="0"/>
            <a:r>
              <a:rPr lang="en-US"/>
              <a:t>Date</a:t>
            </a:r>
          </a:p>
        </p:txBody>
      </p:sp>
      <p:sp>
        <p:nvSpPr>
          <p:cNvPr id="2" name="Graphique 10" descr="Atos logo">
            <a:extLst>
              <a:ext uri="{FF2B5EF4-FFF2-40B4-BE49-F238E27FC236}">
                <a16:creationId xmlns:a16="http://schemas.microsoft.com/office/drawing/2014/main" id="{CBD091C4-DCC6-A7A6-5C1B-A46FD3900FD1}"/>
              </a:ext>
            </a:extLst>
          </p:cNvPr>
          <p:cNvSpPr>
            <a:spLocks noChangeAspect="1"/>
          </p:cNvSpPr>
          <p:nvPr userDrawn="1"/>
        </p:nvSpPr>
        <p:spPr>
          <a:xfrm>
            <a:off x="428625"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grpSp>
        <p:nvGrpSpPr>
          <p:cNvPr id="3" name="Group 2">
            <a:extLst>
              <a:ext uri="{FF2B5EF4-FFF2-40B4-BE49-F238E27FC236}">
                <a16:creationId xmlns:a16="http://schemas.microsoft.com/office/drawing/2014/main" id="{A95BEA18-5873-2F2D-099A-0F8993B476AF}"/>
              </a:ext>
              <a:ext uri="{C183D7F6-B498-43B3-948B-1728B52AA6E4}">
                <adec:decorative xmlns:adec="http://schemas.microsoft.com/office/drawing/2017/decorative" val="1"/>
              </a:ext>
            </a:extLst>
          </p:cNvPr>
          <p:cNvGrpSpPr/>
          <p:nvPr userDrawn="1"/>
        </p:nvGrpSpPr>
        <p:grpSpPr>
          <a:xfrm>
            <a:off x="1429878" y="-1"/>
            <a:ext cx="10762122" cy="6858001"/>
            <a:chOff x="1429878" y="-1"/>
            <a:chExt cx="10762122" cy="6858001"/>
          </a:xfrm>
        </p:grpSpPr>
        <p:pic>
          <p:nvPicPr>
            <p:cNvPr id="5" name="Graphic 4">
              <a:extLst>
                <a:ext uri="{FF2B5EF4-FFF2-40B4-BE49-F238E27FC236}">
                  <a16:creationId xmlns:a16="http://schemas.microsoft.com/office/drawing/2014/main" id="{83F9C7F6-7AEB-DFCB-AA3D-3908113EC2B1}"/>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41483"/>
            <a:stretch/>
          </p:blipFill>
          <p:spPr>
            <a:xfrm rot="5400000" flipH="1">
              <a:off x="2569433" y="2503424"/>
              <a:ext cx="3215021" cy="5494132"/>
            </a:xfrm>
            <a:prstGeom prst="rect">
              <a:avLst/>
            </a:prstGeom>
          </p:spPr>
        </p:pic>
        <p:pic>
          <p:nvPicPr>
            <p:cNvPr id="6" name="Graphic 5">
              <a:extLst>
                <a:ext uri="{FF2B5EF4-FFF2-40B4-BE49-F238E27FC236}">
                  <a16:creationId xmlns:a16="http://schemas.microsoft.com/office/drawing/2014/main" id="{4DBC1F6A-CBFC-57D7-EEE3-FFE55CF2EA41}"/>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t="33693" r="4116"/>
            <a:stretch/>
          </p:blipFill>
          <p:spPr>
            <a:xfrm>
              <a:off x="6924010" y="-1"/>
              <a:ext cx="5267990" cy="3642979"/>
            </a:xfrm>
            <a:prstGeom prst="rect">
              <a:avLst/>
            </a:prstGeom>
          </p:spPr>
        </p:pic>
      </p:grpSp>
      <p:sp>
        <p:nvSpPr>
          <p:cNvPr id="7" name="Picture Placeholder 25">
            <a:extLst>
              <a:ext uri="{FF2B5EF4-FFF2-40B4-BE49-F238E27FC236}">
                <a16:creationId xmlns:a16="http://schemas.microsoft.com/office/drawing/2014/main" id="{B0AEBF90-44A2-17C9-9F37-029E39B9B5A3}"/>
              </a:ext>
              <a:ext uri="{C183D7F6-B498-43B3-948B-1728B52AA6E4}">
                <adec:decorative xmlns:adec="http://schemas.microsoft.com/office/drawing/2017/decorative" val="1"/>
              </a:ext>
            </a:extLst>
          </p:cNvPr>
          <p:cNvSpPr>
            <a:spLocks noGrp="1"/>
          </p:cNvSpPr>
          <p:nvPr>
            <p:ph type="pic" sz="quarter" idx="14"/>
          </p:nvPr>
        </p:nvSpPr>
        <p:spPr>
          <a:xfrm>
            <a:off x="5867676" y="373625"/>
            <a:ext cx="6324324" cy="6484375"/>
          </a:xfrm>
          <a:custGeom>
            <a:avLst/>
            <a:gdLst>
              <a:gd name="connsiteX0" fmla="*/ 6324324 w 6324324"/>
              <a:gd name="connsiteY0" fmla="*/ 0 h 6484375"/>
              <a:gd name="connsiteX1" fmla="*/ 6324324 w 6324324"/>
              <a:gd name="connsiteY1" fmla="*/ 6484375 h 6484375"/>
              <a:gd name="connsiteX2" fmla="*/ 0 w 6324324"/>
              <a:gd name="connsiteY2" fmla="*/ 6484375 h 6484375"/>
              <a:gd name="connsiteX3" fmla="*/ 55368 w 6324324"/>
              <a:gd name="connsiteY3" fmla="*/ 6410225 h 6484375"/>
              <a:gd name="connsiteX4" fmla="*/ 171923 w 6324324"/>
              <a:gd name="connsiteY4" fmla="*/ 6234659 h 6484375"/>
              <a:gd name="connsiteX5" fmla="*/ 1046379 w 6324324"/>
              <a:gd name="connsiteY5" fmla="*/ 3447498 h 6484375"/>
              <a:gd name="connsiteX6" fmla="*/ 1048064 w 6324324"/>
              <a:gd name="connsiteY6" fmla="*/ 3264591 h 6484375"/>
              <a:gd name="connsiteX7" fmla="*/ 3271547 w 6324324"/>
              <a:gd name="connsiteY7" fmla="*/ 3264591 h 6484375"/>
              <a:gd name="connsiteX8" fmla="*/ 3284487 w 6324324"/>
              <a:gd name="connsiteY8" fmla="*/ 2981459 h 6484375"/>
              <a:gd name="connsiteX9" fmla="*/ 6241731 w 6324324"/>
              <a:gd name="connsiteY9" fmla="*/ 4172 h 6484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324324" h="6484375">
                <a:moveTo>
                  <a:pt x="6324324" y="0"/>
                </a:moveTo>
                <a:lnTo>
                  <a:pt x="6324324" y="6484375"/>
                </a:lnTo>
                <a:lnTo>
                  <a:pt x="0" y="6484375"/>
                </a:lnTo>
                <a:lnTo>
                  <a:pt x="55368" y="6410225"/>
                </a:lnTo>
                <a:cubicBezTo>
                  <a:pt x="108275" y="6337639"/>
                  <a:pt x="148130" y="6277443"/>
                  <a:pt x="171923" y="6234659"/>
                </a:cubicBezTo>
                <a:cubicBezTo>
                  <a:pt x="601983" y="5598076"/>
                  <a:pt x="1010368" y="4596081"/>
                  <a:pt x="1046379" y="3447498"/>
                </a:cubicBezTo>
                <a:lnTo>
                  <a:pt x="1048064" y="3264591"/>
                </a:lnTo>
                <a:lnTo>
                  <a:pt x="3271547" y="3264591"/>
                </a:lnTo>
                <a:lnTo>
                  <a:pt x="3284487" y="2981459"/>
                </a:lnTo>
                <a:cubicBezTo>
                  <a:pt x="3428649" y="1414606"/>
                  <a:pt x="4632239" y="178060"/>
                  <a:pt x="6241731" y="4172"/>
                </a:cubicBezTo>
                <a:close/>
              </a:path>
            </a:pathLst>
          </a:custGeom>
        </p:spPr>
        <p:txBody>
          <a:bodyPr wrap="square" tIns="1005840" anchor="ctr">
            <a:noAutofit/>
          </a:bodyPr>
          <a:lstStyle>
            <a:lvl1pPr marL="0" indent="0" algn="ctr">
              <a:buNone/>
              <a:defRPr>
                <a:solidFill>
                  <a:schemeClr val="bg1"/>
                </a:solidFill>
              </a:defRPr>
            </a:lvl1pPr>
          </a:lstStyle>
          <a:p>
            <a:r>
              <a:rPr lang="fr-FR"/>
              <a:t>Cliquez sur l'icône pour ajouter une image</a:t>
            </a:r>
            <a:endParaRPr lang="en-US"/>
          </a:p>
        </p:txBody>
      </p:sp>
    </p:spTree>
    <p:extLst>
      <p:ext uri="{BB962C8B-B14F-4D97-AF65-F5344CB8AC3E}">
        <p14:creationId xmlns:p14="http://schemas.microsoft.com/office/powerpoint/2010/main" val="93732269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Cover 14">
    <p:bg>
      <p:bgPr>
        <a:solidFill>
          <a:schemeClr val="accent3"/>
        </a:solidFill>
        <a:effectLst/>
      </p:bgPr>
    </p:bg>
    <p:spTree>
      <p:nvGrpSpPr>
        <p:cNvPr id="1" name=""/>
        <p:cNvGrpSpPr/>
        <p:nvPr/>
      </p:nvGrpSpPr>
      <p:grpSpPr>
        <a:xfrm>
          <a:off x="0" y="0"/>
          <a:ext cx="0" cy="0"/>
          <a:chOff x="0" y="0"/>
          <a:chExt cx="0" cy="0"/>
        </a:xfrm>
      </p:grpSpPr>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625" y="530715"/>
            <a:ext cx="6309360" cy="1554480"/>
          </a:xfrm>
        </p:spPr>
        <p:txBody>
          <a:bodyPr anchor="b"/>
          <a:lstStyle>
            <a:lvl1pPr>
              <a:spcAft>
                <a:spcPts val="300"/>
              </a:spcAft>
              <a:defRPr lang="en-US" sz="4400" kern="1200" dirty="0">
                <a:solidFill>
                  <a:schemeClr val="bg1"/>
                </a:solidFill>
                <a:latin typeface="+mj-lt"/>
                <a:ea typeface="+mn-ea"/>
                <a:cs typeface="+mn-cs"/>
              </a:defRPr>
            </a:lvl1pPr>
          </a:lstStyle>
          <a:p>
            <a:r>
              <a:rPr lang="en-US"/>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625" y="2082422"/>
            <a:ext cx="6309360" cy="1216152"/>
          </a:xfrm>
        </p:spPr>
        <p:txBody>
          <a:bodyPr/>
          <a:lstStyle>
            <a:lvl1pPr marL="0" indent="0">
              <a:buNone/>
              <a:defRPr sz="3200">
                <a:solidFill>
                  <a:schemeClr val="accent2"/>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624" y="4246164"/>
            <a:ext cx="3657600" cy="969264"/>
          </a:xfrm>
        </p:spPr>
        <p:txBody>
          <a:bodyPr/>
          <a:lstStyle>
            <a:lvl1pPr marL="0" indent="0">
              <a:buNone/>
              <a:defRPr lang="en-US" sz="1800" kern="1200" dirty="0">
                <a:solidFill>
                  <a:schemeClr val="bg1"/>
                </a:solidFill>
                <a:latin typeface="+mn-lt"/>
                <a:ea typeface="+mn-ea"/>
                <a:cs typeface="+mn-cs"/>
              </a:defRPr>
            </a:lvl1pPr>
          </a:lstStyle>
          <a:p>
            <a:pPr lvl="0"/>
            <a:r>
              <a:rPr lang="en-US"/>
              <a:t>Date</a:t>
            </a:r>
          </a:p>
        </p:txBody>
      </p:sp>
      <p:sp>
        <p:nvSpPr>
          <p:cNvPr id="2" name="Graphique 10" descr="Atos logo">
            <a:extLst>
              <a:ext uri="{FF2B5EF4-FFF2-40B4-BE49-F238E27FC236}">
                <a16:creationId xmlns:a16="http://schemas.microsoft.com/office/drawing/2014/main" id="{28D1A850-172D-1833-F449-2239E8CE4E8C}"/>
              </a:ext>
            </a:extLst>
          </p:cNvPr>
          <p:cNvSpPr>
            <a:spLocks noChangeAspect="1"/>
          </p:cNvSpPr>
          <p:nvPr userDrawn="1"/>
        </p:nvSpPr>
        <p:spPr>
          <a:xfrm>
            <a:off x="428625"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grpSp>
        <p:nvGrpSpPr>
          <p:cNvPr id="3" name="Group 2">
            <a:extLst>
              <a:ext uri="{FF2B5EF4-FFF2-40B4-BE49-F238E27FC236}">
                <a16:creationId xmlns:a16="http://schemas.microsoft.com/office/drawing/2014/main" id="{A95BEA18-5873-2F2D-099A-0F8993B476AF}"/>
              </a:ext>
              <a:ext uri="{C183D7F6-B498-43B3-948B-1728B52AA6E4}">
                <adec:decorative xmlns:adec="http://schemas.microsoft.com/office/drawing/2017/decorative" val="1"/>
              </a:ext>
            </a:extLst>
          </p:cNvPr>
          <p:cNvGrpSpPr/>
          <p:nvPr userDrawn="1"/>
        </p:nvGrpSpPr>
        <p:grpSpPr>
          <a:xfrm>
            <a:off x="1429878" y="-1"/>
            <a:ext cx="10762122" cy="6858001"/>
            <a:chOff x="1429878" y="-1"/>
            <a:chExt cx="10762122" cy="6858001"/>
          </a:xfrm>
          <a:solidFill>
            <a:schemeClr val="accent1"/>
          </a:solidFill>
        </p:grpSpPr>
        <p:pic>
          <p:nvPicPr>
            <p:cNvPr id="5" name="Graphic 4">
              <a:extLst>
                <a:ext uri="{FF2B5EF4-FFF2-40B4-BE49-F238E27FC236}">
                  <a16:creationId xmlns:a16="http://schemas.microsoft.com/office/drawing/2014/main" id="{83F9C7F6-7AEB-DFCB-AA3D-3908113EC2B1}"/>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41483"/>
            <a:stretch/>
          </p:blipFill>
          <p:spPr>
            <a:xfrm rot="5400000" flipH="1">
              <a:off x="2569433" y="2503424"/>
              <a:ext cx="3215021" cy="5494132"/>
            </a:xfrm>
            <a:prstGeom prst="rect">
              <a:avLst/>
            </a:prstGeom>
          </p:spPr>
        </p:pic>
        <p:pic>
          <p:nvPicPr>
            <p:cNvPr id="6" name="Graphic 5">
              <a:extLst>
                <a:ext uri="{FF2B5EF4-FFF2-40B4-BE49-F238E27FC236}">
                  <a16:creationId xmlns:a16="http://schemas.microsoft.com/office/drawing/2014/main" id="{4DBC1F6A-CBFC-57D7-EEE3-FFE55CF2EA41}"/>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t="33693" r="4116"/>
            <a:stretch/>
          </p:blipFill>
          <p:spPr>
            <a:xfrm>
              <a:off x="6924010" y="-1"/>
              <a:ext cx="5267990" cy="3642979"/>
            </a:xfrm>
            <a:prstGeom prst="rect">
              <a:avLst/>
            </a:prstGeom>
          </p:spPr>
        </p:pic>
      </p:grpSp>
      <p:sp>
        <p:nvSpPr>
          <p:cNvPr id="7" name="Picture Placeholder 25">
            <a:extLst>
              <a:ext uri="{FF2B5EF4-FFF2-40B4-BE49-F238E27FC236}">
                <a16:creationId xmlns:a16="http://schemas.microsoft.com/office/drawing/2014/main" id="{B0AEBF90-44A2-17C9-9F37-029E39B9B5A3}"/>
              </a:ext>
              <a:ext uri="{C183D7F6-B498-43B3-948B-1728B52AA6E4}">
                <adec:decorative xmlns:adec="http://schemas.microsoft.com/office/drawing/2017/decorative" val="1"/>
              </a:ext>
            </a:extLst>
          </p:cNvPr>
          <p:cNvSpPr>
            <a:spLocks noGrp="1"/>
          </p:cNvSpPr>
          <p:nvPr>
            <p:ph type="pic" sz="quarter" idx="14"/>
          </p:nvPr>
        </p:nvSpPr>
        <p:spPr>
          <a:xfrm>
            <a:off x="5867676" y="373625"/>
            <a:ext cx="6324324" cy="6484375"/>
          </a:xfrm>
          <a:custGeom>
            <a:avLst/>
            <a:gdLst>
              <a:gd name="connsiteX0" fmla="*/ 6324324 w 6324324"/>
              <a:gd name="connsiteY0" fmla="*/ 0 h 6484375"/>
              <a:gd name="connsiteX1" fmla="*/ 6324324 w 6324324"/>
              <a:gd name="connsiteY1" fmla="*/ 6484375 h 6484375"/>
              <a:gd name="connsiteX2" fmla="*/ 0 w 6324324"/>
              <a:gd name="connsiteY2" fmla="*/ 6484375 h 6484375"/>
              <a:gd name="connsiteX3" fmla="*/ 55368 w 6324324"/>
              <a:gd name="connsiteY3" fmla="*/ 6410225 h 6484375"/>
              <a:gd name="connsiteX4" fmla="*/ 171923 w 6324324"/>
              <a:gd name="connsiteY4" fmla="*/ 6234659 h 6484375"/>
              <a:gd name="connsiteX5" fmla="*/ 1046379 w 6324324"/>
              <a:gd name="connsiteY5" fmla="*/ 3447498 h 6484375"/>
              <a:gd name="connsiteX6" fmla="*/ 1048064 w 6324324"/>
              <a:gd name="connsiteY6" fmla="*/ 3264591 h 6484375"/>
              <a:gd name="connsiteX7" fmla="*/ 3271547 w 6324324"/>
              <a:gd name="connsiteY7" fmla="*/ 3264591 h 6484375"/>
              <a:gd name="connsiteX8" fmla="*/ 3284487 w 6324324"/>
              <a:gd name="connsiteY8" fmla="*/ 2981459 h 6484375"/>
              <a:gd name="connsiteX9" fmla="*/ 6241731 w 6324324"/>
              <a:gd name="connsiteY9" fmla="*/ 4172 h 6484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324324" h="6484375">
                <a:moveTo>
                  <a:pt x="6324324" y="0"/>
                </a:moveTo>
                <a:lnTo>
                  <a:pt x="6324324" y="6484375"/>
                </a:lnTo>
                <a:lnTo>
                  <a:pt x="0" y="6484375"/>
                </a:lnTo>
                <a:lnTo>
                  <a:pt x="55368" y="6410225"/>
                </a:lnTo>
                <a:cubicBezTo>
                  <a:pt x="108275" y="6337639"/>
                  <a:pt x="148130" y="6277443"/>
                  <a:pt x="171923" y="6234659"/>
                </a:cubicBezTo>
                <a:cubicBezTo>
                  <a:pt x="601983" y="5598076"/>
                  <a:pt x="1010368" y="4596081"/>
                  <a:pt x="1046379" y="3447498"/>
                </a:cubicBezTo>
                <a:lnTo>
                  <a:pt x="1048064" y="3264591"/>
                </a:lnTo>
                <a:lnTo>
                  <a:pt x="3271547" y="3264591"/>
                </a:lnTo>
                <a:lnTo>
                  <a:pt x="3284487" y="2981459"/>
                </a:lnTo>
                <a:cubicBezTo>
                  <a:pt x="3428649" y="1414606"/>
                  <a:pt x="4632239" y="178060"/>
                  <a:pt x="6241731" y="4172"/>
                </a:cubicBezTo>
                <a:close/>
              </a:path>
            </a:pathLst>
          </a:custGeom>
        </p:spPr>
        <p:txBody>
          <a:bodyPr wrap="square" tIns="1005840" anchor="ctr">
            <a:noAutofit/>
          </a:bodyPr>
          <a:lstStyle>
            <a:lvl1pPr marL="0" indent="0" algn="ctr">
              <a:buNone/>
              <a:defRPr>
                <a:solidFill>
                  <a:schemeClr val="bg1"/>
                </a:solidFill>
              </a:defRPr>
            </a:lvl1pPr>
          </a:lstStyle>
          <a:p>
            <a:r>
              <a:rPr lang="fr-FR"/>
              <a:t>Cliquez sur l'icône pour ajouter une image</a:t>
            </a:r>
            <a:endParaRPr lang="en-US"/>
          </a:p>
        </p:txBody>
      </p:sp>
    </p:spTree>
    <p:extLst>
      <p:ext uri="{BB962C8B-B14F-4D97-AF65-F5344CB8AC3E}">
        <p14:creationId xmlns:p14="http://schemas.microsoft.com/office/powerpoint/2010/main" val="233481111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Cover 15">
    <p:bg>
      <p:bgPr>
        <a:solidFill>
          <a:schemeClr val="accent1"/>
        </a:solidFill>
        <a:effectLst/>
      </p:bgPr>
    </p:bg>
    <p:spTree>
      <p:nvGrpSpPr>
        <p:cNvPr id="1" name=""/>
        <p:cNvGrpSpPr/>
        <p:nvPr/>
      </p:nvGrpSpPr>
      <p:grpSpPr>
        <a:xfrm>
          <a:off x="0" y="0"/>
          <a:ext cx="0" cy="0"/>
          <a:chOff x="0" y="0"/>
          <a:chExt cx="0" cy="0"/>
        </a:xfrm>
      </p:grpSpPr>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5691" y="2947849"/>
            <a:ext cx="5943600" cy="1828800"/>
          </a:xfrm>
        </p:spPr>
        <p:txBody>
          <a:bodyPr anchor="t"/>
          <a:lstStyle>
            <a:lvl1pPr>
              <a:spcAft>
                <a:spcPts val="300"/>
              </a:spcAft>
              <a:defRPr lang="en-US" sz="4000" kern="1200" dirty="0">
                <a:solidFill>
                  <a:schemeClr val="bg1"/>
                </a:solidFill>
                <a:latin typeface="+mj-lt"/>
                <a:ea typeface="+mn-ea"/>
                <a:cs typeface="+mn-cs"/>
              </a:defRPr>
            </a:lvl1pPr>
          </a:lstStyle>
          <a:p>
            <a:r>
              <a:rPr lang="en-US"/>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5691" y="3575705"/>
            <a:ext cx="5943600" cy="1216152"/>
          </a:xfrm>
        </p:spPr>
        <p:txBody>
          <a:bodyPr/>
          <a:lstStyle>
            <a:lvl1pPr marL="0" indent="0">
              <a:buNone/>
              <a:defRPr sz="2800">
                <a:solidFill>
                  <a:schemeClr val="accent3"/>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5691" y="5436870"/>
            <a:ext cx="3657600" cy="640080"/>
          </a:xfrm>
        </p:spPr>
        <p:txBody>
          <a:bodyPr/>
          <a:lstStyle>
            <a:lvl1pPr marL="0" indent="0">
              <a:buNone/>
              <a:defRPr lang="en-US" sz="1600" kern="1200" dirty="0">
                <a:solidFill>
                  <a:schemeClr val="bg1"/>
                </a:solidFill>
                <a:latin typeface="+mn-lt"/>
                <a:ea typeface="+mn-ea"/>
                <a:cs typeface="+mn-cs"/>
              </a:defRPr>
            </a:lvl1pPr>
          </a:lstStyle>
          <a:p>
            <a:pPr lvl="0"/>
            <a:r>
              <a:rPr lang="en-US"/>
              <a:t>Date</a:t>
            </a:r>
          </a:p>
        </p:txBody>
      </p:sp>
      <p:sp>
        <p:nvSpPr>
          <p:cNvPr id="4" name="Graphique 10" descr="Atos logo">
            <a:extLst>
              <a:ext uri="{FF2B5EF4-FFF2-40B4-BE49-F238E27FC236}">
                <a16:creationId xmlns:a16="http://schemas.microsoft.com/office/drawing/2014/main" id="{B2F86BD3-975F-7B9B-3F16-C73D41F3FDF3}"/>
              </a:ext>
              <a:ext uri="{C183D7F6-B498-43B3-948B-1728B52AA6E4}">
                <adec:decorative xmlns:adec="http://schemas.microsoft.com/office/drawing/2017/decorative" val="0"/>
              </a:ext>
            </a:extLst>
          </p:cNvPr>
          <p:cNvSpPr>
            <a:spLocks noChangeAspect="1"/>
          </p:cNvSpPr>
          <p:nvPr userDrawn="1"/>
        </p:nvSpPr>
        <p:spPr>
          <a:xfrm>
            <a:off x="9848292"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5" name="Picture Placeholder 8">
            <a:extLst>
              <a:ext uri="{FF2B5EF4-FFF2-40B4-BE49-F238E27FC236}">
                <a16:creationId xmlns:a16="http://schemas.microsoft.com/office/drawing/2014/main" id="{941236DB-B170-8491-B99C-03BF4E85C044}"/>
              </a:ext>
              <a:ext uri="{C183D7F6-B498-43B3-948B-1728B52AA6E4}">
                <adec:decorative xmlns:adec="http://schemas.microsoft.com/office/drawing/2017/decorative" val="1"/>
              </a:ext>
            </a:extLst>
          </p:cNvPr>
          <p:cNvSpPr>
            <a:spLocks noGrp="1"/>
          </p:cNvSpPr>
          <p:nvPr>
            <p:ph type="pic" sz="quarter" idx="14" hasCustomPrompt="1"/>
          </p:nvPr>
        </p:nvSpPr>
        <p:spPr>
          <a:xfrm>
            <a:off x="0" y="-2"/>
            <a:ext cx="12192000" cy="2743200"/>
          </a:xfrm>
        </p:spPr>
        <p:txBody>
          <a:bodyPr tIns="1097280" anchor="ctr"/>
          <a:lstStyle>
            <a:lvl1pPr marL="0" indent="0" algn="ctr">
              <a:spcAft>
                <a:spcPts val="0"/>
              </a:spcAft>
              <a:buNone/>
              <a:defRPr>
                <a:solidFill>
                  <a:schemeClr val="bg1"/>
                </a:solidFill>
              </a:defRPr>
            </a:lvl1pPr>
          </a:lstStyle>
          <a:p>
            <a:r>
              <a:rPr lang="en-US"/>
              <a:t>Click icon to add picture</a:t>
            </a:r>
            <a:br>
              <a:rPr lang="en-US"/>
            </a:br>
            <a:r>
              <a:rPr lang="en-US"/>
              <a:t>[Reading order of this slide is failing currently as you need to either label your image decorative]</a:t>
            </a:r>
          </a:p>
        </p:txBody>
      </p:sp>
      <p:pic>
        <p:nvPicPr>
          <p:cNvPr id="3" name="Graphic 2">
            <a:extLst>
              <a:ext uri="{FF2B5EF4-FFF2-40B4-BE49-F238E27FC236}">
                <a16:creationId xmlns:a16="http://schemas.microsoft.com/office/drawing/2014/main" id="{1F6EA72B-3403-D957-E827-770765E290DF}"/>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31884" b="33790"/>
          <a:stretch/>
        </p:blipFill>
        <p:spPr>
          <a:xfrm>
            <a:off x="0" y="2941637"/>
            <a:ext cx="4029075" cy="3916363"/>
          </a:xfrm>
          <a:prstGeom prst="rect">
            <a:avLst/>
          </a:prstGeom>
        </p:spPr>
      </p:pic>
    </p:spTree>
    <p:extLst>
      <p:ext uri="{BB962C8B-B14F-4D97-AF65-F5344CB8AC3E}">
        <p14:creationId xmlns:p14="http://schemas.microsoft.com/office/powerpoint/2010/main" val="202349628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Cover 16">
    <p:bg>
      <p:bgPr>
        <a:solidFill>
          <a:schemeClr val="accent3"/>
        </a:solidFill>
        <a:effectLst/>
      </p:bgPr>
    </p:bg>
    <p:spTree>
      <p:nvGrpSpPr>
        <p:cNvPr id="1" name=""/>
        <p:cNvGrpSpPr/>
        <p:nvPr/>
      </p:nvGrpSpPr>
      <p:grpSpPr>
        <a:xfrm>
          <a:off x="0" y="0"/>
          <a:ext cx="0" cy="0"/>
          <a:chOff x="0" y="0"/>
          <a:chExt cx="0" cy="0"/>
        </a:xfrm>
      </p:grpSpPr>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5691" y="2947849"/>
            <a:ext cx="5943600" cy="1828800"/>
          </a:xfrm>
        </p:spPr>
        <p:txBody>
          <a:bodyPr anchor="t"/>
          <a:lstStyle>
            <a:lvl1pPr>
              <a:spcAft>
                <a:spcPts val="300"/>
              </a:spcAft>
              <a:defRPr lang="en-US" sz="4000" kern="1200" dirty="0">
                <a:solidFill>
                  <a:schemeClr val="bg1"/>
                </a:solidFill>
                <a:latin typeface="+mj-lt"/>
                <a:ea typeface="+mn-ea"/>
                <a:cs typeface="+mn-cs"/>
              </a:defRPr>
            </a:lvl1pPr>
          </a:lstStyle>
          <a:p>
            <a:r>
              <a:rPr lang="en-US"/>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5691" y="3575705"/>
            <a:ext cx="5943600" cy="1216152"/>
          </a:xfrm>
        </p:spPr>
        <p:txBody>
          <a:bodyPr/>
          <a:lstStyle>
            <a:lvl1pPr marL="0" indent="0">
              <a:buNone/>
              <a:defRPr sz="2800">
                <a:solidFill>
                  <a:schemeClr val="accent2"/>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5691" y="5436870"/>
            <a:ext cx="3657600" cy="640080"/>
          </a:xfrm>
        </p:spPr>
        <p:txBody>
          <a:bodyPr/>
          <a:lstStyle>
            <a:lvl1pPr marL="0" indent="0">
              <a:buNone/>
              <a:defRPr lang="en-US" sz="1600" kern="1200" dirty="0">
                <a:solidFill>
                  <a:schemeClr val="bg1"/>
                </a:solidFill>
                <a:latin typeface="+mn-lt"/>
                <a:ea typeface="+mn-ea"/>
                <a:cs typeface="+mn-cs"/>
              </a:defRPr>
            </a:lvl1pPr>
          </a:lstStyle>
          <a:p>
            <a:pPr lvl="0"/>
            <a:r>
              <a:rPr lang="en-US"/>
              <a:t>Date</a:t>
            </a:r>
          </a:p>
        </p:txBody>
      </p:sp>
      <p:sp>
        <p:nvSpPr>
          <p:cNvPr id="4" name="Graphique 10" descr="Atos logo">
            <a:extLst>
              <a:ext uri="{FF2B5EF4-FFF2-40B4-BE49-F238E27FC236}">
                <a16:creationId xmlns:a16="http://schemas.microsoft.com/office/drawing/2014/main" id="{B2F86BD3-975F-7B9B-3F16-C73D41F3FDF3}"/>
              </a:ext>
              <a:ext uri="{C183D7F6-B498-43B3-948B-1728B52AA6E4}">
                <adec:decorative xmlns:adec="http://schemas.microsoft.com/office/drawing/2017/decorative" val="0"/>
              </a:ext>
            </a:extLst>
          </p:cNvPr>
          <p:cNvSpPr>
            <a:spLocks noChangeAspect="1"/>
          </p:cNvSpPr>
          <p:nvPr userDrawn="1"/>
        </p:nvSpPr>
        <p:spPr>
          <a:xfrm>
            <a:off x="9848292"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5" name="Picture Placeholder 8">
            <a:extLst>
              <a:ext uri="{FF2B5EF4-FFF2-40B4-BE49-F238E27FC236}">
                <a16:creationId xmlns:a16="http://schemas.microsoft.com/office/drawing/2014/main" id="{941236DB-B170-8491-B99C-03BF4E85C044}"/>
              </a:ext>
              <a:ext uri="{C183D7F6-B498-43B3-948B-1728B52AA6E4}">
                <adec:decorative xmlns:adec="http://schemas.microsoft.com/office/drawing/2017/decorative" val="1"/>
              </a:ext>
            </a:extLst>
          </p:cNvPr>
          <p:cNvSpPr>
            <a:spLocks noGrp="1"/>
          </p:cNvSpPr>
          <p:nvPr>
            <p:ph type="pic" sz="quarter" idx="14" hasCustomPrompt="1"/>
          </p:nvPr>
        </p:nvSpPr>
        <p:spPr>
          <a:xfrm>
            <a:off x="0" y="-2"/>
            <a:ext cx="12192000" cy="2743200"/>
          </a:xfrm>
        </p:spPr>
        <p:txBody>
          <a:bodyPr tIns="1097280" anchor="ctr"/>
          <a:lstStyle>
            <a:lvl1pPr marL="0" indent="0" algn="ctr">
              <a:spcAft>
                <a:spcPts val="0"/>
              </a:spcAft>
              <a:buNone/>
              <a:defRPr>
                <a:solidFill>
                  <a:schemeClr val="bg1"/>
                </a:solidFill>
              </a:defRPr>
            </a:lvl1pPr>
          </a:lstStyle>
          <a:p>
            <a:r>
              <a:rPr lang="en-US"/>
              <a:t>Click icon to add picture</a:t>
            </a:r>
            <a:br>
              <a:rPr lang="en-US"/>
            </a:br>
            <a:r>
              <a:rPr lang="en-US"/>
              <a:t>[Reading order of this slide is failing currently as you need to either label your image decorative]</a:t>
            </a:r>
          </a:p>
        </p:txBody>
      </p:sp>
      <p:pic>
        <p:nvPicPr>
          <p:cNvPr id="3" name="Graphic 2">
            <a:extLst>
              <a:ext uri="{FF2B5EF4-FFF2-40B4-BE49-F238E27FC236}">
                <a16:creationId xmlns:a16="http://schemas.microsoft.com/office/drawing/2014/main" id="{1F6EA72B-3403-D957-E827-770765E290DF}"/>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31884" b="33790"/>
          <a:stretch/>
        </p:blipFill>
        <p:spPr>
          <a:xfrm>
            <a:off x="0" y="2941637"/>
            <a:ext cx="4029075" cy="3916363"/>
          </a:xfrm>
          <a:prstGeom prst="rect">
            <a:avLst/>
          </a:prstGeom>
        </p:spPr>
      </p:pic>
    </p:spTree>
    <p:extLst>
      <p:ext uri="{BB962C8B-B14F-4D97-AF65-F5344CB8AC3E}">
        <p14:creationId xmlns:p14="http://schemas.microsoft.com/office/powerpoint/2010/main" val="59250238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Cover 17">
    <p:spTree>
      <p:nvGrpSpPr>
        <p:cNvPr id="1" name=""/>
        <p:cNvGrpSpPr/>
        <p:nvPr/>
      </p:nvGrpSpPr>
      <p:grpSpPr>
        <a:xfrm>
          <a:off x="0" y="0"/>
          <a:ext cx="0" cy="0"/>
          <a:chOff x="0" y="0"/>
          <a:chExt cx="0" cy="0"/>
        </a:xfrm>
      </p:grpSpPr>
      <p:sp>
        <p:nvSpPr>
          <p:cNvPr id="2" name="Picture Placeholder 6">
            <a:extLst>
              <a:ext uri="{FF2B5EF4-FFF2-40B4-BE49-F238E27FC236}">
                <a16:creationId xmlns:a16="http://schemas.microsoft.com/office/drawing/2014/main" id="{F85C8B13-CEF6-A9A2-8672-5F2B8560B681}"/>
              </a:ext>
              <a:ext uri="{C183D7F6-B498-43B3-948B-1728B52AA6E4}">
                <adec:decorative xmlns:adec="http://schemas.microsoft.com/office/drawing/2017/decorative" val="1"/>
              </a:ext>
            </a:extLst>
          </p:cNvPr>
          <p:cNvSpPr>
            <a:spLocks noGrp="1"/>
          </p:cNvSpPr>
          <p:nvPr>
            <p:ph type="pic" sz="quarter" idx="11" hasCustomPrompt="1"/>
          </p:nvPr>
        </p:nvSpPr>
        <p:spPr>
          <a:xfrm>
            <a:off x="0" y="0"/>
            <a:ext cx="12192000" cy="6858000"/>
          </a:xfrm>
        </p:spPr>
        <p:txBody>
          <a:bodyPr lIns="0" tIns="1463040" rIns="5029200" bIns="0" anchor="ctr"/>
          <a:lstStyle>
            <a:lvl1pPr marL="0" indent="0" algn="r">
              <a:spcAft>
                <a:spcPts val="0"/>
              </a:spcAft>
              <a:buNone/>
              <a:defRPr>
                <a:solidFill>
                  <a:schemeClr val="accent3"/>
                </a:solidFill>
              </a:defRPr>
            </a:lvl1pPr>
          </a:lstStyle>
          <a:p>
            <a:r>
              <a:rPr lang="en-US"/>
              <a:t>Click icon to add picture</a:t>
            </a:r>
            <a:br>
              <a:rPr lang="en-US"/>
            </a:br>
            <a:r>
              <a:rPr lang="en-US"/>
              <a:t>[Reading order of this slide is failing currently as</a:t>
            </a:r>
            <a:br>
              <a:rPr lang="en-US"/>
            </a:br>
            <a:r>
              <a:rPr lang="en-US"/>
              <a:t>you need to either label your image decorative]</a:t>
            </a:r>
          </a:p>
        </p:txBody>
      </p:sp>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625" y="530715"/>
            <a:ext cx="6309360" cy="1554480"/>
          </a:xfrm>
        </p:spPr>
        <p:txBody>
          <a:bodyPr anchor="b"/>
          <a:lstStyle>
            <a:lvl1pPr>
              <a:spcAft>
                <a:spcPts val="300"/>
              </a:spcAft>
              <a:defRPr lang="en-US" sz="4400" kern="1200" dirty="0">
                <a:solidFill>
                  <a:schemeClr val="bg1"/>
                </a:solidFill>
                <a:latin typeface="+mj-lt"/>
                <a:ea typeface="+mn-ea"/>
                <a:cs typeface="+mn-cs"/>
              </a:defRPr>
            </a:lvl1pPr>
          </a:lstStyle>
          <a:p>
            <a:r>
              <a:rPr lang="en-US"/>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625" y="2082422"/>
            <a:ext cx="6309360" cy="1216152"/>
          </a:xfrm>
        </p:spPr>
        <p:txBody>
          <a:bodyPr/>
          <a:lstStyle>
            <a:lvl1pPr marL="0" indent="0">
              <a:buNone/>
              <a:defRPr sz="3200">
                <a:solidFill>
                  <a:schemeClr val="accent3"/>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624" y="4246164"/>
            <a:ext cx="3657600" cy="969264"/>
          </a:xfrm>
        </p:spPr>
        <p:txBody>
          <a:bodyPr/>
          <a:lstStyle>
            <a:lvl1pPr marL="0" indent="0">
              <a:buNone/>
              <a:defRPr lang="en-US" sz="1800" kern="1200" dirty="0">
                <a:solidFill>
                  <a:schemeClr val="bg1"/>
                </a:solidFill>
                <a:latin typeface="+mn-lt"/>
                <a:ea typeface="+mn-ea"/>
                <a:cs typeface="+mn-cs"/>
              </a:defRPr>
            </a:lvl1pPr>
          </a:lstStyle>
          <a:p>
            <a:pPr lvl="0"/>
            <a:r>
              <a:rPr lang="en-US"/>
              <a:t>Date</a:t>
            </a:r>
          </a:p>
        </p:txBody>
      </p:sp>
      <p:sp>
        <p:nvSpPr>
          <p:cNvPr id="3" name="Graphique 10" descr="Atos logo">
            <a:extLst>
              <a:ext uri="{FF2B5EF4-FFF2-40B4-BE49-F238E27FC236}">
                <a16:creationId xmlns:a16="http://schemas.microsoft.com/office/drawing/2014/main" id="{5AA386F3-87E4-9129-B046-27EE5D3D1192}"/>
              </a:ext>
            </a:extLst>
          </p:cNvPr>
          <p:cNvSpPr>
            <a:spLocks noChangeAspect="1"/>
          </p:cNvSpPr>
          <p:nvPr userDrawn="1"/>
        </p:nvSpPr>
        <p:spPr>
          <a:xfrm>
            <a:off x="9848292"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4" name="TextBox 3">
            <a:extLst>
              <a:ext uri="{FF2B5EF4-FFF2-40B4-BE49-F238E27FC236}">
                <a16:creationId xmlns:a16="http://schemas.microsoft.com/office/drawing/2014/main" id="{AA5044B6-EF8E-46E4-163D-6DE61E557D06}"/>
              </a:ext>
              <a:ext uri="{C183D7F6-B498-43B3-948B-1728B52AA6E4}">
                <adec:decorative xmlns:adec="http://schemas.microsoft.com/office/drawing/2017/decorative" val="0"/>
              </a:ext>
            </a:extLst>
          </p:cNvPr>
          <p:cNvSpPr txBox="1"/>
          <p:nvPr userDrawn="1"/>
        </p:nvSpPr>
        <p:spPr>
          <a:xfrm>
            <a:off x="12377339" y="4453708"/>
            <a:ext cx="2839801" cy="1384995"/>
          </a:xfrm>
          <a:prstGeom prst="rect">
            <a:avLst/>
          </a:prstGeom>
          <a:solidFill>
            <a:srgbClr val="FFFF00"/>
          </a:solidFill>
        </p:spPr>
        <p:txBody>
          <a:bodyPr wrap="square" rtlCol="0">
            <a:spAutoFit/>
          </a:bodyPr>
          <a:lstStyle/>
          <a:p>
            <a:pPr algn="l"/>
            <a:r>
              <a:rPr lang="en-US" sz="1400">
                <a:solidFill>
                  <a:schemeClr val="accent3"/>
                </a:solidFill>
              </a:rPr>
              <a:t>Please note, all texts in this slide should be clearly visible (for Accessibility compliance) in the full image that we use and also ensure the Atos logo to be visible in front of the image.</a:t>
            </a:r>
          </a:p>
        </p:txBody>
      </p:sp>
    </p:spTree>
    <p:extLst>
      <p:ext uri="{BB962C8B-B14F-4D97-AF65-F5344CB8AC3E}">
        <p14:creationId xmlns:p14="http://schemas.microsoft.com/office/powerpoint/2010/main" val="91804083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genda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sz="3600">
                <a:solidFill>
                  <a:schemeClr val="accent3"/>
                </a:solidFill>
              </a:defRPr>
            </a:lvl1pPr>
          </a:lstStyle>
          <a:p>
            <a:r>
              <a:rPr lang="en-US"/>
              <a:t>Contents</a:t>
            </a:r>
          </a:p>
        </p:txBody>
      </p:sp>
      <p:sp>
        <p:nvSpPr>
          <p:cNvPr id="15" name="Text Placeholder 6">
            <a:extLst>
              <a:ext uri="{FF2B5EF4-FFF2-40B4-BE49-F238E27FC236}">
                <a16:creationId xmlns:a16="http://schemas.microsoft.com/office/drawing/2014/main" id="{EB2A93CD-4E60-C2E9-EE37-CFC445B9D364}"/>
              </a:ext>
            </a:extLst>
          </p:cNvPr>
          <p:cNvSpPr>
            <a:spLocks noGrp="1"/>
          </p:cNvSpPr>
          <p:nvPr>
            <p:ph type="body" sz="quarter" idx="10" hasCustomPrompt="1"/>
          </p:nvPr>
        </p:nvSpPr>
        <p:spPr>
          <a:xfrm>
            <a:off x="2954745" y="1446366"/>
            <a:ext cx="8811804" cy="4630583"/>
          </a:xfrm>
        </p:spPr>
        <p:txBody>
          <a:bodyPr wrap="none">
            <a:noAutofit/>
          </a:bodyPr>
          <a:lstStyle>
            <a:lvl1pPr marL="457200" indent="-457200" algn="l">
              <a:spcAft>
                <a:spcPts val="6000"/>
              </a:spcAft>
              <a:buClr>
                <a:schemeClr val="accent1"/>
              </a:buClr>
              <a:buFont typeface="+mj-lt"/>
              <a:buAutoNum type="arabicPeriod"/>
              <a:tabLst>
                <a:tab pos="8805672" algn="r"/>
              </a:tabLst>
              <a:defRPr sz="2400">
                <a:solidFill>
                  <a:schemeClr val="accent3"/>
                </a:solidFill>
                <a:latin typeface="+mj-lt"/>
              </a:defRPr>
            </a:lvl1pPr>
            <a:lvl2pPr marL="228600" indent="0">
              <a:buNone/>
              <a:defRPr>
                <a:solidFill>
                  <a:schemeClr val="bg1"/>
                </a:solidFill>
              </a:defRPr>
            </a:lvl2pPr>
            <a:lvl3pPr marL="457200" indent="0">
              <a:buNone/>
              <a:defRPr>
                <a:solidFill>
                  <a:schemeClr val="bg1"/>
                </a:solidFill>
              </a:defRPr>
            </a:lvl3pPr>
            <a:lvl4pPr marL="685800" indent="0">
              <a:buNone/>
              <a:defRPr>
                <a:solidFill>
                  <a:schemeClr val="bg1"/>
                </a:solidFill>
              </a:defRPr>
            </a:lvl4pPr>
            <a:lvl5pPr marL="914400" indent="0">
              <a:buNone/>
              <a:defRPr>
                <a:solidFill>
                  <a:schemeClr val="bg1"/>
                </a:solidFill>
              </a:defRPr>
            </a:lvl5pPr>
          </a:lstStyle>
          <a:p>
            <a:pPr lvl="0"/>
            <a:r>
              <a:rPr lang="en-US"/>
              <a:t>Chapter title example	00</a:t>
            </a:r>
          </a:p>
          <a:p>
            <a:pPr lvl="0"/>
            <a:r>
              <a:rPr lang="en-US"/>
              <a:t>Chapter title example	00</a:t>
            </a:r>
          </a:p>
          <a:p>
            <a:pPr marL="457200" marR="0" lvl="0" indent="-457200" algn="l" defTabSz="914400" rtl="0" eaLnBrk="1" fontAlgn="auto" latinLnBrk="0" hangingPunct="1">
              <a:lnSpc>
                <a:spcPct val="100000"/>
              </a:lnSpc>
              <a:spcBef>
                <a:spcPts val="0"/>
              </a:spcBef>
              <a:spcAft>
                <a:spcPts val="6000"/>
              </a:spcAft>
              <a:buClr>
                <a:schemeClr val="accent1"/>
              </a:buClr>
              <a:buSzTx/>
              <a:buFont typeface="+mj-lt"/>
              <a:buAutoNum type="arabicPeriod"/>
              <a:tabLst>
                <a:tab pos="8805672" algn="r"/>
              </a:tabLst>
              <a:defRPr/>
            </a:pPr>
            <a:r>
              <a:rPr lang="en-US"/>
              <a:t>Chapter title example	00</a:t>
            </a:r>
          </a:p>
          <a:p>
            <a:pPr marL="457200" marR="0" lvl="0" indent="-457200" algn="l" defTabSz="914400" rtl="0" eaLnBrk="1" fontAlgn="auto" latinLnBrk="0" hangingPunct="1">
              <a:lnSpc>
                <a:spcPct val="100000"/>
              </a:lnSpc>
              <a:spcBef>
                <a:spcPts val="0"/>
              </a:spcBef>
              <a:spcAft>
                <a:spcPts val="6000"/>
              </a:spcAft>
              <a:buClr>
                <a:schemeClr val="accent1"/>
              </a:buClr>
              <a:buSzTx/>
              <a:buFont typeface="+mj-lt"/>
              <a:buAutoNum type="arabicPeriod"/>
              <a:tabLst>
                <a:tab pos="8805672" algn="r"/>
              </a:tabLst>
              <a:defRPr/>
            </a:pPr>
            <a:r>
              <a:rPr lang="en-US"/>
              <a:t>Chapter title example	00</a:t>
            </a:r>
          </a:p>
        </p:txBody>
      </p:sp>
      <p:sp>
        <p:nvSpPr>
          <p:cNvPr id="4" name="Slide Number Placeholder 5">
            <a:extLst>
              <a:ext uri="{FF2B5EF4-FFF2-40B4-BE49-F238E27FC236}">
                <a16:creationId xmlns:a16="http://schemas.microsoft.com/office/drawing/2014/main" id="{26BB2E32-37FB-AE7E-618C-B4D4A78DA92E}"/>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pic>
        <p:nvPicPr>
          <p:cNvPr id="14" name="Graphic 13">
            <a:extLst>
              <a:ext uri="{FF2B5EF4-FFF2-40B4-BE49-F238E27FC236}">
                <a16:creationId xmlns:a16="http://schemas.microsoft.com/office/drawing/2014/main" id="{F2588EFC-544B-492D-10E8-E969C9B1A617}"/>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16200000">
            <a:off x="1117917" y="1285493"/>
            <a:ext cx="1545853" cy="1545853"/>
          </a:xfrm>
          <a:prstGeom prst="rect">
            <a:avLst/>
          </a:prstGeom>
        </p:spPr>
      </p:pic>
    </p:spTree>
    <p:extLst>
      <p:ext uri="{BB962C8B-B14F-4D97-AF65-F5344CB8AC3E}">
        <p14:creationId xmlns:p14="http://schemas.microsoft.com/office/powerpoint/2010/main" val="407635896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genda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sz="3600">
                <a:solidFill>
                  <a:schemeClr val="accent3"/>
                </a:solidFill>
              </a:defRPr>
            </a:lvl1pPr>
          </a:lstStyle>
          <a:p>
            <a:r>
              <a:rPr lang="en-US"/>
              <a:t>Contents</a:t>
            </a:r>
          </a:p>
        </p:txBody>
      </p:sp>
      <p:sp>
        <p:nvSpPr>
          <p:cNvPr id="3" name="Text Placeholder 6">
            <a:extLst>
              <a:ext uri="{FF2B5EF4-FFF2-40B4-BE49-F238E27FC236}">
                <a16:creationId xmlns:a16="http://schemas.microsoft.com/office/drawing/2014/main" id="{1A11519D-0BCC-29ED-F52C-BE75957A7A56}"/>
              </a:ext>
            </a:extLst>
          </p:cNvPr>
          <p:cNvSpPr>
            <a:spLocks noGrp="1"/>
          </p:cNvSpPr>
          <p:nvPr>
            <p:ph type="body" sz="quarter" idx="10" hasCustomPrompt="1"/>
          </p:nvPr>
        </p:nvSpPr>
        <p:spPr>
          <a:xfrm>
            <a:off x="428624" y="1446367"/>
            <a:ext cx="11337925" cy="4630583"/>
          </a:xfrm>
        </p:spPr>
        <p:txBody>
          <a:bodyPr wrap="none" numCol="2" spcCol="457200">
            <a:noAutofit/>
          </a:bodyPr>
          <a:lstStyle>
            <a:lvl1pPr marL="365760" indent="-365760" algn="l">
              <a:spcAft>
                <a:spcPts val="6000"/>
              </a:spcAft>
              <a:buClr>
                <a:schemeClr val="accent1"/>
              </a:buClr>
              <a:buFont typeface="+mj-lt"/>
              <a:buAutoNum type="arabicPeriod"/>
              <a:tabLst>
                <a:tab pos="5567363" algn="r"/>
              </a:tabLst>
              <a:defRPr sz="2400">
                <a:solidFill>
                  <a:schemeClr val="accent3"/>
                </a:solidFill>
                <a:latin typeface="+mj-lt"/>
              </a:defRPr>
            </a:lvl1pPr>
            <a:lvl2pPr marL="228600" indent="0">
              <a:buNone/>
              <a:defRPr>
                <a:solidFill>
                  <a:schemeClr val="bg1"/>
                </a:solidFill>
              </a:defRPr>
            </a:lvl2pPr>
            <a:lvl3pPr marL="457200" indent="0">
              <a:buNone/>
              <a:defRPr>
                <a:solidFill>
                  <a:schemeClr val="bg1"/>
                </a:solidFill>
              </a:defRPr>
            </a:lvl3pPr>
            <a:lvl4pPr marL="685800" indent="0">
              <a:buNone/>
              <a:defRPr>
                <a:solidFill>
                  <a:schemeClr val="bg1"/>
                </a:solidFill>
              </a:defRPr>
            </a:lvl4pPr>
            <a:lvl5pPr marL="914400" indent="0">
              <a:buNone/>
              <a:defRPr>
                <a:solidFill>
                  <a:schemeClr val="bg1"/>
                </a:solidFill>
              </a:defRPr>
            </a:lvl5pPr>
          </a:lstStyle>
          <a:p>
            <a:pPr lvl="0"/>
            <a:r>
              <a:rPr lang="en-US"/>
              <a:t>Chapter title example	00</a:t>
            </a:r>
          </a:p>
          <a:p>
            <a:pPr lvl="0"/>
            <a:r>
              <a:rPr lang="en-US"/>
              <a:t>Chapter title example	00</a:t>
            </a:r>
          </a:p>
          <a:p>
            <a:pPr lvl="0"/>
            <a:r>
              <a:rPr lang="en-US"/>
              <a:t>Chapter title example	00</a:t>
            </a:r>
          </a:p>
          <a:p>
            <a:pPr lvl="0"/>
            <a:r>
              <a:rPr lang="en-US"/>
              <a:t>Chapter title example	00</a:t>
            </a:r>
          </a:p>
          <a:p>
            <a:pPr lvl="0"/>
            <a:endParaRPr lang="en-US"/>
          </a:p>
          <a:p>
            <a:pPr lvl="0"/>
            <a:r>
              <a:rPr lang="en-US"/>
              <a:t>Chapter title example	00</a:t>
            </a:r>
          </a:p>
          <a:p>
            <a:pPr lvl="0"/>
            <a:r>
              <a:rPr lang="en-US"/>
              <a:t>Chapter title example	00</a:t>
            </a:r>
          </a:p>
          <a:p>
            <a:pPr lvl="0"/>
            <a:r>
              <a:rPr lang="en-US"/>
              <a:t>Chapter title example	00</a:t>
            </a:r>
          </a:p>
          <a:p>
            <a:pPr lvl="0"/>
            <a:r>
              <a:rPr lang="en-US"/>
              <a:t>Chapter title example	00</a:t>
            </a:r>
          </a:p>
        </p:txBody>
      </p:sp>
      <p:sp>
        <p:nvSpPr>
          <p:cNvPr id="30" name="Slide Number Placeholder 5">
            <a:extLst>
              <a:ext uri="{FF2B5EF4-FFF2-40B4-BE49-F238E27FC236}">
                <a16:creationId xmlns:a16="http://schemas.microsoft.com/office/drawing/2014/main" id="{73BB667A-B847-58CB-E129-3219597AE696}"/>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cxnSp>
        <p:nvCxnSpPr>
          <p:cNvPr id="38" name="Straight Connector 37">
            <a:extLst>
              <a:ext uri="{FF2B5EF4-FFF2-40B4-BE49-F238E27FC236}">
                <a16:creationId xmlns:a16="http://schemas.microsoft.com/office/drawing/2014/main" id="{0349E7EF-452F-CD72-A15B-A271646B001D}"/>
              </a:ext>
              <a:ext uri="{C183D7F6-B498-43B3-948B-1728B52AA6E4}">
                <adec:decorative xmlns:adec="http://schemas.microsoft.com/office/drawing/2017/decorative" val="1"/>
              </a:ext>
            </a:extLst>
          </p:cNvPr>
          <p:cNvCxnSpPr>
            <a:cxnSpLocks/>
          </p:cNvCxnSpPr>
          <p:nvPr userDrawn="1"/>
        </p:nvCxnSpPr>
        <p:spPr>
          <a:xfrm>
            <a:off x="6084424" y="1446367"/>
            <a:ext cx="0" cy="4630583"/>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3084209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ntent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3" name="Content Placeholder 2">
            <a:extLst>
              <a:ext uri="{FF2B5EF4-FFF2-40B4-BE49-F238E27FC236}">
                <a16:creationId xmlns:a16="http://schemas.microsoft.com/office/drawing/2014/main" id="{910954B3-5AD1-D4D0-8177-5CCD13F90ACB}"/>
              </a:ext>
            </a:extLst>
          </p:cNvPr>
          <p:cNvSpPr>
            <a:spLocks noGrp="1"/>
          </p:cNvSpPr>
          <p:nvPr>
            <p:ph idx="1" hasCustomPrompt="1"/>
          </p:nvPr>
        </p:nvSpPr>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a:t>Level 01</a:t>
            </a:r>
          </a:p>
          <a:p>
            <a:pPr lvl="1"/>
            <a:r>
              <a:rPr lang="en-US"/>
              <a:t>Level 02</a:t>
            </a:r>
          </a:p>
          <a:p>
            <a:pPr lvl="2"/>
            <a:r>
              <a:rPr lang="en-US"/>
              <a:t>Level 03</a:t>
            </a:r>
          </a:p>
          <a:p>
            <a:pPr lvl="3"/>
            <a:r>
              <a:rPr lang="en-US"/>
              <a:t>Level 04</a:t>
            </a:r>
          </a:p>
          <a:p>
            <a:pPr lvl="4"/>
            <a:r>
              <a:rPr lang="en-US"/>
              <a:t>Level 05</a:t>
            </a:r>
          </a:p>
          <a:p>
            <a:pPr lvl="5"/>
            <a:r>
              <a:rPr lang="en-US"/>
              <a:t>Level 06</a:t>
            </a:r>
          </a:p>
        </p:txBody>
      </p:sp>
      <p:sp>
        <p:nvSpPr>
          <p:cNvPr id="5" name="Slide Number Placeholder 5">
            <a:extLst>
              <a:ext uri="{FF2B5EF4-FFF2-40B4-BE49-F238E27FC236}">
                <a16:creationId xmlns:a16="http://schemas.microsoft.com/office/drawing/2014/main" id="{E7BCF086-E0BB-3B67-3C11-E0716AC53D0A}"/>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spTree>
    <p:extLst>
      <p:ext uri="{BB962C8B-B14F-4D97-AF65-F5344CB8AC3E}">
        <p14:creationId xmlns:p14="http://schemas.microsoft.com/office/powerpoint/2010/main" val="374873995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tent 2">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F3CABA1F-8D00-5959-2A0D-477B4EF70235}"/>
              </a:ext>
              <a:ext uri="{C183D7F6-B498-43B3-948B-1728B52AA6E4}">
                <adec:decorative xmlns:adec="http://schemas.microsoft.com/office/drawing/2017/decorative" val="1"/>
              </a:ext>
            </a:extLst>
          </p:cNvPr>
          <p:cNvGrpSpPr/>
          <p:nvPr userDrawn="1"/>
        </p:nvGrpSpPr>
        <p:grpSpPr>
          <a:xfrm>
            <a:off x="9222475" y="3888475"/>
            <a:ext cx="2969526" cy="2969525"/>
            <a:chOff x="9222475" y="3888475"/>
            <a:chExt cx="2969526" cy="2969525"/>
          </a:xfrm>
          <a:solidFill>
            <a:schemeClr val="accent1"/>
          </a:solidFill>
        </p:grpSpPr>
        <p:pic>
          <p:nvPicPr>
            <p:cNvPr id="7" name="Graphic 6">
              <a:extLst>
                <a:ext uri="{FF2B5EF4-FFF2-40B4-BE49-F238E27FC236}">
                  <a16:creationId xmlns:a16="http://schemas.microsoft.com/office/drawing/2014/main" id="{3BE2DACD-A6E3-A318-9A8E-77CF05B09778}"/>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a:off x="10707238" y="3888475"/>
              <a:ext cx="1484763" cy="1484763"/>
            </a:xfrm>
            <a:prstGeom prst="rect">
              <a:avLst/>
            </a:prstGeom>
          </p:spPr>
        </p:pic>
        <p:pic>
          <p:nvPicPr>
            <p:cNvPr id="9" name="Graphic 8">
              <a:extLst>
                <a:ext uri="{FF2B5EF4-FFF2-40B4-BE49-F238E27FC236}">
                  <a16:creationId xmlns:a16="http://schemas.microsoft.com/office/drawing/2014/main" id="{2BBDCAB2-6892-FE15-39FD-82F446E80D8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222475" y="5373237"/>
              <a:ext cx="1484763" cy="1484763"/>
            </a:xfrm>
            <a:prstGeom prst="rect">
              <a:avLst/>
            </a:prstGeom>
          </p:spPr>
        </p:pic>
      </p:grpSp>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4" name="Content Placeholder 2">
            <a:extLst>
              <a:ext uri="{FF2B5EF4-FFF2-40B4-BE49-F238E27FC236}">
                <a16:creationId xmlns:a16="http://schemas.microsoft.com/office/drawing/2014/main" id="{6DD5DB93-121A-B297-E6DD-9478830F772D}"/>
              </a:ext>
            </a:extLst>
          </p:cNvPr>
          <p:cNvSpPr>
            <a:spLocks noGrp="1"/>
          </p:cNvSpPr>
          <p:nvPr>
            <p:ph idx="1" hasCustomPrompt="1"/>
          </p:nvPr>
        </p:nvSpPr>
        <p:spPr>
          <a:xfrm>
            <a:off x="428624" y="1446212"/>
            <a:ext cx="11337926" cy="4630737"/>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a:t>Level 01</a:t>
            </a:r>
          </a:p>
          <a:p>
            <a:pPr lvl="1"/>
            <a:r>
              <a:rPr lang="en-US"/>
              <a:t>Level 02</a:t>
            </a:r>
          </a:p>
          <a:p>
            <a:pPr lvl="2"/>
            <a:r>
              <a:rPr lang="en-US"/>
              <a:t>Level 03</a:t>
            </a:r>
          </a:p>
          <a:p>
            <a:pPr lvl="3"/>
            <a:r>
              <a:rPr lang="en-US"/>
              <a:t>Level 04</a:t>
            </a:r>
          </a:p>
          <a:p>
            <a:pPr lvl="4"/>
            <a:r>
              <a:rPr lang="en-US"/>
              <a:t>Level 05</a:t>
            </a:r>
          </a:p>
          <a:p>
            <a:pPr lvl="5"/>
            <a:r>
              <a:rPr lang="en-US"/>
              <a:t>Level 06</a:t>
            </a:r>
          </a:p>
        </p:txBody>
      </p:sp>
      <p:sp>
        <p:nvSpPr>
          <p:cNvPr id="5" name="Slide Number Placeholder 5">
            <a:extLst>
              <a:ext uri="{FF2B5EF4-FFF2-40B4-BE49-F238E27FC236}">
                <a16:creationId xmlns:a16="http://schemas.microsoft.com/office/drawing/2014/main" id="{BDE734DA-A69E-9628-9005-8E3F6FFEB9D9}"/>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spTree>
    <p:extLst>
      <p:ext uri="{BB962C8B-B14F-4D97-AF65-F5344CB8AC3E}">
        <p14:creationId xmlns:p14="http://schemas.microsoft.com/office/powerpoint/2010/main" val="58999844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tent 3">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B272B4DF-76DC-9537-2195-0E94F371120D}"/>
              </a:ext>
              <a:ext uri="{C183D7F6-B498-43B3-948B-1728B52AA6E4}">
                <adec:decorative xmlns:adec="http://schemas.microsoft.com/office/drawing/2017/decorative" val="1"/>
              </a:ext>
            </a:extLst>
          </p:cNvPr>
          <p:cNvGrpSpPr/>
          <p:nvPr userDrawn="1"/>
        </p:nvGrpSpPr>
        <p:grpSpPr>
          <a:xfrm>
            <a:off x="9222475" y="3888475"/>
            <a:ext cx="2969526" cy="2969525"/>
            <a:chOff x="9222475" y="3888475"/>
            <a:chExt cx="2969526" cy="2969525"/>
          </a:xfrm>
          <a:solidFill>
            <a:schemeClr val="accent5"/>
          </a:solidFill>
        </p:grpSpPr>
        <p:pic>
          <p:nvPicPr>
            <p:cNvPr id="7" name="Graphic 6">
              <a:extLst>
                <a:ext uri="{FF2B5EF4-FFF2-40B4-BE49-F238E27FC236}">
                  <a16:creationId xmlns:a16="http://schemas.microsoft.com/office/drawing/2014/main" id="{3BE2DACD-A6E3-A318-9A8E-77CF05B09778}"/>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a:off x="10707238" y="3888475"/>
              <a:ext cx="1484763" cy="1484763"/>
            </a:xfrm>
            <a:prstGeom prst="rect">
              <a:avLst/>
            </a:prstGeom>
          </p:spPr>
        </p:pic>
        <p:pic>
          <p:nvPicPr>
            <p:cNvPr id="9" name="Graphic 8">
              <a:extLst>
                <a:ext uri="{FF2B5EF4-FFF2-40B4-BE49-F238E27FC236}">
                  <a16:creationId xmlns:a16="http://schemas.microsoft.com/office/drawing/2014/main" id="{2BBDCAB2-6892-FE15-39FD-82F446E80D8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222475" y="5373237"/>
              <a:ext cx="1484763" cy="1484763"/>
            </a:xfrm>
            <a:prstGeom prst="rect">
              <a:avLst/>
            </a:prstGeom>
          </p:spPr>
        </p:pic>
      </p:grpSp>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6" name="Content Placeholder 2">
            <a:extLst>
              <a:ext uri="{FF2B5EF4-FFF2-40B4-BE49-F238E27FC236}">
                <a16:creationId xmlns:a16="http://schemas.microsoft.com/office/drawing/2014/main" id="{F942A06E-E4C7-D3E8-BDED-EF771CB11DC7}"/>
              </a:ext>
            </a:extLst>
          </p:cNvPr>
          <p:cNvSpPr>
            <a:spLocks noGrp="1"/>
          </p:cNvSpPr>
          <p:nvPr>
            <p:ph idx="1" hasCustomPrompt="1"/>
          </p:nvPr>
        </p:nvSpPr>
        <p:spPr>
          <a:xfrm>
            <a:off x="428624" y="1446212"/>
            <a:ext cx="11337926" cy="4630737"/>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a:t>Level 01</a:t>
            </a:r>
          </a:p>
          <a:p>
            <a:pPr lvl="1"/>
            <a:r>
              <a:rPr lang="en-US"/>
              <a:t>Level 02</a:t>
            </a:r>
          </a:p>
          <a:p>
            <a:pPr lvl="2"/>
            <a:r>
              <a:rPr lang="en-US"/>
              <a:t>Level 03</a:t>
            </a:r>
          </a:p>
          <a:p>
            <a:pPr lvl="3"/>
            <a:r>
              <a:rPr lang="en-US"/>
              <a:t>Level 04</a:t>
            </a:r>
          </a:p>
          <a:p>
            <a:pPr lvl="4"/>
            <a:r>
              <a:rPr lang="en-US"/>
              <a:t>Level 05</a:t>
            </a:r>
          </a:p>
          <a:p>
            <a:pPr lvl="5"/>
            <a:r>
              <a:rPr lang="en-US"/>
              <a:t>Level 06</a:t>
            </a:r>
          </a:p>
        </p:txBody>
      </p:sp>
      <p:sp>
        <p:nvSpPr>
          <p:cNvPr id="5" name="Slide Number Placeholder 5">
            <a:extLst>
              <a:ext uri="{FF2B5EF4-FFF2-40B4-BE49-F238E27FC236}">
                <a16:creationId xmlns:a16="http://schemas.microsoft.com/office/drawing/2014/main" id="{BDE734DA-A69E-9628-9005-8E3F6FFEB9D9}"/>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spTree>
    <p:extLst>
      <p:ext uri="{BB962C8B-B14F-4D97-AF65-F5344CB8AC3E}">
        <p14:creationId xmlns:p14="http://schemas.microsoft.com/office/powerpoint/2010/main" val="44332251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ntent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4" name="Content Placeholder 2">
            <a:extLst>
              <a:ext uri="{FF2B5EF4-FFF2-40B4-BE49-F238E27FC236}">
                <a16:creationId xmlns:a16="http://schemas.microsoft.com/office/drawing/2014/main" id="{2C2E77BA-4420-33FD-4703-B3C9B3709560}"/>
              </a:ext>
            </a:extLst>
          </p:cNvPr>
          <p:cNvSpPr>
            <a:spLocks noGrp="1"/>
          </p:cNvSpPr>
          <p:nvPr>
            <p:ph idx="11" hasCustomPrompt="1"/>
          </p:nvPr>
        </p:nvSpPr>
        <p:spPr>
          <a:xfrm>
            <a:off x="3384645" y="1446212"/>
            <a:ext cx="8381904" cy="4630737"/>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a:t>Level 01</a:t>
            </a:r>
          </a:p>
          <a:p>
            <a:pPr lvl="1"/>
            <a:r>
              <a:rPr lang="en-US"/>
              <a:t>Level 02</a:t>
            </a:r>
          </a:p>
          <a:p>
            <a:pPr lvl="2"/>
            <a:r>
              <a:rPr lang="en-US"/>
              <a:t>Level 03</a:t>
            </a:r>
          </a:p>
          <a:p>
            <a:pPr lvl="3"/>
            <a:r>
              <a:rPr lang="en-US"/>
              <a:t>Level 04</a:t>
            </a:r>
          </a:p>
          <a:p>
            <a:pPr lvl="4"/>
            <a:r>
              <a:rPr lang="en-US"/>
              <a:t>Level 05</a:t>
            </a:r>
          </a:p>
          <a:p>
            <a:pPr lvl="5"/>
            <a:r>
              <a:rPr lang="en-US"/>
              <a:t>Level 06</a:t>
            </a:r>
          </a:p>
        </p:txBody>
      </p:sp>
      <p:sp>
        <p:nvSpPr>
          <p:cNvPr id="5" name="Slide Number Placeholder 5">
            <a:extLst>
              <a:ext uri="{FF2B5EF4-FFF2-40B4-BE49-F238E27FC236}">
                <a16:creationId xmlns:a16="http://schemas.microsoft.com/office/drawing/2014/main" id="{BDE734DA-A69E-9628-9005-8E3F6FFEB9D9}"/>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grpSp>
        <p:nvGrpSpPr>
          <p:cNvPr id="12" name="Group 11">
            <a:extLst>
              <a:ext uri="{FF2B5EF4-FFF2-40B4-BE49-F238E27FC236}">
                <a16:creationId xmlns:a16="http://schemas.microsoft.com/office/drawing/2014/main" id="{29B04704-D297-7EBA-4063-575F9A18AE97}"/>
              </a:ext>
              <a:ext uri="{C183D7F6-B498-43B3-948B-1728B52AA6E4}">
                <adec:decorative xmlns:adec="http://schemas.microsoft.com/office/drawing/2017/decorative" val="1"/>
              </a:ext>
            </a:extLst>
          </p:cNvPr>
          <p:cNvGrpSpPr/>
          <p:nvPr userDrawn="1"/>
        </p:nvGrpSpPr>
        <p:grpSpPr>
          <a:xfrm>
            <a:off x="-1" y="1454680"/>
            <a:ext cx="3226526" cy="4616810"/>
            <a:chOff x="-1" y="1454680"/>
            <a:chExt cx="3226526" cy="4616810"/>
          </a:xfrm>
        </p:grpSpPr>
        <p:pic>
          <p:nvPicPr>
            <p:cNvPr id="10" name="Graphic 9">
              <a:extLst>
                <a:ext uri="{FF2B5EF4-FFF2-40B4-BE49-F238E27FC236}">
                  <a16:creationId xmlns:a16="http://schemas.microsoft.com/office/drawing/2014/main" id="{E2A83B14-DFD2-B90C-6387-CBF520E30DCE}"/>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16200000" flipH="1">
              <a:off x="918119" y="1454679"/>
              <a:ext cx="2308406" cy="2308407"/>
            </a:xfrm>
            <a:prstGeom prst="rect">
              <a:avLst/>
            </a:prstGeom>
          </p:spPr>
        </p:pic>
        <p:pic>
          <p:nvPicPr>
            <p:cNvPr id="11" name="Graphic 10">
              <a:extLst>
                <a:ext uri="{FF2B5EF4-FFF2-40B4-BE49-F238E27FC236}">
                  <a16:creationId xmlns:a16="http://schemas.microsoft.com/office/drawing/2014/main" id="{6816DF95-FC03-CC86-B8D8-20652505E240}"/>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r="60227"/>
            <a:stretch/>
          </p:blipFill>
          <p:spPr>
            <a:xfrm rot="10800000">
              <a:off x="-1" y="3763084"/>
              <a:ext cx="918119" cy="2308406"/>
            </a:xfrm>
            <a:prstGeom prst="rect">
              <a:avLst/>
            </a:prstGeom>
          </p:spPr>
        </p:pic>
      </p:grpSp>
    </p:spTree>
    <p:extLst>
      <p:ext uri="{BB962C8B-B14F-4D97-AF65-F5344CB8AC3E}">
        <p14:creationId xmlns:p14="http://schemas.microsoft.com/office/powerpoint/2010/main" val="119084741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ntent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6" name="Content Placeholder 2">
            <a:extLst>
              <a:ext uri="{FF2B5EF4-FFF2-40B4-BE49-F238E27FC236}">
                <a16:creationId xmlns:a16="http://schemas.microsoft.com/office/drawing/2014/main" id="{0B12C593-773C-E67F-DB83-82BD217D311F}"/>
              </a:ext>
            </a:extLst>
          </p:cNvPr>
          <p:cNvSpPr>
            <a:spLocks noGrp="1"/>
          </p:cNvSpPr>
          <p:nvPr>
            <p:ph idx="11" hasCustomPrompt="1"/>
          </p:nvPr>
        </p:nvSpPr>
        <p:spPr>
          <a:xfrm>
            <a:off x="3384645" y="1446212"/>
            <a:ext cx="8381904" cy="4630737"/>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a:t>Level 01</a:t>
            </a:r>
          </a:p>
          <a:p>
            <a:pPr lvl="1"/>
            <a:r>
              <a:rPr lang="en-US"/>
              <a:t>Level 02</a:t>
            </a:r>
          </a:p>
          <a:p>
            <a:pPr lvl="2"/>
            <a:r>
              <a:rPr lang="en-US"/>
              <a:t>Level 03</a:t>
            </a:r>
          </a:p>
          <a:p>
            <a:pPr lvl="3"/>
            <a:r>
              <a:rPr lang="en-US"/>
              <a:t>Level 04</a:t>
            </a:r>
          </a:p>
          <a:p>
            <a:pPr lvl="4"/>
            <a:r>
              <a:rPr lang="en-US"/>
              <a:t>Level 05</a:t>
            </a:r>
          </a:p>
          <a:p>
            <a:pPr lvl="5"/>
            <a:r>
              <a:rPr lang="en-US"/>
              <a:t>Level 06</a:t>
            </a:r>
          </a:p>
        </p:txBody>
      </p:sp>
      <p:sp>
        <p:nvSpPr>
          <p:cNvPr id="5" name="Slide Number Placeholder 5">
            <a:extLst>
              <a:ext uri="{FF2B5EF4-FFF2-40B4-BE49-F238E27FC236}">
                <a16:creationId xmlns:a16="http://schemas.microsoft.com/office/drawing/2014/main" id="{BDE734DA-A69E-9628-9005-8E3F6FFEB9D9}"/>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grpSp>
        <p:nvGrpSpPr>
          <p:cNvPr id="7" name="Group 6">
            <a:extLst>
              <a:ext uri="{FF2B5EF4-FFF2-40B4-BE49-F238E27FC236}">
                <a16:creationId xmlns:a16="http://schemas.microsoft.com/office/drawing/2014/main" id="{F06DE2F9-7CCD-3A2F-30CC-C7D24C868994}"/>
              </a:ext>
              <a:ext uri="{C183D7F6-B498-43B3-948B-1728B52AA6E4}">
                <adec:decorative xmlns:adec="http://schemas.microsoft.com/office/drawing/2017/decorative" val="1"/>
              </a:ext>
            </a:extLst>
          </p:cNvPr>
          <p:cNvGrpSpPr/>
          <p:nvPr userDrawn="1"/>
        </p:nvGrpSpPr>
        <p:grpSpPr>
          <a:xfrm>
            <a:off x="-1" y="1454680"/>
            <a:ext cx="3226526" cy="4616810"/>
            <a:chOff x="-1" y="1454680"/>
            <a:chExt cx="3226526" cy="4616810"/>
          </a:xfrm>
        </p:grpSpPr>
        <p:pic>
          <p:nvPicPr>
            <p:cNvPr id="10" name="Graphic 9">
              <a:extLst>
                <a:ext uri="{FF2B5EF4-FFF2-40B4-BE49-F238E27FC236}">
                  <a16:creationId xmlns:a16="http://schemas.microsoft.com/office/drawing/2014/main" id="{E2A83B14-DFD2-B90C-6387-CBF520E30DCE}"/>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16200000" flipH="1">
              <a:off x="918119" y="1454679"/>
              <a:ext cx="2308406" cy="2308407"/>
            </a:xfrm>
            <a:prstGeom prst="rect">
              <a:avLst/>
            </a:prstGeom>
          </p:spPr>
        </p:pic>
        <p:pic>
          <p:nvPicPr>
            <p:cNvPr id="4" name="Graphic 3">
              <a:extLst>
                <a:ext uri="{FF2B5EF4-FFF2-40B4-BE49-F238E27FC236}">
                  <a16:creationId xmlns:a16="http://schemas.microsoft.com/office/drawing/2014/main" id="{2628BD85-5B0A-7D0D-95ED-9672F51D74F6}"/>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r="60227"/>
            <a:stretch/>
          </p:blipFill>
          <p:spPr>
            <a:xfrm rot="10800000">
              <a:off x="-1" y="3763084"/>
              <a:ext cx="918119" cy="2308406"/>
            </a:xfrm>
            <a:prstGeom prst="rect">
              <a:avLst/>
            </a:prstGeom>
          </p:spPr>
        </p:pic>
      </p:grpSp>
    </p:spTree>
    <p:extLst>
      <p:ext uri="{BB962C8B-B14F-4D97-AF65-F5344CB8AC3E}">
        <p14:creationId xmlns:p14="http://schemas.microsoft.com/office/powerpoint/2010/main" val="189741282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ntent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4" name="Content Placeholder 2">
            <a:extLst>
              <a:ext uri="{FF2B5EF4-FFF2-40B4-BE49-F238E27FC236}">
                <a16:creationId xmlns:a16="http://schemas.microsoft.com/office/drawing/2014/main" id="{FB00E452-A8AB-FCA1-7196-432BABC0064A}"/>
              </a:ext>
            </a:extLst>
          </p:cNvPr>
          <p:cNvSpPr>
            <a:spLocks noGrp="1"/>
          </p:cNvSpPr>
          <p:nvPr>
            <p:ph idx="11" hasCustomPrompt="1"/>
          </p:nvPr>
        </p:nvSpPr>
        <p:spPr>
          <a:xfrm>
            <a:off x="2442950" y="1446212"/>
            <a:ext cx="9323600" cy="4630737"/>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a:t>Level 01</a:t>
            </a:r>
          </a:p>
          <a:p>
            <a:pPr lvl="1"/>
            <a:r>
              <a:rPr lang="en-US"/>
              <a:t>Level 02</a:t>
            </a:r>
          </a:p>
          <a:p>
            <a:pPr lvl="2"/>
            <a:r>
              <a:rPr lang="en-US"/>
              <a:t>Level 03</a:t>
            </a:r>
          </a:p>
          <a:p>
            <a:pPr lvl="3"/>
            <a:r>
              <a:rPr lang="en-US"/>
              <a:t>Level 04</a:t>
            </a:r>
          </a:p>
          <a:p>
            <a:pPr lvl="4"/>
            <a:r>
              <a:rPr lang="en-US"/>
              <a:t>Level 05</a:t>
            </a:r>
          </a:p>
          <a:p>
            <a:pPr lvl="5"/>
            <a:r>
              <a:rPr lang="en-US"/>
              <a:t>Level 06</a:t>
            </a:r>
          </a:p>
        </p:txBody>
      </p:sp>
      <p:sp>
        <p:nvSpPr>
          <p:cNvPr id="5" name="Slide Number Placeholder 5">
            <a:extLst>
              <a:ext uri="{FF2B5EF4-FFF2-40B4-BE49-F238E27FC236}">
                <a16:creationId xmlns:a16="http://schemas.microsoft.com/office/drawing/2014/main" id="{BC708517-E931-5496-5E88-479ADB95C4CE}"/>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pic>
        <p:nvPicPr>
          <p:cNvPr id="6" name="Graphic 5">
            <a:extLst>
              <a:ext uri="{FF2B5EF4-FFF2-40B4-BE49-F238E27FC236}">
                <a16:creationId xmlns:a16="http://schemas.microsoft.com/office/drawing/2014/main" id="{FA81C286-D88F-FCF8-3B7F-C2AFE17B6495}"/>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16200000">
            <a:off x="428624" y="1446213"/>
            <a:ext cx="1833350" cy="1833350"/>
          </a:xfrm>
          <a:prstGeom prst="rect">
            <a:avLst/>
          </a:prstGeom>
        </p:spPr>
      </p:pic>
    </p:spTree>
    <p:extLst>
      <p:ext uri="{BB962C8B-B14F-4D97-AF65-F5344CB8AC3E}">
        <p14:creationId xmlns:p14="http://schemas.microsoft.com/office/powerpoint/2010/main" val="398156533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tent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4" name="Content Placeholder 2">
            <a:extLst>
              <a:ext uri="{FF2B5EF4-FFF2-40B4-BE49-F238E27FC236}">
                <a16:creationId xmlns:a16="http://schemas.microsoft.com/office/drawing/2014/main" id="{BF8EBD0A-DCBF-5697-AB86-E59F43E1D95B}"/>
              </a:ext>
            </a:extLst>
          </p:cNvPr>
          <p:cNvSpPr>
            <a:spLocks noGrp="1"/>
          </p:cNvSpPr>
          <p:nvPr>
            <p:ph idx="11" hasCustomPrompt="1"/>
          </p:nvPr>
        </p:nvSpPr>
        <p:spPr>
          <a:xfrm>
            <a:off x="2442950" y="1446212"/>
            <a:ext cx="9323600" cy="4630737"/>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a:t>Level 01</a:t>
            </a:r>
          </a:p>
          <a:p>
            <a:pPr lvl="1"/>
            <a:r>
              <a:rPr lang="en-US"/>
              <a:t>Level 02</a:t>
            </a:r>
          </a:p>
          <a:p>
            <a:pPr lvl="2"/>
            <a:r>
              <a:rPr lang="en-US"/>
              <a:t>Level 03</a:t>
            </a:r>
          </a:p>
          <a:p>
            <a:pPr lvl="3"/>
            <a:r>
              <a:rPr lang="en-US"/>
              <a:t>Level 04</a:t>
            </a:r>
          </a:p>
          <a:p>
            <a:pPr lvl="4"/>
            <a:r>
              <a:rPr lang="en-US"/>
              <a:t>Level 05</a:t>
            </a:r>
          </a:p>
          <a:p>
            <a:pPr lvl="5"/>
            <a:r>
              <a:rPr lang="en-US"/>
              <a:t>Level 06</a:t>
            </a:r>
          </a:p>
        </p:txBody>
      </p:sp>
      <p:sp>
        <p:nvSpPr>
          <p:cNvPr id="5" name="Slide Number Placeholder 5">
            <a:extLst>
              <a:ext uri="{FF2B5EF4-FFF2-40B4-BE49-F238E27FC236}">
                <a16:creationId xmlns:a16="http://schemas.microsoft.com/office/drawing/2014/main" id="{BC708517-E931-5496-5E88-479ADB95C4CE}"/>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pic>
        <p:nvPicPr>
          <p:cNvPr id="6" name="Graphic 5">
            <a:extLst>
              <a:ext uri="{FF2B5EF4-FFF2-40B4-BE49-F238E27FC236}">
                <a16:creationId xmlns:a16="http://schemas.microsoft.com/office/drawing/2014/main" id="{FA81C286-D88F-FCF8-3B7F-C2AFE17B6495}"/>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16200000">
            <a:off x="428624" y="1446213"/>
            <a:ext cx="1833350" cy="1833350"/>
          </a:xfrm>
          <a:prstGeom prst="rect">
            <a:avLst/>
          </a:prstGeom>
        </p:spPr>
      </p:pic>
    </p:spTree>
    <p:extLst>
      <p:ext uri="{BB962C8B-B14F-4D97-AF65-F5344CB8AC3E}">
        <p14:creationId xmlns:p14="http://schemas.microsoft.com/office/powerpoint/2010/main" val="14369975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tent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4" name="Content Placeholder 2">
            <a:extLst>
              <a:ext uri="{FF2B5EF4-FFF2-40B4-BE49-F238E27FC236}">
                <a16:creationId xmlns:a16="http://schemas.microsoft.com/office/drawing/2014/main" id="{34DCFC9F-3888-3FE8-C62C-CCD59B04A97D}"/>
              </a:ext>
            </a:extLst>
          </p:cNvPr>
          <p:cNvSpPr>
            <a:spLocks noGrp="1"/>
          </p:cNvSpPr>
          <p:nvPr>
            <p:ph idx="11" hasCustomPrompt="1"/>
          </p:nvPr>
        </p:nvSpPr>
        <p:spPr>
          <a:xfrm>
            <a:off x="2442950" y="1446212"/>
            <a:ext cx="9323600" cy="4630737"/>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a:t>Level 01</a:t>
            </a:r>
          </a:p>
          <a:p>
            <a:pPr lvl="1"/>
            <a:r>
              <a:rPr lang="en-US"/>
              <a:t>Level 02</a:t>
            </a:r>
          </a:p>
          <a:p>
            <a:pPr lvl="2"/>
            <a:r>
              <a:rPr lang="en-US"/>
              <a:t>Level 03</a:t>
            </a:r>
          </a:p>
          <a:p>
            <a:pPr lvl="3"/>
            <a:r>
              <a:rPr lang="en-US"/>
              <a:t>Level 04</a:t>
            </a:r>
          </a:p>
          <a:p>
            <a:pPr lvl="4"/>
            <a:r>
              <a:rPr lang="en-US"/>
              <a:t>Level 05</a:t>
            </a:r>
          </a:p>
          <a:p>
            <a:pPr lvl="5"/>
            <a:r>
              <a:rPr lang="en-US"/>
              <a:t>Level 06</a:t>
            </a:r>
          </a:p>
        </p:txBody>
      </p:sp>
      <p:sp>
        <p:nvSpPr>
          <p:cNvPr id="5" name="Slide Number Placeholder 5">
            <a:extLst>
              <a:ext uri="{FF2B5EF4-FFF2-40B4-BE49-F238E27FC236}">
                <a16:creationId xmlns:a16="http://schemas.microsoft.com/office/drawing/2014/main" id="{BC708517-E931-5496-5E88-479ADB95C4CE}"/>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pic>
        <p:nvPicPr>
          <p:cNvPr id="6" name="Graphic 5">
            <a:extLst>
              <a:ext uri="{FF2B5EF4-FFF2-40B4-BE49-F238E27FC236}">
                <a16:creationId xmlns:a16="http://schemas.microsoft.com/office/drawing/2014/main" id="{FA81C286-D88F-FCF8-3B7F-C2AFE17B6495}"/>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28624" y="4243599"/>
            <a:ext cx="1833350" cy="1833350"/>
          </a:xfrm>
          <a:prstGeom prst="rect">
            <a:avLst/>
          </a:prstGeom>
        </p:spPr>
      </p:pic>
    </p:spTree>
    <p:extLst>
      <p:ext uri="{BB962C8B-B14F-4D97-AF65-F5344CB8AC3E}">
        <p14:creationId xmlns:p14="http://schemas.microsoft.com/office/powerpoint/2010/main" val="2004381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ontent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4" name="Content Placeholder 2">
            <a:extLst>
              <a:ext uri="{FF2B5EF4-FFF2-40B4-BE49-F238E27FC236}">
                <a16:creationId xmlns:a16="http://schemas.microsoft.com/office/drawing/2014/main" id="{73135E85-701C-2A07-70DF-01ECB1643946}"/>
              </a:ext>
            </a:extLst>
          </p:cNvPr>
          <p:cNvSpPr>
            <a:spLocks noGrp="1"/>
          </p:cNvSpPr>
          <p:nvPr>
            <p:ph idx="11" hasCustomPrompt="1"/>
          </p:nvPr>
        </p:nvSpPr>
        <p:spPr>
          <a:xfrm>
            <a:off x="2442950" y="1446212"/>
            <a:ext cx="9323600" cy="4630737"/>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a:t>Level 01</a:t>
            </a:r>
          </a:p>
          <a:p>
            <a:pPr lvl="1"/>
            <a:r>
              <a:rPr lang="en-US"/>
              <a:t>Level 02</a:t>
            </a:r>
          </a:p>
          <a:p>
            <a:pPr lvl="2"/>
            <a:r>
              <a:rPr lang="en-US"/>
              <a:t>Level 03</a:t>
            </a:r>
          </a:p>
          <a:p>
            <a:pPr lvl="3"/>
            <a:r>
              <a:rPr lang="en-US"/>
              <a:t>Level 04</a:t>
            </a:r>
          </a:p>
          <a:p>
            <a:pPr lvl="4"/>
            <a:r>
              <a:rPr lang="en-US"/>
              <a:t>Level 05</a:t>
            </a:r>
          </a:p>
          <a:p>
            <a:pPr lvl="5"/>
            <a:r>
              <a:rPr lang="en-US"/>
              <a:t>Level 06</a:t>
            </a:r>
          </a:p>
        </p:txBody>
      </p:sp>
      <p:sp>
        <p:nvSpPr>
          <p:cNvPr id="5" name="Slide Number Placeholder 5">
            <a:extLst>
              <a:ext uri="{FF2B5EF4-FFF2-40B4-BE49-F238E27FC236}">
                <a16:creationId xmlns:a16="http://schemas.microsoft.com/office/drawing/2014/main" id="{BC708517-E931-5496-5E88-479ADB95C4CE}"/>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pic>
        <p:nvPicPr>
          <p:cNvPr id="6" name="Graphic 5">
            <a:extLst>
              <a:ext uri="{FF2B5EF4-FFF2-40B4-BE49-F238E27FC236}">
                <a16:creationId xmlns:a16="http://schemas.microsoft.com/office/drawing/2014/main" id="{FA81C286-D88F-FCF8-3B7F-C2AFE17B6495}"/>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28624" y="4243599"/>
            <a:ext cx="1833350" cy="1833350"/>
          </a:xfrm>
          <a:prstGeom prst="rect">
            <a:avLst/>
          </a:prstGeom>
        </p:spPr>
      </p:pic>
    </p:spTree>
    <p:extLst>
      <p:ext uri="{BB962C8B-B14F-4D97-AF65-F5344CB8AC3E}">
        <p14:creationId xmlns:p14="http://schemas.microsoft.com/office/powerpoint/2010/main" val="345868845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ontent 10">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74B83068-C3D7-CF06-D0DA-182E373A26EB}"/>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16200000">
            <a:off x="8729569" y="-14068"/>
            <a:ext cx="3490567" cy="3490567"/>
          </a:xfrm>
          <a:prstGeom prst="rect">
            <a:avLst/>
          </a:prstGeom>
        </p:spPr>
      </p:pic>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4" name="Content Placeholder 2">
            <a:extLst>
              <a:ext uri="{FF2B5EF4-FFF2-40B4-BE49-F238E27FC236}">
                <a16:creationId xmlns:a16="http://schemas.microsoft.com/office/drawing/2014/main" id="{EFFFDD0C-B234-E48F-1117-E71A1BF8BD15}"/>
              </a:ext>
            </a:extLst>
          </p:cNvPr>
          <p:cNvSpPr>
            <a:spLocks noGrp="1"/>
          </p:cNvSpPr>
          <p:nvPr>
            <p:ph idx="11" hasCustomPrompt="1"/>
          </p:nvPr>
        </p:nvSpPr>
        <p:spPr>
          <a:xfrm>
            <a:off x="428624" y="1446212"/>
            <a:ext cx="8442421" cy="4630737"/>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a:t>Level 01</a:t>
            </a:r>
          </a:p>
          <a:p>
            <a:pPr lvl="1"/>
            <a:r>
              <a:rPr lang="en-US"/>
              <a:t>Level 02</a:t>
            </a:r>
          </a:p>
          <a:p>
            <a:pPr lvl="2"/>
            <a:r>
              <a:rPr lang="en-US"/>
              <a:t>Level 03</a:t>
            </a:r>
          </a:p>
          <a:p>
            <a:pPr lvl="3"/>
            <a:r>
              <a:rPr lang="en-US"/>
              <a:t>Level 04</a:t>
            </a:r>
          </a:p>
          <a:p>
            <a:pPr lvl="4"/>
            <a:r>
              <a:rPr lang="en-US"/>
              <a:t>Level 05</a:t>
            </a:r>
          </a:p>
          <a:p>
            <a:pPr lvl="5"/>
            <a:r>
              <a:rPr lang="en-US"/>
              <a:t>Level 06</a:t>
            </a:r>
          </a:p>
        </p:txBody>
      </p:sp>
      <p:sp>
        <p:nvSpPr>
          <p:cNvPr id="5" name="Slide Number Placeholder 5">
            <a:extLst>
              <a:ext uri="{FF2B5EF4-FFF2-40B4-BE49-F238E27FC236}">
                <a16:creationId xmlns:a16="http://schemas.microsoft.com/office/drawing/2014/main" id="{BDE734DA-A69E-9628-9005-8E3F6FFEB9D9}"/>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spTree>
    <p:extLst>
      <p:ext uri="{BB962C8B-B14F-4D97-AF65-F5344CB8AC3E}">
        <p14:creationId xmlns:p14="http://schemas.microsoft.com/office/powerpoint/2010/main" val="254277809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Content 11">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74B83068-C3D7-CF06-D0DA-182E373A26EB}"/>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16200000">
            <a:off x="8729569" y="-14068"/>
            <a:ext cx="3490567" cy="3490567"/>
          </a:xfrm>
          <a:prstGeom prst="rect">
            <a:avLst/>
          </a:prstGeom>
        </p:spPr>
      </p:pic>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4" name="Content Placeholder 2">
            <a:extLst>
              <a:ext uri="{FF2B5EF4-FFF2-40B4-BE49-F238E27FC236}">
                <a16:creationId xmlns:a16="http://schemas.microsoft.com/office/drawing/2014/main" id="{0CA31D4C-9EC0-0FDC-B08E-7FAC603BC4A8}"/>
              </a:ext>
            </a:extLst>
          </p:cNvPr>
          <p:cNvSpPr>
            <a:spLocks noGrp="1"/>
          </p:cNvSpPr>
          <p:nvPr>
            <p:ph idx="11" hasCustomPrompt="1"/>
          </p:nvPr>
        </p:nvSpPr>
        <p:spPr>
          <a:xfrm>
            <a:off x="428624" y="1446212"/>
            <a:ext cx="8442421" cy="4630737"/>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a:t>Level 01</a:t>
            </a:r>
          </a:p>
          <a:p>
            <a:pPr lvl="1"/>
            <a:r>
              <a:rPr lang="en-US"/>
              <a:t>Level 02</a:t>
            </a:r>
          </a:p>
          <a:p>
            <a:pPr lvl="2"/>
            <a:r>
              <a:rPr lang="en-US"/>
              <a:t>Level 03</a:t>
            </a:r>
          </a:p>
          <a:p>
            <a:pPr lvl="3"/>
            <a:r>
              <a:rPr lang="en-US"/>
              <a:t>Level 04</a:t>
            </a:r>
          </a:p>
          <a:p>
            <a:pPr lvl="4"/>
            <a:r>
              <a:rPr lang="en-US"/>
              <a:t>Level 05</a:t>
            </a:r>
          </a:p>
          <a:p>
            <a:pPr lvl="5"/>
            <a:r>
              <a:rPr lang="en-US"/>
              <a:t>Level 06</a:t>
            </a:r>
          </a:p>
        </p:txBody>
      </p:sp>
      <p:sp>
        <p:nvSpPr>
          <p:cNvPr id="5" name="Slide Number Placeholder 5">
            <a:extLst>
              <a:ext uri="{FF2B5EF4-FFF2-40B4-BE49-F238E27FC236}">
                <a16:creationId xmlns:a16="http://schemas.microsoft.com/office/drawing/2014/main" id="{BDE734DA-A69E-9628-9005-8E3F6FFEB9D9}"/>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spTree>
    <p:extLst>
      <p:ext uri="{BB962C8B-B14F-4D97-AF65-F5344CB8AC3E}">
        <p14:creationId xmlns:p14="http://schemas.microsoft.com/office/powerpoint/2010/main" val="30491828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ontent 1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3" name="Content Placeholder 2">
            <a:extLst>
              <a:ext uri="{FF2B5EF4-FFF2-40B4-BE49-F238E27FC236}">
                <a16:creationId xmlns:a16="http://schemas.microsoft.com/office/drawing/2014/main" id="{DE53F9C9-7BFC-1D24-B33A-98C5AEE75744}"/>
              </a:ext>
            </a:extLst>
          </p:cNvPr>
          <p:cNvSpPr>
            <a:spLocks noGrp="1"/>
          </p:cNvSpPr>
          <p:nvPr>
            <p:ph idx="11" hasCustomPrompt="1"/>
          </p:nvPr>
        </p:nvSpPr>
        <p:spPr>
          <a:xfrm>
            <a:off x="2197290" y="3084394"/>
            <a:ext cx="6680491" cy="2992555"/>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a:t>Level 01</a:t>
            </a:r>
          </a:p>
          <a:p>
            <a:pPr lvl="1"/>
            <a:r>
              <a:rPr lang="en-US"/>
              <a:t>Level 02</a:t>
            </a:r>
          </a:p>
          <a:p>
            <a:pPr lvl="2"/>
            <a:r>
              <a:rPr lang="en-US"/>
              <a:t>Level 03</a:t>
            </a:r>
          </a:p>
          <a:p>
            <a:pPr lvl="3"/>
            <a:r>
              <a:rPr lang="en-US"/>
              <a:t>Level 04</a:t>
            </a:r>
          </a:p>
          <a:p>
            <a:pPr lvl="4"/>
            <a:r>
              <a:rPr lang="en-US"/>
              <a:t>Level 05</a:t>
            </a:r>
          </a:p>
          <a:p>
            <a:pPr lvl="5"/>
            <a:r>
              <a:rPr lang="en-US"/>
              <a:t>Level 06</a:t>
            </a:r>
          </a:p>
        </p:txBody>
      </p:sp>
      <p:sp>
        <p:nvSpPr>
          <p:cNvPr id="5" name="Slide Number Placeholder 5">
            <a:extLst>
              <a:ext uri="{FF2B5EF4-FFF2-40B4-BE49-F238E27FC236}">
                <a16:creationId xmlns:a16="http://schemas.microsoft.com/office/drawing/2014/main" id="{BDE734DA-A69E-9628-9005-8E3F6FFEB9D9}"/>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grpSp>
        <p:nvGrpSpPr>
          <p:cNvPr id="4" name="Group 3">
            <a:extLst>
              <a:ext uri="{FF2B5EF4-FFF2-40B4-BE49-F238E27FC236}">
                <a16:creationId xmlns:a16="http://schemas.microsoft.com/office/drawing/2014/main" id="{D6A5A712-8133-290C-17E5-6ADEAD979366}"/>
              </a:ext>
              <a:ext uri="{C183D7F6-B498-43B3-948B-1728B52AA6E4}">
                <adec:decorative xmlns:adec="http://schemas.microsoft.com/office/drawing/2017/decorative" val="1"/>
              </a:ext>
            </a:extLst>
          </p:cNvPr>
          <p:cNvGrpSpPr/>
          <p:nvPr userDrawn="1"/>
        </p:nvGrpSpPr>
        <p:grpSpPr>
          <a:xfrm>
            <a:off x="428624" y="1446213"/>
            <a:ext cx="11343915" cy="4631059"/>
            <a:chOff x="428624" y="1446213"/>
            <a:chExt cx="11343915" cy="4631059"/>
          </a:xfrm>
        </p:grpSpPr>
        <p:pic>
          <p:nvPicPr>
            <p:cNvPr id="7" name="Graphic 6">
              <a:extLst>
                <a:ext uri="{FF2B5EF4-FFF2-40B4-BE49-F238E27FC236}">
                  <a16:creationId xmlns:a16="http://schemas.microsoft.com/office/drawing/2014/main" id="{64AC1AE4-3636-2591-EBF8-5A2493285FC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28624" y="1446213"/>
              <a:ext cx="2734491" cy="2734491"/>
            </a:xfrm>
            <a:prstGeom prst="rect">
              <a:avLst/>
            </a:prstGeom>
          </p:spPr>
        </p:pic>
        <p:pic>
          <p:nvPicPr>
            <p:cNvPr id="10" name="Graphic 9">
              <a:extLst>
                <a:ext uri="{FF2B5EF4-FFF2-40B4-BE49-F238E27FC236}">
                  <a16:creationId xmlns:a16="http://schemas.microsoft.com/office/drawing/2014/main" id="{22501D31-6936-420C-ACFF-982A91913057}"/>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10800000">
              <a:off x="9038048" y="3342781"/>
              <a:ext cx="2734491" cy="2734491"/>
            </a:xfrm>
            <a:prstGeom prst="rect">
              <a:avLst/>
            </a:prstGeom>
          </p:spPr>
        </p:pic>
      </p:grpSp>
    </p:spTree>
    <p:extLst>
      <p:ext uri="{BB962C8B-B14F-4D97-AF65-F5344CB8AC3E}">
        <p14:creationId xmlns:p14="http://schemas.microsoft.com/office/powerpoint/2010/main" val="360005425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Content 1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3" name="Content Placeholder 2">
            <a:extLst>
              <a:ext uri="{FF2B5EF4-FFF2-40B4-BE49-F238E27FC236}">
                <a16:creationId xmlns:a16="http://schemas.microsoft.com/office/drawing/2014/main" id="{A23D37F2-34C1-3164-2998-05614FE79C95}"/>
              </a:ext>
            </a:extLst>
          </p:cNvPr>
          <p:cNvSpPr>
            <a:spLocks noGrp="1"/>
          </p:cNvSpPr>
          <p:nvPr>
            <p:ph idx="11" hasCustomPrompt="1"/>
          </p:nvPr>
        </p:nvSpPr>
        <p:spPr>
          <a:xfrm>
            <a:off x="2197290" y="3084394"/>
            <a:ext cx="6680491" cy="2992555"/>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a:t>Level 01</a:t>
            </a:r>
          </a:p>
          <a:p>
            <a:pPr lvl="1"/>
            <a:r>
              <a:rPr lang="en-US"/>
              <a:t>Level 02</a:t>
            </a:r>
          </a:p>
          <a:p>
            <a:pPr lvl="2"/>
            <a:r>
              <a:rPr lang="en-US"/>
              <a:t>Level 03</a:t>
            </a:r>
          </a:p>
          <a:p>
            <a:pPr lvl="3"/>
            <a:r>
              <a:rPr lang="en-US"/>
              <a:t>Level 04</a:t>
            </a:r>
          </a:p>
          <a:p>
            <a:pPr lvl="4"/>
            <a:r>
              <a:rPr lang="en-US"/>
              <a:t>Level 05</a:t>
            </a:r>
          </a:p>
          <a:p>
            <a:pPr lvl="5"/>
            <a:r>
              <a:rPr lang="en-US"/>
              <a:t>Level 06</a:t>
            </a:r>
          </a:p>
        </p:txBody>
      </p:sp>
      <p:sp>
        <p:nvSpPr>
          <p:cNvPr id="5" name="Slide Number Placeholder 5">
            <a:extLst>
              <a:ext uri="{FF2B5EF4-FFF2-40B4-BE49-F238E27FC236}">
                <a16:creationId xmlns:a16="http://schemas.microsoft.com/office/drawing/2014/main" id="{BDE734DA-A69E-9628-9005-8E3F6FFEB9D9}"/>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grpSp>
        <p:nvGrpSpPr>
          <p:cNvPr id="4" name="Group 3">
            <a:extLst>
              <a:ext uri="{FF2B5EF4-FFF2-40B4-BE49-F238E27FC236}">
                <a16:creationId xmlns:a16="http://schemas.microsoft.com/office/drawing/2014/main" id="{DB93FC7F-A043-26E0-2447-B14E4009E497}"/>
              </a:ext>
              <a:ext uri="{C183D7F6-B498-43B3-948B-1728B52AA6E4}">
                <adec:decorative xmlns:adec="http://schemas.microsoft.com/office/drawing/2017/decorative" val="1"/>
              </a:ext>
            </a:extLst>
          </p:cNvPr>
          <p:cNvGrpSpPr/>
          <p:nvPr userDrawn="1"/>
        </p:nvGrpSpPr>
        <p:grpSpPr>
          <a:xfrm>
            <a:off x="428624" y="1446213"/>
            <a:ext cx="11343915" cy="4631059"/>
            <a:chOff x="428624" y="1446213"/>
            <a:chExt cx="11343915" cy="4631059"/>
          </a:xfrm>
        </p:grpSpPr>
        <p:pic>
          <p:nvPicPr>
            <p:cNvPr id="7" name="Graphic 6">
              <a:extLst>
                <a:ext uri="{FF2B5EF4-FFF2-40B4-BE49-F238E27FC236}">
                  <a16:creationId xmlns:a16="http://schemas.microsoft.com/office/drawing/2014/main" id="{64AC1AE4-3636-2591-EBF8-5A2493285FC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28624" y="1446213"/>
              <a:ext cx="2734491" cy="2734491"/>
            </a:xfrm>
            <a:prstGeom prst="rect">
              <a:avLst/>
            </a:prstGeom>
          </p:spPr>
        </p:pic>
        <p:pic>
          <p:nvPicPr>
            <p:cNvPr id="9" name="Graphic 8">
              <a:extLst>
                <a:ext uri="{FF2B5EF4-FFF2-40B4-BE49-F238E27FC236}">
                  <a16:creationId xmlns:a16="http://schemas.microsoft.com/office/drawing/2014/main" id="{7CD25A46-D852-06A3-C070-0D7F9D2DFDF4}"/>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10800000">
              <a:off x="9038048" y="3342781"/>
              <a:ext cx="2734491" cy="2734491"/>
            </a:xfrm>
            <a:prstGeom prst="rect">
              <a:avLst/>
            </a:prstGeom>
          </p:spPr>
        </p:pic>
      </p:grpSp>
    </p:spTree>
    <p:extLst>
      <p:ext uri="{BB962C8B-B14F-4D97-AF65-F5344CB8AC3E}">
        <p14:creationId xmlns:p14="http://schemas.microsoft.com/office/powerpoint/2010/main" val="356878274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Content 1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6" name="Content Placeholder 2">
            <a:extLst>
              <a:ext uri="{FF2B5EF4-FFF2-40B4-BE49-F238E27FC236}">
                <a16:creationId xmlns:a16="http://schemas.microsoft.com/office/drawing/2014/main" id="{AC8AC44C-BB04-C5BB-3272-F65FD685E841}"/>
              </a:ext>
            </a:extLst>
          </p:cNvPr>
          <p:cNvSpPr>
            <a:spLocks noGrp="1"/>
          </p:cNvSpPr>
          <p:nvPr>
            <p:ph idx="11" hasCustomPrompt="1"/>
          </p:nvPr>
        </p:nvSpPr>
        <p:spPr>
          <a:xfrm>
            <a:off x="2197290" y="3084394"/>
            <a:ext cx="6680491" cy="2992555"/>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a:t>Level 01</a:t>
            </a:r>
          </a:p>
          <a:p>
            <a:pPr lvl="1"/>
            <a:r>
              <a:rPr lang="en-US"/>
              <a:t>Level 02</a:t>
            </a:r>
          </a:p>
          <a:p>
            <a:pPr lvl="2"/>
            <a:r>
              <a:rPr lang="en-US"/>
              <a:t>Level 03</a:t>
            </a:r>
          </a:p>
          <a:p>
            <a:pPr lvl="3"/>
            <a:r>
              <a:rPr lang="en-US"/>
              <a:t>Level 04</a:t>
            </a:r>
          </a:p>
          <a:p>
            <a:pPr lvl="4"/>
            <a:r>
              <a:rPr lang="en-US"/>
              <a:t>Level 05</a:t>
            </a:r>
          </a:p>
          <a:p>
            <a:pPr lvl="5"/>
            <a:r>
              <a:rPr lang="en-US"/>
              <a:t>Level 06</a:t>
            </a:r>
          </a:p>
        </p:txBody>
      </p:sp>
      <p:sp>
        <p:nvSpPr>
          <p:cNvPr id="5" name="Slide Number Placeholder 5">
            <a:extLst>
              <a:ext uri="{FF2B5EF4-FFF2-40B4-BE49-F238E27FC236}">
                <a16:creationId xmlns:a16="http://schemas.microsoft.com/office/drawing/2014/main" id="{BDE734DA-A69E-9628-9005-8E3F6FFEB9D9}"/>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grpSp>
        <p:nvGrpSpPr>
          <p:cNvPr id="3" name="Group 2">
            <a:extLst>
              <a:ext uri="{FF2B5EF4-FFF2-40B4-BE49-F238E27FC236}">
                <a16:creationId xmlns:a16="http://schemas.microsoft.com/office/drawing/2014/main" id="{4DDA2B42-149F-7889-73F5-F477CDA98DAA}"/>
              </a:ext>
              <a:ext uri="{C183D7F6-B498-43B3-948B-1728B52AA6E4}">
                <adec:decorative xmlns:adec="http://schemas.microsoft.com/office/drawing/2017/decorative" val="1"/>
              </a:ext>
            </a:extLst>
          </p:cNvPr>
          <p:cNvGrpSpPr/>
          <p:nvPr userDrawn="1"/>
        </p:nvGrpSpPr>
        <p:grpSpPr>
          <a:xfrm>
            <a:off x="428624" y="1446213"/>
            <a:ext cx="11343915" cy="4631059"/>
            <a:chOff x="428624" y="1446213"/>
            <a:chExt cx="11343915" cy="4631059"/>
          </a:xfrm>
        </p:grpSpPr>
        <p:pic>
          <p:nvPicPr>
            <p:cNvPr id="7" name="Graphic 6">
              <a:extLst>
                <a:ext uri="{FF2B5EF4-FFF2-40B4-BE49-F238E27FC236}">
                  <a16:creationId xmlns:a16="http://schemas.microsoft.com/office/drawing/2014/main" id="{64AC1AE4-3636-2591-EBF8-5A2493285FC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28624" y="1446213"/>
              <a:ext cx="2734491" cy="2734491"/>
            </a:xfrm>
            <a:prstGeom prst="rect">
              <a:avLst/>
            </a:prstGeom>
          </p:spPr>
        </p:pic>
        <p:pic>
          <p:nvPicPr>
            <p:cNvPr id="4" name="Graphic 3">
              <a:extLst>
                <a:ext uri="{FF2B5EF4-FFF2-40B4-BE49-F238E27FC236}">
                  <a16:creationId xmlns:a16="http://schemas.microsoft.com/office/drawing/2014/main" id="{DF69ABC1-670A-EF0D-7C56-BD06F9D02512}"/>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10800000">
              <a:off x="9038048" y="3342781"/>
              <a:ext cx="2734491" cy="2734491"/>
            </a:xfrm>
            <a:prstGeom prst="rect">
              <a:avLst/>
            </a:prstGeom>
          </p:spPr>
        </p:pic>
      </p:grpSp>
    </p:spTree>
    <p:extLst>
      <p:ext uri="{BB962C8B-B14F-4D97-AF65-F5344CB8AC3E}">
        <p14:creationId xmlns:p14="http://schemas.microsoft.com/office/powerpoint/2010/main" val="427906671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itre seu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lnSpc>
                <a:spcPct val="100000"/>
              </a:lnSpc>
              <a:defRPr/>
            </a:lvl1pPr>
          </a:lstStyle>
          <a:p>
            <a:r>
              <a:rPr lang="en-US"/>
              <a:t>Title</a:t>
            </a:r>
          </a:p>
        </p:txBody>
      </p:sp>
      <p:sp>
        <p:nvSpPr>
          <p:cNvPr id="4" name="Text Placeholder 7">
            <a:extLst>
              <a:ext uri="{FF2B5EF4-FFF2-40B4-BE49-F238E27FC236}">
                <a16:creationId xmlns:a16="http://schemas.microsoft.com/office/drawing/2014/main" id="{F0FEDF7D-16CB-CED7-A7AF-90CBDF7D67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3" name="Slide Number Placeholder 5">
            <a:extLst>
              <a:ext uri="{FF2B5EF4-FFF2-40B4-BE49-F238E27FC236}">
                <a16:creationId xmlns:a16="http://schemas.microsoft.com/office/drawing/2014/main" id="{835715C9-752F-27C5-8AC2-5672C84C6123}"/>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spTree>
    <p:extLst>
      <p:ext uri="{BB962C8B-B14F-4D97-AF65-F5344CB8AC3E}">
        <p14:creationId xmlns:p14="http://schemas.microsoft.com/office/powerpoint/2010/main" val="269329783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Without title">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B371D70F-68B5-DD4A-6E9F-DB676EF7BC3A}"/>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spTree>
    <p:extLst>
      <p:ext uri="{BB962C8B-B14F-4D97-AF65-F5344CB8AC3E}">
        <p14:creationId xmlns:p14="http://schemas.microsoft.com/office/powerpoint/2010/main" val="288369067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V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32837291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wo column">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048785D0-F5D7-C2BD-C6A9-98DBFBDFE1F9}"/>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V="1">
            <a:off x="10822330" y="1"/>
            <a:ext cx="1369670" cy="1369670"/>
          </a:xfrm>
          <a:prstGeom prst="rect">
            <a:avLst/>
          </a:prstGeom>
        </p:spPr>
      </p:pic>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7" name="Content Placeholder 2">
            <a:extLst>
              <a:ext uri="{FF2B5EF4-FFF2-40B4-BE49-F238E27FC236}">
                <a16:creationId xmlns:a16="http://schemas.microsoft.com/office/drawing/2014/main" id="{4F4ECEB7-E07A-7A71-72F2-6E250063872D}"/>
              </a:ext>
            </a:extLst>
          </p:cNvPr>
          <p:cNvSpPr>
            <a:spLocks noGrp="1"/>
          </p:cNvSpPr>
          <p:nvPr>
            <p:ph idx="12" hasCustomPrompt="1"/>
          </p:nvPr>
        </p:nvSpPr>
        <p:spPr>
          <a:xfrm>
            <a:off x="428624" y="1446212"/>
            <a:ext cx="5486400" cy="4630737"/>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a:t>Level 01</a:t>
            </a:r>
          </a:p>
          <a:p>
            <a:pPr lvl="1"/>
            <a:r>
              <a:rPr lang="en-US"/>
              <a:t>Level 02</a:t>
            </a:r>
          </a:p>
          <a:p>
            <a:pPr lvl="2"/>
            <a:r>
              <a:rPr lang="en-US"/>
              <a:t>Level 03</a:t>
            </a:r>
          </a:p>
          <a:p>
            <a:pPr lvl="3"/>
            <a:r>
              <a:rPr lang="en-US"/>
              <a:t>Level 04</a:t>
            </a:r>
          </a:p>
          <a:p>
            <a:pPr lvl="4"/>
            <a:r>
              <a:rPr lang="en-US"/>
              <a:t>Level 05</a:t>
            </a:r>
          </a:p>
          <a:p>
            <a:pPr lvl="5"/>
            <a:r>
              <a:rPr lang="en-US"/>
              <a:t>Level 06</a:t>
            </a:r>
          </a:p>
        </p:txBody>
      </p:sp>
      <p:sp>
        <p:nvSpPr>
          <p:cNvPr id="9" name="Content Placeholder 2">
            <a:extLst>
              <a:ext uri="{FF2B5EF4-FFF2-40B4-BE49-F238E27FC236}">
                <a16:creationId xmlns:a16="http://schemas.microsoft.com/office/drawing/2014/main" id="{32FF7271-3C8C-31AB-981B-7467A0E264E1}"/>
              </a:ext>
            </a:extLst>
          </p:cNvPr>
          <p:cNvSpPr>
            <a:spLocks noGrp="1"/>
          </p:cNvSpPr>
          <p:nvPr>
            <p:ph idx="13" hasCustomPrompt="1"/>
          </p:nvPr>
        </p:nvSpPr>
        <p:spPr>
          <a:xfrm>
            <a:off x="6280150" y="1446212"/>
            <a:ext cx="5486400" cy="4630737"/>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a:t>Level 01</a:t>
            </a:r>
          </a:p>
          <a:p>
            <a:pPr lvl="1"/>
            <a:r>
              <a:rPr lang="en-US"/>
              <a:t>Level 02</a:t>
            </a:r>
          </a:p>
          <a:p>
            <a:pPr lvl="2"/>
            <a:r>
              <a:rPr lang="en-US"/>
              <a:t>Level 03</a:t>
            </a:r>
          </a:p>
          <a:p>
            <a:pPr lvl="3"/>
            <a:r>
              <a:rPr lang="en-US"/>
              <a:t>Level 04</a:t>
            </a:r>
          </a:p>
          <a:p>
            <a:pPr lvl="4"/>
            <a:r>
              <a:rPr lang="en-US"/>
              <a:t>Level 05</a:t>
            </a:r>
          </a:p>
          <a:p>
            <a:pPr lvl="5"/>
            <a:r>
              <a:rPr lang="en-US"/>
              <a:t>Level 06</a:t>
            </a:r>
          </a:p>
        </p:txBody>
      </p:sp>
      <p:sp>
        <p:nvSpPr>
          <p:cNvPr id="4" name="Slide Number Placeholder 5">
            <a:extLst>
              <a:ext uri="{FF2B5EF4-FFF2-40B4-BE49-F238E27FC236}">
                <a16:creationId xmlns:a16="http://schemas.microsoft.com/office/drawing/2014/main" id="{DD5FC312-F0E9-0D35-0A90-49621D92794E}"/>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cxnSp>
        <p:nvCxnSpPr>
          <p:cNvPr id="3" name="Straight Connector 2">
            <a:extLst>
              <a:ext uri="{FF2B5EF4-FFF2-40B4-BE49-F238E27FC236}">
                <a16:creationId xmlns:a16="http://schemas.microsoft.com/office/drawing/2014/main" id="{1E0EAC6A-A6C2-66A3-C8C0-3F5ABACF7D2C}"/>
              </a:ext>
              <a:ext uri="{C183D7F6-B498-43B3-948B-1728B52AA6E4}">
                <adec:decorative xmlns:adec="http://schemas.microsoft.com/office/drawing/2017/decorative" val="1"/>
              </a:ext>
            </a:extLst>
          </p:cNvPr>
          <p:cNvCxnSpPr>
            <a:cxnSpLocks/>
          </p:cNvCxnSpPr>
          <p:nvPr userDrawn="1"/>
        </p:nvCxnSpPr>
        <p:spPr>
          <a:xfrm>
            <a:off x="6097587" y="1446213"/>
            <a:ext cx="0" cy="4630737"/>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4211703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hree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4" name="Text Placeholder 11">
            <a:extLst>
              <a:ext uri="{FF2B5EF4-FFF2-40B4-BE49-F238E27FC236}">
                <a16:creationId xmlns:a16="http://schemas.microsoft.com/office/drawing/2014/main" id="{2387BA6D-A7AE-3F35-E292-AB3A29B17098}"/>
              </a:ext>
            </a:extLst>
          </p:cNvPr>
          <p:cNvSpPr>
            <a:spLocks noGrp="1"/>
          </p:cNvSpPr>
          <p:nvPr>
            <p:ph type="body" sz="quarter" idx="13" hasCustomPrompt="1"/>
          </p:nvPr>
        </p:nvSpPr>
        <p:spPr>
          <a:xfrm>
            <a:off x="428624" y="1446212"/>
            <a:ext cx="3566160" cy="4630737"/>
          </a:xfrm>
        </p:spPr>
        <p:txBody>
          <a:bodyPr lIns="0" tIns="0" rIns="0" bIns="0"/>
          <a:lstStyle/>
          <a:p>
            <a:pPr lvl="0"/>
            <a:r>
              <a:rPr lang="en-US"/>
              <a:t>Level 01</a:t>
            </a:r>
          </a:p>
          <a:p>
            <a:pPr lvl="1"/>
            <a:r>
              <a:rPr lang="en-US"/>
              <a:t>Level 02</a:t>
            </a:r>
          </a:p>
          <a:p>
            <a:pPr lvl="2"/>
            <a:r>
              <a:rPr lang="en-US"/>
              <a:t>Level 03</a:t>
            </a:r>
          </a:p>
          <a:p>
            <a:pPr lvl="3"/>
            <a:r>
              <a:rPr lang="en-US"/>
              <a:t>Level 04</a:t>
            </a:r>
          </a:p>
        </p:txBody>
      </p:sp>
      <p:sp>
        <p:nvSpPr>
          <p:cNvPr id="9" name="Text Placeholder 11">
            <a:extLst>
              <a:ext uri="{FF2B5EF4-FFF2-40B4-BE49-F238E27FC236}">
                <a16:creationId xmlns:a16="http://schemas.microsoft.com/office/drawing/2014/main" id="{53EC500C-DC96-24C1-FB6D-38F10FFA079E}"/>
              </a:ext>
              <a:ext uri="{C183D7F6-B498-43B3-948B-1728B52AA6E4}">
                <adec:decorative xmlns:adec="http://schemas.microsoft.com/office/drawing/2017/decorative" val="0"/>
              </a:ext>
            </a:extLst>
          </p:cNvPr>
          <p:cNvSpPr>
            <a:spLocks noGrp="1"/>
          </p:cNvSpPr>
          <p:nvPr>
            <p:ph type="body" sz="quarter" idx="14" hasCustomPrompt="1"/>
          </p:nvPr>
        </p:nvSpPr>
        <p:spPr>
          <a:xfrm>
            <a:off x="4312920" y="1446212"/>
            <a:ext cx="3566160" cy="4630737"/>
          </a:xfrm>
        </p:spPr>
        <p:txBody>
          <a:bodyPr lIns="0" tIns="0" rIns="0" bIns="0"/>
          <a:lstStyle/>
          <a:p>
            <a:pPr lvl="0"/>
            <a:r>
              <a:rPr lang="en-US"/>
              <a:t>Level 01</a:t>
            </a:r>
          </a:p>
          <a:p>
            <a:pPr lvl="1"/>
            <a:r>
              <a:rPr lang="en-US"/>
              <a:t>Level 02</a:t>
            </a:r>
          </a:p>
          <a:p>
            <a:pPr lvl="2"/>
            <a:r>
              <a:rPr lang="en-US"/>
              <a:t>Level 03</a:t>
            </a:r>
          </a:p>
          <a:p>
            <a:pPr lvl="3"/>
            <a:r>
              <a:rPr lang="en-US"/>
              <a:t>Level 04</a:t>
            </a:r>
          </a:p>
        </p:txBody>
      </p:sp>
      <p:sp>
        <p:nvSpPr>
          <p:cNvPr id="10" name="Text Placeholder 11">
            <a:extLst>
              <a:ext uri="{FF2B5EF4-FFF2-40B4-BE49-F238E27FC236}">
                <a16:creationId xmlns:a16="http://schemas.microsoft.com/office/drawing/2014/main" id="{4B8D4FE2-3660-5569-5772-F7846E85E0EF}"/>
              </a:ext>
            </a:extLst>
          </p:cNvPr>
          <p:cNvSpPr>
            <a:spLocks noGrp="1"/>
          </p:cNvSpPr>
          <p:nvPr>
            <p:ph type="body" sz="quarter" idx="15" hasCustomPrompt="1"/>
          </p:nvPr>
        </p:nvSpPr>
        <p:spPr>
          <a:xfrm>
            <a:off x="8197215" y="1446212"/>
            <a:ext cx="3566160" cy="4630737"/>
          </a:xfrm>
        </p:spPr>
        <p:txBody>
          <a:bodyPr lIns="0" tIns="0" rIns="0" bIns="0"/>
          <a:lstStyle/>
          <a:p>
            <a:pPr lvl="0"/>
            <a:r>
              <a:rPr lang="en-US"/>
              <a:t>Level 01</a:t>
            </a:r>
          </a:p>
          <a:p>
            <a:pPr lvl="1"/>
            <a:r>
              <a:rPr lang="en-US"/>
              <a:t>Level 02</a:t>
            </a:r>
          </a:p>
          <a:p>
            <a:pPr lvl="2"/>
            <a:r>
              <a:rPr lang="en-US"/>
              <a:t>Level 03</a:t>
            </a:r>
          </a:p>
          <a:p>
            <a:pPr lvl="3"/>
            <a:r>
              <a:rPr lang="en-US"/>
              <a:t>Level 04</a:t>
            </a:r>
          </a:p>
        </p:txBody>
      </p:sp>
      <p:sp>
        <p:nvSpPr>
          <p:cNvPr id="6" name="Slide Number Placeholder 5">
            <a:extLst>
              <a:ext uri="{FF2B5EF4-FFF2-40B4-BE49-F238E27FC236}">
                <a16:creationId xmlns:a16="http://schemas.microsoft.com/office/drawing/2014/main" id="{AB30C074-8F33-E5B3-9A55-D11D3E78E9BC}"/>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grpSp>
        <p:nvGrpSpPr>
          <p:cNvPr id="7" name="Group 6">
            <a:extLst>
              <a:ext uri="{FF2B5EF4-FFF2-40B4-BE49-F238E27FC236}">
                <a16:creationId xmlns:a16="http://schemas.microsoft.com/office/drawing/2014/main" id="{B2B30B23-ADB1-011C-633E-A9D3A14F4F80}"/>
              </a:ext>
              <a:ext uri="{C183D7F6-B498-43B3-948B-1728B52AA6E4}">
                <adec:decorative xmlns:adec="http://schemas.microsoft.com/office/drawing/2017/decorative" val="1"/>
              </a:ext>
            </a:extLst>
          </p:cNvPr>
          <p:cNvGrpSpPr/>
          <p:nvPr userDrawn="1"/>
        </p:nvGrpSpPr>
        <p:grpSpPr>
          <a:xfrm>
            <a:off x="4153852" y="1446213"/>
            <a:ext cx="3884296" cy="4630737"/>
            <a:chOff x="4153852" y="1446213"/>
            <a:chExt cx="3884296" cy="4630737"/>
          </a:xfrm>
        </p:grpSpPr>
        <p:cxnSp>
          <p:nvCxnSpPr>
            <p:cNvPr id="3" name="Straight Connector 2">
              <a:extLst>
                <a:ext uri="{FF2B5EF4-FFF2-40B4-BE49-F238E27FC236}">
                  <a16:creationId xmlns:a16="http://schemas.microsoft.com/office/drawing/2014/main" id="{F8A737D2-6B87-DFC3-DA84-6860E12B811E}"/>
                </a:ext>
                <a:ext uri="{C183D7F6-B498-43B3-948B-1728B52AA6E4}">
                  <adec:decorative xmlns:adec="http://schemas.microsoft.com/office/drawing/2017/decorative" val="1"/>
                </a:ext>
              </a:extLst>
            </p:cNvPr>
            <p:cNvCxnSpPr>
              <a:cxnSpLocks/>
            </p:cNvCxnSpPr>
            <p:nvPr userDrawn="1"/>
          </p:nvCxnSpPr>
          <p:spPr>
            <a:xfrm>
              <a:off x="4153852" y="1446213"/>
              <a:ext cx="0" cy="4630737"/>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05432266-537A-E53F-5875-D324F4DFC0A5}"/>
                </a:ext>
                <a:ext uri="{C183D7F6-B498-43B3-948B-1728B52AA6E4}">
                  <adec:decorative xmlns:adec="http://schemas.microsoft.com/office/drawing/2017/decorative" val="1"/>
                </a:ext>
              </a:extLst>
            </p:cNvPr>
            <p:cNvCxnSpPr>
              <a:cxnSpLocks/>
            </p:cNvCxnSpPr>
            <p:nvPr userDrawn="1"/>
          </p:nvCxnSpPr>
          <p:spPr>
            <a:xfrm>
              <a:off x="8038148" y="1446213"/>
              <a:ext cx="0" cy="4630737"/>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8337640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wo column headin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3" name="Text Placeholder 3">
            <a:extLst>
              <a:ext uri="{FF2B5EF4-FFF2-40B4-BE49-F238E27FC236}">
                <a16:creationId xmlns:a16="http://schemas.microsoft.com/office/drawing/2014/main" id="{AC80D85C-7F74-EF15-F42E-B26573598E05}"/>
              </a:ext>
            </a:extLst>
          </p:cNvPr>
          <p:cNvSpPr>
            <a:spLocks noGrp="1"/>
          </p:cNvSpPr>
          <p:nvPr>
            <p:ph type="body" sz="quarter" idx="21" hasCustomPrompt="1"/>
          </p:nvPr>
        </p:nvSpPr>
        <p:spPr>
          <a:xfrm>
            <a:off x="428624" y="1446213"/>
            <a:ext cx="5486400" cy="548640"/>
          </a:xfrm>
        </p:spPr>
        <p:txBody>
          <a:bodyPr anchor="ctr"/>
          <a:lstStyle>
            <a:lvl1pPr marL="0" indent="0">
              <a:spcAft>
                <a:spcPts val="0"/>
              </a:spcAft>
              <a:buNone/>
              <a:defRPr sz="1800">
                <a:solidFill>
                  <a:schemeClr val="accent1"/>
                </a:solidFill>
                <a:latin typeface="+mj-lt"/>
              </a:defRPr>
            </a:lvl1pPr>
          </a:lstStyle>
          <a:p>
            <a:pPr lvl="0"/>
            <a:r>
              <a:rPr lang="en-US"/>
              <a:t>Heading</a:t>
            </a:r>
          </a:p>
        </p:txBody>
      </p:sp>
      <p:sp>
        <p:nvSpPr>
          <p:cNvPr id="6" name="Content Placeholder 2">
            <a:extLst>
              <a:ext uri="{FF2B5EF4-FFF2-40B4-BE49-F238E27FC236}">
                <a16:creationId xmlns:a16="http://schemas.microsoft.com/office/drawing/2014/main" id="{5700FE41-5068-BC51-A4B6-593B5760B3DE}"/>
              </a:ext>
            </a:extLst>
          </p:cNvPr>
          <p:cNvSpPr>
            <a:spLocks noGrp="1"/>
          </p:cNvSpPr>
          <p:nvPr>
            <p:ph idx="12" hasCustomPrompt="1"/>
          </p:nvPr>
        </p:nvSpPr>
        <p:spPr>
          <a:xfrm>
            <a:off x="428624" y="1994854"/>
            <a:ext cx="5486400" cy="4082096"/>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a:t>Level 01</a:t>
            </a:r>
          </a:p>
          <a:p>
            <a:pPr lvl="1"/>
            <a:r>
              <a:rPr lang="en-US"/>
              <a:t>Level 02</a:t>
            </a:r>
          </a:p>
          <a:p>
            <a:pPr lvl="2"/>
            <a:r>
              <a:rPr lang="en-US"/>
              <a:t>Level 03</a:t>
            </a:r>
          </a:p>
          <a:p>
            <a:pPr lvl="3"/>
            <a:r>
              <a:rPr lang="en-US"/>
              <a:t>Level 04</a:t>
            </a:r>
          </a:p>
          <a:p>
            <a:pPr lvl="4"/>
            <a:r>
              <a:rPr lang="en-US"/>
              <a:t>Level 05</a:t>
            </a:r>
          </a:p>
          <a:p>
            <a:pPr lvl="5"/>
            <a:r>
              <a:rPr lang="en-US"/>
              <a:t>Level 06</a:t>
            </a:r>
          </a:p>
        </p:txBody>
      </p:sp>
      <p:sp>
        <p:nvSpPr>
          <p:cNvPr id="4" name="Text Placeholder 3">
            <a:extLst>
              <a:ext uri="{FF2B5EF4-FFF2-40B4-BE49-F238E27FC236}">
                <a16:creationId xmlns:a16="http://schemas.microsoft.com/office/drawing/2014/main" id="{A0D33B2D-3680-CFA8-4922-DC944983F91C}"/>
              </a:ext>
            </a:extLst>
          </p:cNvPr>
          <p:cNvSpPr>
            <a:spLocks noGrp="1"/>
          </p:cNvSpPr>
          <p:nvPr>
            <p:ph type="body" sz="quarter" idx="22" hasCustomPrompt="1"/>
          </p:nvPr>
        </p:nvSpPr>
        <p:spPr>
          <a:xfrm>
            <a:off x="6280150" y="1446213"/>
            <a:ext cx="5486400" cy="548640"/>
          </a:xfrm>
        </p:spPr>
        <p:txBody>
          <a:bodyPr anchor="ctr"/>
          <a:lstStyle>
            <a:lvl1pPr marL="0" indent="0">
              <a:spcAft>
                <a:spcPts val="0"/>
              </a:spcAft>
              <a:buNone/>
              <a:defRPr sz="1800">
                <a:solidFill>
                  <a:schemeClr val="accent3"/>
                </a:solidFill>
                <a:latin typeface="+mj-lt"/>
              </a:defRPr>
            </a:lvl1pPr>
          </a:lstStyle>
          <a:p>
            <a:pPr lvl="0"/>
            <a:r>
              <a:rPr lang="en-US"/>
              <a:t>Heading</a:t>
            </a:r>
          </a:p>
        </p:txBody>
      </p:sp>
      <p:sp>
        <p:nvSpPr>
          <p:cNvPr id="7" name="Content Placeholder 2">
            <a:extLst>
              <a:ext uri="{FF2B5EF4-FFF2-40B4-BE49-F238E27FC236}">
                <a16:creationId xmlns:a16="http://schemas.microsoft.com/office/drawing/2014/main" id="{7D652B75-AA09-638D-B391-9800623F8056}"/>
              </a:ext>
            </a:extLst>
          </p:cNvPr>
          <p:cNvSpPr>
            <a:spLocks noGrp="1"/>
          </p:cNvSpPr>
          <p:nvPr>
            <p:ph idx="23" hasCustomPrompt="1"/>
          </p:nvPr>
        </p:nvSpPr>
        <p:spPr>
          <a:xfrm>
            <a:off x="6280150" y="1994854"/>
            <a:ext cx="5486400" cy="4082096"/>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a:t>Level 01</a:t>
            </a:r>
          </a:p>
          <a:p>
            <a:pPr lvl="1"/>
            <a:r>
              <a:rPr lang="en-US"/>
              <a:t>Level 02</a:t>
            </a:r>
          </a:p>
          <a:p>
            <a:pPr lvl="2"/>
            <a:r>
              <a:rPr lang="en-US"/>
              <a:t>Level 03</a:t>
            </a:r>
          </a:p>
          <a:p>
            <a:pPr lvl="3"/>
            <a:r>
              <a:rPr lang="en-US"/>
              <a:t>Level 04</a:t>
            </a:r>
          </a:p>
          <a:p>
            <a:pPr lvl="4"/>
            <a:r>
              <a:rPr lang="en-US"/>
              <a:t>Level 05</a:t>
            </a:r>
          </a:p>
          <a:p>
            <a:pPr lvl="5"/>
            <a:r>
              <a:rPr lang="en-US"/>
              <a:t>Level 06</a:t>
            </a:r>
          </a:p>
        </p:txBody>
      </p:sp>
      <p:sp>
        <p:nvSpPr>
          <p:cNvPr id="5" name="Slide Number Placeholder 5">
            <a:extLst>
              <a:ext uri="{FF2B5EF4-FFF2-40B4-BE49-F238E27FC236}">
                <a16:creationId xmlns:a16="http://schemas.microsoft.com/office/drawing/2014/main" id="{1C26462A-B24E-6496-B1DF-273A6106E188}"/>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cxnSp>
        <p:nvCxnSpPr>
          <p:cNvPr id="24" name="Straight Connector 23">
            <a:extLst>
              <a:ext uri="{FF2B5EF4-FFF2-40B4-BE49-F238E27FC236}">
                <a16:creationId xmlns:a16="http://schemas.microsoft.com/office/drawing/2014/main" id="{211BA7B0-5B3E-37FB-ABC1-62CDDC761C13}"/>
              </a:ext>
              <a:ext uri="{C183D7F6-B498-43B3-948B-1728B52AA6E4}">
                <adec:decorative xmlns:adec="http://schemas.microsoft.com/office/drawing/2017/decorative" val="1"/>
              </a:ext>
            </a:extLst>
          </p:cNvPr>
          <p:cNvCxnSpPr>
            <a:cxnSpLocks/>
          </p:cNvCxnSpPr>
          <p:nvPr userDrawn="1"/>
        </p:nvCxnSpPr>
        <p:spPr>
          <a:xfrm>
            <a:off x="6097587" y="1446213"/>
            <a:ext cx="0" cy="4630737"/>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223835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hree column headin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6" name="Text Placeholder 3">
            <a:extLst>
              <a:ext uri="{FF2B5EF4-FFF2-40B4-BE49-F238E27FC236}">
                <a16:creationId xmlns:a16="http://schemas.microsoft.com/office/drawing/2014/main" id="{F7CC7CBF-5CAC-89DF-85B0-F8F79253431F}"/>
              </a:ext>
            </a:extLst>
          </p:cNvPr>
          <p:cNvSpPr>
            <a:spLocks noGrp="1"/>
          </p:cNvSpPr>
          <p:nvPr>
            <p:ph type="body" sz="quarter" idx="21" hasCustomPrompt="1"/>
          </p:nvPr>
        </p:nvSpPr>
        <p:spPr>
          <a:xfrm>
            <a:off x="428624" y="1446213"/>
            <a:ext cx="3566160" cy="548640"/>
          </a:xfrm>
        </p:spPr>
        <p:txBody>
          <a:bodyPr anchor="ctr"/>
          <a:lstStyle>
            <a:lvl1pPr marL="0" indent="0">
              <a:spcAft>
                <a:spcPts val="0"/>
              </a:spcAft>
              <a:buNone/>
              <a:defRPr sz="1800">
                <a:solidFill>
                  <a:schemeClr val="accent1"/>
                </a:solidFill>
                <a:latin typeface="+mj-lt"/>
              </a:defRPr>
            </a:lvl1pPr>
          </a:lstStyle>
          <a:p>
            <a:pPr lvl="0"/>
            <a:r>
              <a:rPr lang="en-US"/>
              <a:t>Heading</a:t>
            </a:r>
          </a:p>
        </p:txBody>
      </p:sp>
      <p:sp>
        <p:nvSpPr>
          <p:cNvPr id="12" name="Text Placeholder 11">
            <a:extLst>
              <a:ext uri="{FF2B5EF4-FFF2-40B4-BE49-F238E27FC236}">
                <a16:creationId xmlns:a16="http://schemas.microsoft.com/office/drawing/2014/main" id="{59890119-6112-A65C-5D5F-826D3A8F06E7}"/>
              </a:ext>
            </a:extLst>
          </p:cNvPr>
          <p:cNvSpPr>
            <a:spLocks noGrp="1"/>
          </p:cNvSpPr>
          <p:nvPr>
            <p:ph type="body" sz="quarter" idx="13" hasCustomPrompt="1"/>
          </p:nvPr>
        </p:nvSpPr>
        <p:spPr>
          <a:xfrm>
            <a:off x="428624" y="1994854"/>
            <a:ext cx="3566160" cy="4082096"/>
          </a:xfrm>
        </p:spPr>
        <p:txBody>
          <a:bodyPr lIns="0" tIns="73152" rIns="91440" bIns="45720"/>
          <a:lstStyle>
            <a:lvl1pPr>
              <a:defRPr sz="1400"/>
            </a:lvl1pPr>
            <a:lvl2pPr>
              <a:defRPr sz="1400"/>
            </a:lvl2pPr>
            <a:lvl3pPr>
              <a:defRPr sz="1400"/>
            </a:lvl3pPr>
            <a:lvl4pPr>
              <a:defRPr sz="1400"/>
            </a:lvl4pPr>
          </a:lstStyle>
          <a:p>
            <a:pPr lvl="0"/>
            <a:r>
              <a:rPr lang="en-US"/>
              <a:t>Level 01</a:t>
            </a:r>
          </a:p>
          <a:p>
            <a:pPr lvl="1"/>
            <a:r>
              <a:rPr lang="en-US"/>
              <a:t>Level 02</a:t>
            </a:r>
          </a:p>
          <a:p>
            <a:pPr lvl="2"/>
            <a:r>
              <a:rPr lang="en-US"/>
              <a:t>Level 03</a:t>
            </a:r>
          </a:p>
          <a:p>
            <a:pPr lvl="3"/>
            <a:r>
              <a:rPr lang="en-US"/>
              <a:t>Level 04</a:t>
            </a:r>
          </a:p>
        </p:txBody>
      </p:sp>
      <p:sp>
        <p:nvSpPr>
          <p:cNvPr id="4" name="Text Placeholder 3">
            <a:extLst>
              <a:ext uri="{FF2B5EF4-FFF2-40B4-BE49-F238E27FC236}">
                <a16:creationId xmlns:a16="http://schemas.microsoft.com/office/drawing/2014/main" id="{B299E64B-3AEF-5121-CC02-A5BF0E2C2E35}"/>
              </a:ext>
            </a:extLst>
          </p:cNvPr>
          <p:cNvSpPr>
            <a:spLocks noGrp="1"/>
          </p:cNvSpPr>
          <p:nvPr>
            <p:ph type="body" sz="quarter" idx="19" hasCustomPrompt="1"/>
          </p:nvPr>
        </p:nvSpPr>
        <p:spPr>
          <a:xfrm>
            <a:off x="4318707" y="1446213"/>
            <a:ext cx="3566160" cy="548640"/>
          </a:xfrm>
        </p:spPr>
        <p:txBody>
          <a:bodyPr anchor="ctr"/>
          <a:lstStyle>
            <a:lvl1pPr marL="0" indent="0">
              <a:spcAft>
                <a:spcPts val="0"/>
              </a:spcAft>
              <a:buNone/>
              <a:defRPr sz="1800">
                <a:solidFill>
                  <a:schemeClr val="accent3"/>
                </a:solidFill>
                <a:latin typeface="+mj-lt"/>
              </a:defRPr>
            </a:lvl1pPr>
          </a:lstStyle>
          <a:p>
            <a:pPr lvl="0"/>
            <a:r>
              <a:rPr lang="en-US"/>
              <a:t>Heading</a:t>
            </a:r>
          </a:p>
        </p:txBody>
      </p:sp>
      <p:sp>
        <p:nvSpPr>
          <p:cNvPr id="16" name="Text Placeholder 11">
            <a:extLst>
              <a:ext uri="{FF2B5EF4-FFF2-40B4-BE49-F238E27FC236}">
                <a16:creationId xmlns:a16="http://schemas.microsoft.com/office/drawing/2014/main" id="{12B314BB-47D3-B217-085B-FF4087FD57ED}"/>
              </a:ext>
            </a:extLst>
          </p:cNvPr>
          <p:cNvSpPr>
            <a:spLocks noGrp="1"/>
          </p:cNvSpPr>
          <p:nvPr>
            <p:ph type="body" sz="quarter" idx="15" hasCustomPrompt="1"/>
          </p:nvPr>
        </p:nvSpPr>
        <p:spPr>
          <a:xfrm>
            <a:off x="4318707" y="1994854"/>
            <a:ext cx="3566160" cy="4082096"/>
          </a:xfrm>
        </p:spPr>
        <p:txBody>
          <a:bodyPr lIns="0" tIns="73152" rIns="91440" bIns="45720"/>
          <a:lstStyle>
            <a:lvl1pPr>
              <a:defRPr sz="1400"/>
            </a:lvl1pPr>
            <a:lvl2pPr>
              <a:defRPr sz="1400"/>
            </a:lvl2pPr>
            <a:lvl3pPr>
              <a:defRPr sz="1400"/>
            </a:lvl3pPr>
            <a:lvl4pPr>
              <a:defRPr sz="1400"/>
            </a:lvl4pPr>
          </a:lstStyle>
          <a:p>
            <a:pPr lvl="0"/>
            <a:r>
              <a:rPr lang="en-US"/>
              <a:t>Level 01</a:t>
            </a:r>
          </a:p>
          <a:p>
            <a:pPr lvl="1"/>
            <a:r>
              <a:rPr lang="en-US"/>
              <a:t>Level 02</a:t>
            </a:r>
          </a:p>
          <a:p>
            <a:pPr lvl="2"/>
            <a:r>
              <a:rPr lang="en-US"/>
              <a:t>Level 03</a:t>
            </a:r>
          </a:p>
          <a:p>
            <a:pPr lvl="3"/>
            <a:r>
              <a:rPr lang="en-US"/>
              <a:t>Level 04</a:t>
            </a:r>
          </a:p>
        </p:txBody>
      </p:sp>
      <p:sp>
        <p:nvSpPr>
          <p:cNvPr id="5" name="Text Placeholder 3">
            <a:extLst>
              <a:ext uri="{FF2B5EF4-FFF2-40B4-BE49-F238E27FC236}">
                <a16:creationId xmlns:a16="http://schemas.microsoft.com/office/drawing/2014/main" id="{7F70AEA1-0FFB-C5AB-EE1A-EBC0EB80289D}"/>
              </a:ext>
            </a:extLst>
          </p:cNvPr>
          <p:cNvSpPr>
            <a:spLocks noGrp="1"/>
          </p:cNvSpPr>
          <p:nvPr>
            <p:ph type="body" sz="quarter" idx="20" hasCustomPrompt="1"/>
          </p:nvPr>
        </p:nvSpPr>
        <p:spPr>
          <a:xfrm>
            <a:off x="8208790" y="1446213"/>
            <a:ext cx="3566160" cy="548640"/>
          </a:xfrm>
        </p:spPr>
        <p:txBody>
          <a:bodyPr anchor="ctr"/>
          <a:lstStyle>
            <a:lvl1pPr marL="0" indent="0">
              <a:spcAft>
                <a:spcPts val="0"/>
              </a:spcAft>
              <a:buNone/>
              <a:defRPr sz="1800">
                <a:solidFill>
                  <a:schemeClr val="accent5"/>
                </a:solidFill>
                <a:latin typeface="+mj-lt"/>
              </a:defRPr>
            </a:lvl1pPr>
          </a:lstStyle>
          <a:p>
            <a:pPr lvl="0"/>
            <a:r>
              <a:rPr lang="en-US"/>
              <a:t>Heading</a:t>
            </a:r>
          </a:p>
        </p:txBody>
      </p:sp>
      <p:sp>
        <p:nvSpPr>
          <p:cNvPr id="18" name="Text Placeholder 11">
            <a:extLst>
              <a:ext uri="{FF2B5EF4-FFF2-40B4-BE49-F238E27FC236}">
                <a16:creationId xmlns:a16="http://schemas.microsoft.com/office/drawing/2014/main" id="{56A08DAB-4054-6D4C-0D9A-23E95A1C1CD2}"/>
              </a:ext>
            </a:extLst>
          </p:cNvPr>
          <p:cNvSpPr>
            <a:spLocks noGrp="1"/>
          </p:cNvSpPr>
          <p:nvPr>
            <p:ph type="body" sz="quarter" idx="17" hasCustomPrompt="1"/>
          </p:nvPr>
        </p:nvSpPr>
        <p:spPr>
          <a:xfrm>
            <a:off x="8208790" y="1994854"/>
            <a:ext cx="3566160" cy="4082096"/>
          </a:xfrm>
        </p:spPr>
        <p:txBody>
          <a:bodyPr lIns="0" tIns="73152" rIns="91440" bIns="45720"/>
          <a:lstStyle>
            <a:lvl1pPr>
              <a:defRPr sz="1400"/>
            </a:lvl1pPr>
            <a:lvl2pPr>
              <a:defRPr sz="1400"/>
            </a:lvl2pPr>
            <a:lvl3pPr>
              <a:defRPr sz="1400"/>
            </a:lvl3pPr>
            <a:lvl4pPr>
              <a:defRPr sz="1400"/>
            </a:lvl4pPr>
          </a:lstStyle>
          <a:p>
            <a:pPr lvl="0"/>
            <a:r>
              <a:rPr lang="en-US"/>
              <a:t>Level 01</a:t>
            </a:r>
          </a:p>
          <a:p>
            <a:pPr lvl="1"/>
            <a:r>
              <a:rPr lang="en-US"/>
              <a:t>Level 02</a:t>
            </a:r>
          </a:p>
          <a:p>
            <a:pPr lvl="2"/>
            <a:r>
              <a:rPr lang="en-US"/>
              <a:t>Level 03</a:t>
            </a:r>
          </a:p>
          <a:p>
            <a:pPr lvl="3"/>
            <a:r>
              <a:rPr lang="en-US"/>
              <a:t>Level 04</a:t>
            </a:r>
          </a:p>
        </p:txBody>
      </p:sp>
      <p:sp>
        <p:nvSpPr>
          <p:cNvPr id="3" name="Slide Number Placeholder 5">
            <a:extLst>
              <a:ext uri="{FF2B5EF4-FFF2-40B4-BE49-F238E27FC236}">
                <a16:creationId xmlns:a16="http://schemas.microsoft.com/office/drawing/2014/main" id="{86B26CC1-EC68-EFF1-594A-E7D62DC165B8}"/>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grpSp>
        <p:nvGrpSpPr>
          <p:cNvPr id="10" name="Group 9">
            <a:extLst>
              <a:ext uri="{FF2B5EF4-FFF2-40B4-BE49-F238E27FC236}">
                <a16:creationId xmlns:a16="http://schemas.microsoft.com/office/drawing/2014/main" id="{D9F1CD4A-4EE0-2AF7-2ECD-C8C5F0390D21}"/>
              </a:ext>
              <a:ext uri="{C183D7F6-B498-43B3-948B-1728B52AA6E4}">
                <adec:decorative xmlns:adec="http://schemas.microsoft.com/office/drawing/2017/decorative" val="1"/>
              </a:ext>
            </a:extLst>
          </p:cNvPr>
          <p:cNvGrpSpPr/>
          <p:nvPr userDrawn="1"/>
        </p:nvGrpSpPr>
        <p:grpSpPr>
          <a:xfrm>
            <a:off x="4153852" y="1446213"/>
            <a:ext cx="3892977" cy="4630737"/>
            <a:chOff x="4153852" y="1446213"/>
            <a:chExt cx="3892977" cy="4630737"/>
          </a:xfrm>
        </p:grpSpPr>
        <p:cxnSp>
          <p:nvCxnSpPr>
            <p:cNvPr id="7" name="Straight Connector 6">
              <a:extLst>
                <a:ext uri="{FF2B5EF4-FFF2-40B4-BE49-F238E27FC236}">
                  <a16:creationId xmlns:a16="http://schemas.microsoft.com/office/drawing/2014/main" id="{8055F457-6C59-9205-5BC8-37A6E312F763}"/>
                </a:ext>
              </a:extLst>
            </p:cNvPr>
            <p:cNvCxnSpPr>
              <a:cxnSpLocks/>
            </p:cNvCxnSpPr>
            <p:nvPr userDrawn="1"/>
          </p:nvCxnSpPr>
          <p:spPr>
            <a:xfrm>
              <a:off x="4153852" y="1446213"/>
              <a:ext cx="0" cy="4630737"/>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28317E02-C121-6BA0-DE8E-02D7575D7C7C}"/>
                </a:ext>
              </a:extLst>
            </p:cNvPr>
            <p:cNvCxnSpPr>
              <a:cxnSpLocks/>
            </p:cNvCxnSpPr>
            <p:nvPr userDrawn="1"/>
          </p:nvCxnSpPr>
          <p:spPr>
            <a:xfrm>
              <a:off x="8046829" y="1446213"/>
              <a:ext cx="0" cy="4630737"/>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43228894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Four column headin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6" name="Text Placeholder 3">
            <a:extLst>
              <a:ext uri="{FF2B5EF4-FFF2-40B4-BE49-F238E27FC236}">
                <a16:creationId xmlns:a16="http://schemas.microsoft.com/office/drawing/2014/main" id="{36933FFB-20BC-0D38-2EC5-3BBF25322C4E}"/>
              </a:ext>
            </a:extLst>
          </p:cNvPr>
          <p:cNvSpPr>
            <a:spLocks noGrp="1"/>
          </p:cNvSpPr>
          <p:nvPr>
            <p:ph type="body" sz="quarter" idx="21" hasCustomPrompt="1"/>
          </p:nvPr>
        </p:nvSpPr>
        <p:spPr>
          <a:xfrm>
            <a:off x="428624" y="1446213"/>
            <a:ext cx="2651760" cy="548640"/>
          </a:xfrm>
        </p:spPr>
        <p:txBody>
          <a:bodyPr anchor="ctr"/>
          <a:lstStyle>
            <a:lvl1pPr marL="0" indent="0">
              <a:spcAft>
                <a:spcPts val="0"/>
              </a:spcAft>
              <a:buNone/>
              <a:defRPr sz="1600">
                <a:solidFill>
                  <a:schemeClr val="accent1"/>
                </a:solidFill>
                <a:latin typeface="+mj-lt"/>
              </a:defRPr>
            </a:lvl1pPr>
          </a:lstStyle>
          <a:p>
            <a:pPr lvl="0"/>
            <a:r>
              <a:rPr lang="en-US"/>
              <a:t>Heading</a:t>
            </a:r>
          </a:p>
        </p:txBody>
      </p:sp>
      <p:sp>
        <p:nvSpPr>
          <p:cNvPr id="12" name="Text Placeholder 11">
            <a:extLst>
              <a:ext uri="{FF2B5EF4-FFF2-40B4-BE49-F238E27FC236}">
                <a16:creationId xmlns:a16="http://schemas.microsoft.com/office/drawing/2014/main" id="{59890119-6112-A65C-5D5F-826D3A8F06E7}"/>
              </a:ext>
            </a:extLst>
          </p:cNvPr>
          <p:cNvSpPr>
            <a:spLocks noGrp="1"/>
          </p:cNvSpPr>
          <p:nvPr>
            <p:ph type="body" sz="quarter" idx="13" hasCustomPrompt="1"/>
          </p:nvPr>
        </p:nvSpPr>
        <p:spPr>
          <a:xfrm>
            <a:off x="428624" y="1994854"/>
            <a:ext cx="2651760" cy="4082096"/>
          </a:xfrm>
        </p:spPr>
        <p:txBody>
          <a:bodyPr lIns="0" tIns="73152" rIns="91440" bIns="45720"/>
          <a:lstStyle>
            <a:lvl1pPr>
              <a:defRPr sz="1400"/>
            </a:lvl1pPr>
            <a:lvl2pPr>
              <a:defRPr sz="1400"/>
            </a:lvl2pPr>
            <a:lvl3pPr>
              <a:defRPr sz="1400"/>
            </a:lvl3pPr>
            <a:lvl4pPr>
              <a:defRPr sz="1400"/>
            </a:lvl4pPr>
          </a:lstStyle>
          <a:p>
            <a:pPr lvl="0"/>
            <a:r>
              <a:rPr lang="en-US"/>
              <a:t>Level 01</a:t>
            </a:r>
          </a:p>
          <a:p>
            <a:pPr lvl="1"/>
            <a:r>
              <a:rPr lang="en-US"/>
              <a:t>Level 02</a:t>
            </a:r>
          </a:p>
          <a:p>
            <a:pPr lvl="2"/>
            <a:r>
              <a:rPr lang="en-US"/>
              <a:t>Level 03</a:t>
            </a:r>
          </a:p>
          <a:p>
            <a:pPr lvl="3"/>
            <a:r>
              <a:rPr lang="en-US"/>
              <a:t>Level 04</a:t>
            </a:r>
          </a:p>
        </p:txBody>
      </p:sp>
      <p:sp>
        <p:nvSpPr>
          <p:cNvPr id="7" name="Text Placeholder 3">
            <a:extLst>
              <a:ext uri="{FF2B5EF4-FFF2-40B4-BE49-F238E27FC236}">
                <a16:creationId xmlns:a16="http://schemas.microsoft.com/office/drawing/2014/main" id="{D8C626AA-D212-61A1-DE59-8BBEC3A26C74}"/>
              </a:ext>
            </a:extLst>
          </p:cNvPr>
          <p:cNvSpPr>
            <a:spLocks noGrp="1"/>
          </p:cNvSpPr>
          <p:nvPr>
            <p:ph type="body" sz="quarter" idx="22" hasCustomPrompt="1"/>
          </p:nvPr>
        </p:nvSpPr>
        <p:spPr>
          <a:xfrm>
            <a:off x="3327006" y="1446213"/>
            <a:ext cx="2651760" cy="548640"/>
          </a:xfrm>
        </p:spPr>
        <p:txBody>
          <a:bodyPr anchor="ctr"/>
          <a:lstStyle>
            <a:lvl1pPr marL="0" indent="0">
              <a:spcAft>
                <a:spcPts val="0"/>
              </a:spcAft>
              <a:buNone/>
              <a:defRPr sz="1600">
                <a:solidFill>
                  <a:schemeClr val="accent3"/>
                </a:solidFill>
                <a:latin typeface="+mj-lt"/>
              </a:defRPr>
            </a:lvl1pPr>
          </a:lstStyle>
          <a:p>
            <a:pPr lvl="0"/>
            <a:r>
              <a:rPr lang="en-US"/>
              <a:t>Heading</a:t>
            </a:r>
          </a:p>
        </p:txBody>
      </p:sp>
      <p:sp>
        <p:nvSpPr>
          <p:cNvPr id="16" name="Text Placeholder 11">
            <a:extLst>
              <a:ext uri="{FF2B5EF4-FFF2-40B4-BE49-F238E27FC236}">
                <a16:creationId xmlns:a16="http://schemas.microsoft.com/office/drawing/2014/main" id="{12B314BB-47D3-B217-085B-FF4087FD57ED}"/>
              </a:ext>
            </a:extLst>
          </p:cNvPr>
          <p:cNvSpPr>
            <a:spLocks noGrp="1"/>
          </p:cNvSpPr>
          <p:nvPr>
            <p:ph type="body" sz="quarter" idx="15" hasCustomPrompt="1"/>
          </p:nvPr>
        </p:nvSpPr>
        <p:spPr>
          <a:xfrm>
            <a:off x="3327006" y="1994854"/>
            <a:ext cx="2651760" cy="4082096"/>
          </a:xfrm>
        </p:spPr>
        <p:txBody>
          <a:bodyPr lIns="0" tIns="73152" rIns="91440" bIns="45720"/>
          <a:lstStyle>
            <a:lvl1pPr>
              <a:defRPr sz="1400"/>
            </a:lvl1pPr>
            <a:lvl2pPr>
              <a:defRPr sz="1400"/>
            </a:lvl2pPr>
            <a:lvl3pPr>
              <a:defRPr sz="1400"/>
            </a:lvl3pPr>
            <a:lvl4pPr>
              <a:defRPr sz="1400"/>
            </a:lvl4pPr>
          </a:lstStyle>
          <a:p>
            <a:pPr lvl="0"/>
            <a:r>
              <a:rPr lang="en-US"/>
              <a:t>Level 01</a:t>
            </a:r>
          </a:p>
          <a:p>
            <a:pPr lvl="1"/>
            <a:r>
              <a:rPr lang="en-US"/>
              <a:t>Level 02</a:t>
            </a:r>
          </a:p>
          <a:p>
            <a:pPr lvl="2"/>
            <a:r>
              <a:rPr lang="en-US"/>
              <a:t>Level 03</a:t>
            </a:r>
          </a:p>
          <a:p>
            <a:pPr lvl="3"/>
            <a:r>
              <a:rPr lang="en-US"/>
              <a:t>Level 04</a:t>
            </a:r>
          </a:p>
        </p:txBody>
      </p:sp>
      <p:sp>
        <p:nvSpPr>
          <p:cNvPr id="9" name="Text Placeholder 3">
            <a:extLst>
              <a:ext uri="{FF2B5EF4-FFF2-40B4-BE49-F238E27FC236}">
                <a16:creationId xmlns:a16="http://schemas.microsoft.com/office/drawing/2014/main" id="{8A1CCB88-A172-FFF7-96EB-550E3A48F216}"/>
              </a:ext>
            </a:extLst>
          </p:cNvPr>
          <p:cNvSpPr>
            <a:spLocks noGrp="1"/>
          </p:cNvSpPr>
          <p:nvPr>
            <p:ph type="body" sz="quarter" idx="23" hasCustomPrompt="1"/>
          </p:nvPr>
        </p:nvSpPr>
        <p:spPr>
          <a:xfrm>
            <a:off x="6225388" y="1446213"/>
            <a:ext cx="2651760" cy="548640"/>
          </a:xfrm>
        </p:spPr>
        <p:txBody>
          <a:bodyPr anchor="ctr"/>
          <a:lstStyle>
            <a:lvl1pPr marL="0" indent="0">
              <a:spcAft>
                <a:spcPts val="0"/>
              </a:spcAft>
              <a:buNone/>
              <a:defRPr sz="1600">
                <a:solidFill>
                  <a:schemeClr val="accent5"/>
                </a:solidFill>
                <a:latin typeface="+mj-lt"/>
              </a:defRPr>
            </a:lvl1pPr>
          </a:lstStyle>
          <a:p>
            <a:pPr lvl="0"/>
            <a:r>
              <a:rPr lang="en-US"/>
              <a:t>Heading</a:t>
            </a:r>
          </a:p>
        </p:txBody>
      </p:sp>
      <p:sp>
        <p:nvSpPr>
          <p:cNvPr id="18" name="Text Placeholder 11">
            <a:extLst>
              <a:ext uri="{FF2B5EF4-FFF2-40B4-BE49-F238E27FC236}">
                <a16:creationId xmlns:a16="http://schemas.microsoft.com/office/drawing/2014/main" id="{56A08DAB-4054-6D4C-0D9A-23E95A1C1CD2}"/>
              </a:ext>
            </a:extLst>
          </p:cNvPr>
          <p:cNvSpPr>
            <a:spLocks noGrp="1"/>
          </p:cNvSpPr>
          <p:nvPr>
            <p:ph type="body" sz="quarter" idx="17" hasCustomPrompt="1"/>
          </p:nvPr>
        </p:nvSpPr>
        <p:spPr>
          <a:xfrm>
            <a:off x="6225388" y="1994854"/>
            <a:ext cx="2651760" cy="4082096"/>
          </a:xfrm>
        </p:spPr>
        <p:txBody>
          <a:bodyPr lIns="0" tIns="73152" rIns="91440" bIns="45720"/>
          <a:lstStyle>
            <a:lvl1pPr>
              <a:defRPr sz="1400"/>
            </a:lvl1pPr>
            <a:lvl2pPr>
              <a:defRPr sz="1400"/>
            </a:lvl2pPr>
            <a:lvl3pPr>
              <a:defRPr sz="1400"/>
            </a:lvl3pPr>
            <a:lvl4pPr>
              <a:defRPr sz="1400"/>
            </a:lvl4pPr>
          </a:lstStyle>
          <a:p>
            <a:pPr lvl="0"/>
            <a:r>
              <a:rPr lang="en-US"/>
              <a:t>Level 01</a:t>
            </a:r>
          </a:p>
          <a:p>
            <a:pPr lvl="1"/>
            <a:r>
              <a:rPr lang="en-US"/>
              <a:t>Level 02</a:t>
            </a:r>
          </a:p>
          <a:p>
            <a:pPr lvl="2"/>
            <a:r>
              <a:rPr lang="en-US"/>
              <a:t>Level 03</a:t>
            </a:r>
          </a:p>
          <a:p>
            <a:pPr lvl="3"/>
            <a:r>
              <a:rPr lang="en-US"/>
              <a:t>Level 04</a:t>
            </a:r>
          </a:p>
        </p:txBody>
      </p:sp>
      <p:sp>
        <p:nvSpPr>
          <p:cNvPr id="10" name="Text Placeholder 3">
            <a:extLst>
              <a:ext uri="{FF2B5EF4-FFF2-40B4-BE49-F238E27FC236}">
                <a16:creationId xmlns:a16="http://schemas.microsoft.com/office/drawing/2014/main" id="{5FB728DE-EE08-176A-4432-66A0B7D88664}"/>
              </a:ext>
            </a:extLst>
          </p:cNvPr>
          <p:cNvSpPr>
            <a:spLocks noGrp="1"/>
          </p:cNvSpPr>
          <p:nvPr>
            <p:ph type="body" sz="quarter" idx="24" hasCustomPrompt="1"/>
          </p:nvPr>
        </p:nvSpPr>
        <p:spPr>
          <a:xfrm>
            <a:off x="9123770" y="1446213"/>
            <a:ext cx="2651760" cy="548640"/>
          </a:xfrm>
        </p:spPr>
        <p:txBody>
          <a:bodyPr anchor="ctr"/>
          <a:lstStyle>
            <a:lvl1pPr marL="0" indent="0">
              <a:spcAft>
                <a:spcPts val="0"/>
              </a:spcAft>
              <a:buNone/>
              <a:defRPr sz="1600">
                <a:solidFill>
                  <a:schemeClr val="accent6"/>
                </a:solidFill>
                <a:latin typeface="+mj-lt"/>
              </a:defRPr>
            </a:lvl1pPr>
          </a:lstStyle>
          <a:p>
            <a:pPr lvl="0"/>
            <a:r>
              <a:rPr lang="en-US"/>
              <a:t>Heading</a:t>
            </a:r>
          </a:p>
        </p:txBody>
      </p:sp>
      <p:sp>
        <p:nvSpPr>
          <p:cNvPr id="3" name="Text Placeholder 11">
            <a:extLst>
              <a:ext uri="{FF2B5EF4-FFF2-40B4-BE49-F238E27FC236}">
                <a16:creationId xmlns:a16="http://schemas.microsoft.com/office/drawing/2014/main" id="{6A06F20C-3D16-6913-4223-0510D4DCF1F2}"/>
              </a:ext>
            </a:extLst>
          </p:cNvPr>
          <p:cNvSpPr>
            <a:spLocks noGrp="1"/>
          </p:cNvSpPr>
          <p:nvPr>
            <p:ph type="body" sz="quarter" idx="19" hasCustomPrompt="1"/>
          </p:nvPr>
        </p:nvSpPr>
        <p:spPr>
          <a:xfrm>
            <a:off x="9123770" y="1994854"/>
            <a:ext cx="2651760" cy="4082096"/>
          </a:xfrm>
        </p:spPr>
        <p:txBody>
          <a:bodyPr lIns="0" tIns="73152" rIns="91440" bIns="45720"/>
          <a:lstStyle>
            <a:lvl1pPr>
              <a:defRPr sz="1400"/>
            </a:lvl1pPr>
            <a:lvl2pPr>
              <a:defRPr sz="1400"/>
            </a:lvl2pPr>
            <a:lvl3pPr>
              <a:defRPr sz="1400"/>
            </a:lvl3pPr>
            <a:lvl4pPr>
              <a:defRPr sz="1400"/>
            </a:lvl4pPr>
          </a:lstStyle>
          <a:p>
            <a:pPr lvl="0"/>
            <a:r>
              <a:rPr lang="en-US"/>
              <a:t>Level 01</a:t>
            </a:r>
          </a:p>
          <a:p>
            <a:pPr lvl="1"/>
            <a:r>
              <a:rPr lang="en-US"/>
              <a:t>Level 02</a:t>
            </a:r>
          </a:p>
          <a:p>
            <a:pPr lvl="2"/>
            <a:r>
              <a:rPr lang="en-US"/>
              <a:t>Level 03</a:t>
            </a:r>
          </a:p>
          <a:p>
            <a:pPr lvl="3"/>
            <a:r>
              <a:rPr lang="en-US"/>
              <a:t>Level 04</a:t>
            </a:r>
          </a:p>
        </p:txBody>
      </p:sp>
      <p:sp>
        <p:nvSpPr>
          <p:cNvPr id="4" name="Slide Number Placeholder 5">
            <a:extLst>
              <a:ext uri="{FF2B5EF4-FFF2-40B4-BE49-F238E27FC236}">
                <a16:creationId xmlns:a16="http://schemas.microsoft.com/office/drawing/2014/main" id="{F39A5C7C-FF3B-791E-7112-DA49F4D0B189}"/>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grpSp>
        <p:nvGrpSpPr>
          <p:cNvPr id="5" name="Group 4">
            <a:extLst>
              <a:ext uri="{FF2B5EF4-FFF2-40B4-BE49-F238E27FC236}">
                <a16:creationId xmlns:a16="http://schemas.microsoft.com/office/drawing/2014/main" id="{6835ACEF-14AA-8811-AB5D-3938B97AC12C}"/>
              </a:ext>
              <a:ext uri="{C183D7F6-B498-43B3-948B-1728B52AA6E4}">
                <adec:decorative xmlns:adec="http://schemas.microsoft.com/office/drawing/2017/decorative" val="1"/>
              </a:ext>
            </a:extLst>
          </p:cNvPr>
          <p:cNvGrpSpPr/>
          <p:nvPr userDrawn="1"/>
        </p:nvGrpSpPr>
        <p:grpSpPr>
          <a:xfrm>
            <a:off x="3203695" y="1446213"/>
            <a:ext cx="5796764" cy="4630737"/>
            <a:chOff x="3203695" y="1446213"/>
            <a:chExt cx="5796764" cy="4630737"/>
          </a:xfrm>
        </p:grpSpPr>
        <p:cxnSp>
          <p:nvCxnSpPr>
            <p:cNvPr id="11" name="Straight Connector 10">
              <a:extLst>
                <a:ext uri="{FF2B5EF4-FFF2-40B4-BE49-F238E27FC236}">
                  <a16:creationId xmlns:a16="http://schemas.microsoft.com/office/drawing/2014/main" id="{BBA5152D-90F9-841D-EC13-0030AD385EBB}"/>
                </a:ext>
              </a:extLst>
            </p:cNvPr>
            <p:cNvCxnSpPr>
              <a:cxnSpLocks/>
            </p:cNvCxnSpPr>
            <p:nvPr userDrawn="1"/>
          </p:nvCxnSpPr>
          <p:spPr>
            <a:xfrm>
              <a:off x="3203695" y="1446213"/>
              <a:ext cx="0" cy="4630737"/>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BA886867-C5AE-7140-EDF8-D3A5947BBA94}"/>
                </a:ext>
              </a:extLst>
            </p:cNvPr>
            <p:cNvCxnSpPr>
              <a:cxnSpLocks/>
            </p:cNvCxnSpPr>
            <p:nvPr userDrawn="1"/>
          </p:nvCxnSpPr>
          <p:spPr>
            <a:xfrm>
              <a:off x="6102077" y="1446213"/>
              <a:ext cx="0" cy="4630737"/>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5483FCCB-2C9D-3E40-0646-FB598DF53981}"/>
                </a:ext>
              </a:extLst>
            </p:cNvPr>
            <p:cNvCxnSpPr>
              <a:cxnSpLocks/>
            </p:cNvCxnSpPr>
            <p:nvPr userDrawn="1"/>
          </p:nvCxnSpPr>
          <p:spPr>
            <a:xfrm>
              <a:off x="9000459" y="1446213"/>
              <a:ext cx="0" cy="4630737"/>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01958682"/>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wo column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7" name="Text Placeholder 3">
            <a:extLst>
              <a:ext uri="{FF2B5EF4-FFF2-40B4-BE49-F238E27FC236}">
                <a16:creationId xmlns:a16="http://schemas.microsoft.com/office/drawing/2014/main" id="{C2CA012C-3387-F6E7-BD07-7F68D4FD7B29}"/>
              </a:ext>
            </a:extLst>
          </p:cNvPr>
          <p:cNvSpPr>
            <a:spLocks noGrp="1"/>
          </p:cNvSpPr>
          <p:nvPr>
            <p:ph type="body" sz="quarter" idx="21" hasCustomPrompt="1"/>
          </p:nvPr>
        </p:nvSpPr>
        <p:spPr>
          <a:xfrm>
            <a:off x="428624" y="1446213"/>
            <a:ext cx="5486400" cy="548640"/>
          </a:xfrm>
        </p:spPr>
        <p:txBody>
          <a:bodyPr anchor="ctr"/>
          <a:lstStyle>
            <a:lvl1pPr marL="0" indent="0">
              <a:spcAft>
                <a:spcPts val="0"/>
              </a:spcAft>
              <a:buNone/>
              <a:defRPr sz="1800">
                <a:solidFill>
                  <a:schemeClr val="accent1"/>
                </a:solidFill>
                <a:latin typeface="+mj-lt"/>
              </a:defRPr>
            </a:lvl1pPr>
          </a:lstStyle>
          <a:p>
            <a:pPr lvl="0"/>
            <a:r>
              <a:rPr lang="en-US"/>
              <a:t>Heading</a:t>
            </a:r>
          </a:p>
        </p:txBody>
      </p:sp>
      <p:sp>
        <p:nvSpPr>
          <p:cNvPr id="9" name="Text Placeholder 3">
            <a:extLst>
              <a:ext uri="{FF2B5EF4-FFF2-40B4-BE49-F238E27FC236}">
                <a16:creationId xmlns:a16="http://schemas.microsoft.com/office/drawing/2014/main" id="{28E350C6-C030-D9A7-8FFE-0C6BE159F13B}"/>
              </a:ext>
            </a:extLst>
          </p:cNvPr>
          <p:cNvSpPr>
            <a:spLocks noGrp="1"/>
          </p:cNvSpPr>
          <p:nvPr>
            <p:ph type="body" sz="quarter" idx="22" hasCustomPrompt="1"/>
          </p:nvPr>
        </p:nvSpPr>
        <p:spPr>
          <a:xfrm>
            <a:off x="6280150" y="1446213"/>
            <a:ext cx="5486400" cy="548640"/>
          </a:xfrm>
        </p:spPr>
        <p:txBody>
          <a:bodyPr anchor="ctr"/>
          <a:lstStyle>
            <a:lvl1pPr marL="0" indent="0">
              <a:spcAft>
                <a:spcPts val="0"/>
              </a:spcAft>
              <a:buNone/>
              <a:defRPr sz="1800">
                <a:solidFill>
                  <a:schemeClr val="accent3"/>
                </a:solidFill>
                <a:latin typeface="+mj-lt"/>
              </a:defRPr>
            </a:lvl1pPr>
          </a:lstStyle>
          <a:p>
            <a:pPr lvl="0"/>
            <a:r>
              <a:rPr lang="en-US"/>
              <a:t>Heading</a:t>
            </a:r>
          </a:p>
        </p:txBody>
      </p:sp>
      <p:sp>
        <p:nvSpPr>
          <p:cNvPr id="3" name="Slide Number Placeholder 5">
            <a:extLst>
              <a:ext uri="{FF2B5EF4-FFF2-40B4-BE49-F238E27FC236}">
                <a16:creationId xmlns:a16="http://schemas.microsoft.com/office/drawing/2014/main" id="{B5B1AEC1-40BF-926F-B166-C26EDD113684}"/>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sp>
        <p:nvSpPr>
          <p:cNvPr id="4" name="Picture Placeholder 3">
            <a:extLst>
              <a:ext uri="{FF2B5EF4-FFF2-40B4-BE49-F238E27FC236}">
                <a16:creationId xmlns:a16="http://schemas.microsoft.com/office/drawing/2014/main" id="{D273CDCD-A3ED-25B5-B18D-BDF48020EDDD}"/>
              </a:ext>
              <a:ext uri="{C183D7F6-B498-43B3-948B-1728B52AA6E4}">
                <adec:decorative xmlns:adec="http://schemas.microsoft.com/office/drawing/2017/decorative" val="1"/>
              </a:ext>
            </a:extLst>
          </p:cNvPr>
          <p:cNvSpPr>
            <a:spLocks noGrp="1"/>
          </p:cNvSpPr>
          <p:nvPr>
            <p:ph type="pic" sz="quarter" idx="17"/>
          </p:nvPr>
        </p:nvSpPr>
        <p:spPr>
          <a:xfrm>
            <a:off x="428624" y="1994854"/>
            <a:ext cx="5486400" cy="4082096"/>
          </a:xfrm>
        </p:spPr>
        <p:txBody>
          <a:bodyPr anchor="ctr"/>
          <a:lstStyle>
            <a:lvl1pPr marL="0" indent="0" algn="ctr">
              <a:buNone/>
              <a:defRPr/>
            </a:lvl1pPr>
          </a:lstStyle>
          <a:p>
            <a:r>
              <a:rPr lang="fr-FR"/>
              <a:t>Cliquez sur l'icône pour ajouter une image</a:t>
            </a:r>
            <a:endParaRPr lang="en-US"/>
          </a:p>
        </p:txBody>
      </p:sp>
      <p:sp>
        <p:nvSpPr>
          <p:cNvPr id="5" name="Picture Placeholder 3">
            <a:extLst>
              <a:ext uri="{FF2B5EF4-FFF2-40B4-BE49-F238E27FC236}">
                <a16:creationId xmlns:a16="http://schemas.microsoft.com/office/drawing/2014/main" id="{64FC30F8-E61C-6616-BF60-9AFD9F7EBEC9}"/>
              </a:ext>
              <a:ext uri="{C183D7F6-B498-43B3-948B-1728B52AA6E4}">
                <adec:decorative xmlns:adec="http://schemas.microsoft.com/office/drawing/2017/decorative" val="1"/>
              </a:ext>
            </a:extLst>
          </p:cNvPr>
          <p:cNvSpPr>
            <a:spLocks noGrp="1"/>
          </p:cNvSpPr>
          <p:nvPr>
            <p:ph type="pic" sz="quarter" idx="18"/>
          </p:nvPr>
        </p:nvSpPr>
        <p:spPr>
          <a:xfrm>
            <a:off x="6280150" y="1994854"/>
            <a:ext cx="5486400" cy="4082096"/>
          </a:xfrm>
        </p:spPr>
        <p:txBody>
          <a:bodyPr anchor="ctr"/>
          <a:lstStyle>
            <a:lvl1pPr marL="0" indent="0" algn="ctr">
              <a:buNone/>
              <a:defRPr/>
            </a:lvl1pPr>
          </a:lstStyle>
          <a:p>
            <a:r>
              <a:rPr lang="fr-FR"/>
              <a:t>Cliquez sur l'icône pour ajouter une image</a:t>
            </a:r>
            <a:endParaRPr lang="en-US"/>
          </a:p>
        </p:txBody>
      </p:sp>
    </p:spTree>
    <p:extLst>
      <p:ext uri="{BB962C8B-B14F-4D97-AF65-F5344CB8AC3E}">
        <p14:creationId xmlns:p14="http://schemas.microsoft.com/office/powerpoint/2010/main" val="4250688804"/>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hree column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6" name="Text Placeholder 3">
            <a:extLst>
              <a:ext uri="{FF2B5EF4-FFF2-40B4-BE49-F238E27FC236}">
                <a16:creationId xmlns:a16="http://schemas.microsoft.com/office/drawing/2014/main" id="{5C2280E2-8456-6A59-68C6-B002ACDE4A5D}"/>
              </a:ext>
            </a:extLst>
          </p:cNvPr>
          <p:cNvSpPr>
            <a:spLocks noGrp="1"/>
          </p:cNvSpPr>
          <p:nvPr>
            <p:ph type="body" sz="quarter" idx="22" hasCustomPrompt="1"/>
          </p:nvPr>
        </p:nvSpPr>
        <p:spPr>
          <a:xfrm>
            <a:off x="428624" y="1446213"/>
            <a:ext cx="3566160" cy="548640"/>
          </a:xfrm>
        </p:spPr>
        <p:txBody>
          <a:bodyPr anchor="ctr"/>
          <a:lstStyle>
            <a:lvl1pPr marL="0" indent="0">
              <a:spcAft>
                <a:spcPts val="0"/>
              </a:spcAft>
              <a:buNone/>
              <a:defRPr sz="1800">
                <a:solidFill>
                  <a:schemeClr val="accent1"/>
                </a:solidFill>
                <a:latin typeface="+mj-lt"/>
              </a:defRPr>
            </a:lvl1pPr>
          </a:lstStyle>
          <a:p>
            <a:pPr lvl="0"/>
            <a:r>
              <a:rPr lang="en-US"/>
              <a:t>Heading</a:t>
            </a:r>
          </a:p>
        </p:txBody>
      </p:sp>
      <p:sp>
        <p:nvSpPr>
          <p:cNvPr id="7" name="Text Placeholder 3">
            <a:extLst>
              <a:ext uri="{FF2B5EF4-FFF2-40B4-BE49-F238E27FC236}">
                <a16:creationId xmlns:a16="http://schemas.microsoft.com/office/drawing/2014/main" id="{52CCFF94-B857-D8DC-B2CD-0FFF4A50C300}"/>
              </a:ext>
            </a:extLst>
          </p:cNvPr>
          <p:cNvSpPr>
            <a:spLocks noGrp="1"/>
          </p:cNvSpPr>
          <p:nvPr>
            <p:ph type="body" sz="quarter" idx="23" hasCustomPrompt="1"/>
          </p:nvPr>
        </p:nvSpPr>
        <p:spPr>
          <a:xfrm>
            <a:off x="4318707" y="1446213"/>
            <a:ext cx="3566160" cy="548640"/>
          </a:xfrm>
        </p:spPr>
        <p:txBody>
          <a:bodyPr anchor="ctr"/>
          <a:lstStyle>
            <a:lvl1pPr marL="0" indent="0">
              <a:spcAft>
                <a:spcPts val="0"/>
              </a:spcAft>
              <a:buNone/>
              <a:defRPr sz="1800">
                <a:solidFill>
                  <a:schemeClr val="accent3"/>
                </a:solidFill>
                <a:latin typeface="+mj-lt"/>
              </a:defRPr>
            </a:lvl1pPr>
          </a:lstStyle>
          <a:p>
            <a:pPr lvl="0"/>
            <a:r>
              <a:rPr lang="en-US"/>
              <a:t>Heading</a:t>
            </a:r>
          </a:p>
        </p:txBody>
      </p:sp>
      <p:sp>
        <p:nvSpPr>
          <p:cNvPr id="9" name="Text Placeholder 3">
            <a:extLst>
              <a:ext uri="{FF2B5EF4-FFF2-40B4-BE49-F238E27FC236}">
                <a16:creationId xmlns:a16="http://schemas.microsoft.com/office/drawing/2014/main" id="{3242A419-9A8D-61BF-51EB-69513EA5BE23}"/>
              </a:ext>
            </a:extLst>
          </p:cNvPr>
          <p:cNvSpPr>
            <a:spLocks noGrp="1"/>
          </p:cNvSpPr>
          <p:nvPr>
            <p:ph type="body" sz="quarter" idx="24" hasCustomPrompt="1"/>
          </p:nvPr>
        </p:nvSpPr>
        <p:spPr>
          <a:xfrm>
            <a:off x="8208790" y="1446213"/>
            <a:ext cx="3566160" cy="548640"/>
          </a:xfrm>
        </p:spPr>
        <p:txBody>
          <a:bodyPr anchor="ctr"/>
          <a:lstStyle>
            <a:lvl1pPr marL="0" indent="0">
              <a:spcAft>
                <a:spcPts val="0"/>
              </a:spcAft>
              <a:buNone/>
              <a:defRPr sz="1800">
                <a:solidFill>
                  <a:schemeClr val="accent5"/>
                </a:solidFill>
                <a:latin typeface="+mj-lt"/>
              </a:defRPr>
            </a:lvl1pPr>
          </a:lstStyle>
          <a:p>
            <a:pPr lvl="0"/>
            <a:r>
              <a:rPr lang="en-US"/>
              <a:t>Heading</a:t>
            </a:r>
          </a:p>
        </p:txBody>
      </p:sp>
      <p:sp>
        <p:nvSpPr>
          <p:cNvPr id="10" name="Slide Number Placeholder 5">
            <a:extLst>
              <a:ext uri="{FF2B5EF4-FFF2-40B4-BE49-F238E27FC236}">
                <a16:creationId xmlns:a16="http://schemas.microsoft.com/office/drawing/2014/main" id="{3D7EF800-D5AD-6EA2-68D5-8EACC1DBE5EA}"/>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sp>
        <p:nvSpPr>
          <p:cNvPr id="3" name="Picture Placeholder 3">
            <a:extLst>
              <a:ext uri="{FF2B5EF4-FFF2-40B4-BE49-F238E27FC236}">
                <a16:creationId xmlns:a16="http://schemas.microsoft.com/office/drawing/2014/main" id="{3ABED1DD-3627-3441-AC4C-69C0E51BE10F}"/>
              </a:ext>
              <a:ext uri="{C183D7F6-B498-43B3-948B-1728B52AA6E4}">
                <adec:decorative xmlns:adec="http://schemas.microsoft.com/office/drawing/2017/decorative" val="1"/>
              </a:ext>
            </a:extLst>
          </p:cNvPr>
          <p:cNvSpPr>
            <a:spLocks noGrp="1"/>
          </p:cNvSpPr>
          <p:nvPr>
            <p:ph type="pic" sz="quarter" idx="19"/>
          </p:nvPr>
        </p:nvSpPr>
        <p:spPr>
          <a:xfrm>
            <a:off x="428624" y="1994854"/>
            <a:ext cx="3566160" cy="4082096"/>
          </a:xfrm>
        </p:spPr>
        <p:txBody>
          <a:bodyPr anchor="ctr"/>
          <a:lstStyle>
            <a:lvl1pPr marL="0" indent="0" algn="ctr">
              <a:buNone/>
              <a:defRPr sz="1400"/>
            </a:lvl1pPr>
          </a:lstStyle>
          <a:p>
            <a:r>
              <a:rPr lang="fr-FR"/>
              <a:t>Cliquez sur l'icône pour ajouter une image</a:t>
            </a:r>
            <a:endParaRPr lang="en-US"/>
          </a:p>
        </p:txBody>
      </p:sp>
      <p:sp>
        <p:nvSpPr>
          <p:cNvPr id="4" name="Picture Placeholder 3">
            <a:extLst>
              <a:ext uri="{FF2B5EF4-FFF2-40B4-BE49-F238E27FC236}">
                <a16:creationId xmlns:a16="http://schemas.microsoft.com/office/drawing/2014/main" id="{2918F928-6CA5-FEF8-D882-6AA9F401BE7D}"/>
              </a:ext>
              <a:ext uri="{C183D7F6-B498-43B3-948B-1728B52AA6E4}">
                <adec:decorative xmlns:adec="http://schemas.microsoft.com/office/drawing/2017/decorative" val="1"/>
              </a:ext>
            </a:extLst>
          </p:cNvPr>
          <p:cNvSpPr>
            <a:spLocks noGrp="1"/>
          </p:cNvSpPr>
          <p:nvPr>
            <p:ph type="pic" sz="quarter" idx="20"/>
          </p:nvPr>
        </p:nvSpPr>
        <p:spPr>
          <a:xfrm>
            <a:off x="4318707" y="1994854"/>
            <a:ext cx="3566160" cy="4082096"/>
          </a:xfrm>
        </p:spPr>
        <p:txBody>
          <a:bodyPr anchor="ctr"/>
          <a:lstStyle>
            <a:lvl1pPr marL="0" indent="0" algn="ctr">
              <a:buNone/>
              <a:defRPr sz="1400"/>
            </a:lvl1pPr>
          </a:lstStyle>
          <a:p>
            <a:r>
              <a:rPr lang="fr-FR"/>
              <a:t>Cliquez sur l'icône pour ajouter une image</a:t>
            </a:r>
            <a:endParaRPr lang="en-US"/>
          </a:p>
        </p:txBody>
      </p:sp>
      <p:sp>
        <p:nvSpPr>
          <p:cNvPr id="5" name="Picture Placeholder 3">
            <a:extLst>
              <a:ext uri="{FF2B5EF4-FFF2-40B4-BE49-F238E27FC236}">
                <a16:creationId xmlns:a16="http://schemas.microsoft.com/office/drawing/2014/main" id="{0ED812F7-BF5D-DF64-7216-C1D7D0E71804}"/>
              </a:ext>
              <a:ext uri="{C183D7F6-B498-43B3-948B-1728B52AA6E4}">
                <adec:decorative xmlns:adec="http://schemas.microsoft.com/office/drawing/2017/decorative" val="1"/>
              </a:ext>
            </a:extLst>
          </p:cNvPr>
          <p:cNvSpPr>
            <a:spLocks noGrp="1"/>
          </p:cNvSpPr>
          <p:nvPr>
            <p:ph type="pic" sz="quarter" idx="21"/>
          </p:nvPr>
        </p:nvSpPr>
        <p:spPr>
          <a:xfrm>
            <a:off x="8208790" y="1994854"/>
            <a:ext cx="3566160" cy="4082096"/>
          </a:xfrm>
        </p:spPr>
        <p:txBody>
          <a:bodyPr anchor="ctr"/>
          <a:lstStyle>
            <a:lvl1pPr marL="0" indent="0" algn="ctr">
              <a:buNone/>
              <a:defRPr sz="1400"/>
            </a:lvl1pPr>
          </a:lstStyle>
          <a:p>
            <a:r>
              <a:rPr lang="fr-FR"/>
              <a:t>Cliquez sur l'icône pour ajouter une image</a:t>
            </a:r>
            <a:endParaRPr lang="en-US"/>
          </a:p>
        </p:txBody>
      </p:sp>
    </p:spTree>
    <p:extLst>
      <p:ext uri="{BB962C8B-B14F-4D97-AF65-F5344CB8AC3E}">
        <p14:creationId xmlns:p14="http://schemas.microsoft.com/office/powerpoint/2010/main" val="375114522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Four column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3" name="Text Placeholder 3">
            <a:extLst>
              <a:ext uri="{FF2B5EF4-FFF2-40B4-BE49-F238E27FC236}">
                <a16:creationId xmlns:a16="http://schemas.microsoft.com/office/drawing/2014/main" id="{3B4DF86C-4686-D09F-9CDD-05397E5EA11B}"/>
              </a:ext>
            </a:extLst>
          </p:cNvPr>
          <p:cNvSpPr>
            <a:spLocks noGrp="1"/>
          </p:cNvSpPr>
          <p:nvPr>
            <p:ph type="body" sz="quarter" idx="25" hasCustomPrompt="1"/>
          </p:nvPr>
        </p:nvSpPr>
        <p:spPr>
          <a:xfrm>
            <a:off x="428624" y="1446213"/>
            <a:ext cx="2697480" cy="548640"/>
          </a:xfrm>
        </p:spPr>
        <p:txBody>
          <a:bodyPr anchor="ctr"/>
          <a:lstStyle>
            <a:lvl1pPr marL="0" indent="0">
              <a:spcAft>
                <a:spcPts val="0"/>
              </a:spcAft>
              <a:buNone/>
              <a:defRPr sz="1600">
                <a:solidFill>
                  <a:schemeClr val="accent1"/>
                </a:solidFill>
                <a:latin typeface="+mj-lt"/>
              </a:defRPr>
            </a:lvl1pPr>
          </a:lstStyle>
          <a:p>
            <a:pPr lvl="0"/>
            <a:r>
              <a:rPr lang="en-US"/>
              <a:t>Heading</a:t>
            </a:r>
          </a:p>
        </p:txBody>
      </p:sp>
      <p:sp>
        <p:nvSpPr>
          <p:cNvPr id="4" name="Text Placeholder 3">
            <a:extLst>
              <a:ext uri="{FF2B5EF4-FFF2-40B4-BE49-F238E27FC236}">
                <a16:creationId xmlns:a16="http://schemas.microsoft.com/office/drawing/2014/main" id="{464460DE-EC5C-7D9A-E60B-C77EBEE2719C}"/>
              </a:ext>
            </a:extLst>
          </p:cNvPr>
          <p:cNvSpPr>
            <a:spLocks noGrp="1"/>
          </p:cNvSpPr>
          <p:nvPr>
            <p:ph type="body" sz="quarter" idx="26" hasCustomPrompt="1"/>
          </p:nvPr>
        </p:nvSpPr>
        <p:spPr>
          <a:xfrm>
            <a:off x="3311573" y="1446213"/>
            <a:ext cx="2697480" cy="548640"/>
          </a:xfrm>
        </p:spPr>
        <p:txBody>
          <a:bodyPr anchor="ctr"/>
          <a:lstStyle>
            <a:lvl1pPr marL="0" indent="0">
              <a:spcAft>
                <a:spcPts val="0"/>
              </a:spcAft>
              <a:buNone/>
              <a:defRPr sz="1600">
                <a:solidFill>
                  <a:schemeClr val="accent3"/>
                </a:solidFill>
                <a:latin typeface="+mj-lt"/>
              </a:defRPr>
            </a:lvl1pPr>
          </a:lstStyle>
          <a:p>
            <a:pPr lvl="0"/>
            <a:r>
              <a:rPr lang="en-US"/>
              <a:t>Heading</a:t>
            </a:r>
          </a:p>
        </p:txBody>
      </p:sp>
      <p:sp>
        <p:nvSpPr>
          <p:cNvPr id="5" name="Text Placeholder 3">
            <a:extLst>
              <a:ext uri="{FF2B5EF4-FFF2-40B4-BE49-F238E27FC236}">
                <a16:creationId xmlns:a16="http://schemas.microsoft.com/office/drawing/2014/main" id="{572B8F90-4F7E-E6C3-8446-7D3736C9E4B6}"/>
              </a:ext>
            </a:extLst>
          </p:cNvPr>
          <p:cNvSpPr>
            <a:spLocks noGrp="1"/>
          </p:cNvSpPr>
          <p:nvPr>
            <p:ph type="body" sz="quarter" idx="27" hasCustomPrompt="1"/>
          </p:nvPr>
        </p:nvSpPr>
        <p:spPr>
          <a:xfrm>
            <a:off x="6194522" y="1446213"/>
            <a:ext cx="2697480" cy="548640"/>
          </a:xfrm>
        </p:spPr>
        <p:txBody>
          <a:bodyPr anchor="ctr"/>
          <a:lstStyle>
            <a:lvl1pPr marL="0" indent="0">
              <a:spcAft>
                <a:spcPts val="0"/>
              </a:spcAft>
              <a:buNone/>
              <a:defRPr sz="1600">
                <a:solidFill>
                  <a:schemeClr val="accent5"/>
                </a:solidFill>
                <a:latin typeface="+mj-lt"/>
              </a:defRPr>
            </a:lvl1pPr>
          </a:lstStyle>
          <a:p>
            <a:pPr lvl="0"/>
            <a:r>
              <a:rPr lang="en-US"/>
              <a:t>Heading</a:t>
            </a:r>
          </a:p>
        </p:txBody>
      </p:sp>
      <p:sp>
        <p:nvSpPr>
          <p:cNvPr id="6" name="Text Placeholder 3">
            <a:extLst>
              <a:ext uri="{FF2B5EF4-FFF2-40B4-BE49-F238E27FC236}">
                <a16:creationId xmlns:a16="http://schemas.microsoft.com/office/drawing/2014/main" id="{DE7EB277-5C78-54AF-0C0C-DA543BC54271}"/>
              </a:ext>
            </a:extLst>
          </p:cNvPr>
          <p:cNvSpPr>
            <a:spLocks noGrp="1"/>
          </p:cNvSpPr>
          <p:nvPr>
            <p:ph type="body" sz="quarter" idx="28" hasCustomPrompt="1"/>
          </p:nvPr>
        </p:nvSpPr>
        <p:spPr>
          <a:xfrm>
            <a:off x="9077470" y="1446213"/>
            <a:ext cx="2697480" cy="548640"/>
          </a:xfrm>
        </p:spPr>
        <p:txBody>
          <a:bodyPr anchor="ctr"/>
          <a:lstStyle>
            <a:lvl1pPr marL="0" indent="0">
              <a:spcAft>
                <a:spcPts val="0"/>
              </a:spcAft>
              <a:buNone/>
              <a:defRPr sz="1600">
                <a:solidFill>
                  <a:schemeClr val="accent6"/>
                </a:solidFill>
                <a:latin typeface="+mj-lt"/>
              </a:defRPr>
            </a:lvl1pPr>
          </a:lstStyle>
          <a:p>
            <a:pPr lvl="0"/>
            <a:r>
              <a:rPr lang="en-US"/>
              <a:t>Heading</a:t>
            </a:r>
          </a:p>
        </p:txBody>
      </p:sp>
      <p:sp>
        <p:nvSpPr>
          <p:cNvPr id="7" name="Slide Number Placeholder 5">
            <a:extLst>
              <a:ext uri="{FF2B5EF4-FFF2-40B4-BE49-F238E27FC236}">
                <a16:creationId xmlns:a16="http://schemas.microsoft.com/office/drawing/2014/main" id="{F695E5FE-6AE6-5F54-59EB-08105E1B8272}"/>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sp>
        <p:nvSpPr>
          <p:cNvPr id="25" name="Picture Placeholder 3">
            <a:extLst>
              <a:ext uri="{FF2B5EF4-FFF2-40B4-BE49-F238E27FC236}">
                <a16:creationId xmlns:a16="http://schemas.microsoft.com/office/drawing/2014/main" id="{7F7ACD8F-903F-4AA5-CF40-F541838B617A}"/>
              </a:ext>
              <a:ext uri="{C183D7F6-B498-43B3-948B-1728B52AA6E4}">
                <adec:decorative xmlns:adec="http://schemas.microsoft.com/office/drawing/2017/decorative" val="1"/>
              </a:ext>
            </a:extLst>
          </p:cNvPr>
          <p:cNvSpPr>
            <a:spLocks noGrp="1"/>
          </p:cNvSpPr>
          <p:nvPr>
            <p:ph type="pic" sz="quarter" idx="21"/>
          </p:nvPr>
        </p:nvSpPr>
        <p:spPr>
          <a:xfrm>
            <a:off x="428624" y="1994854"/>
            <a:ext cx="2697480" cy="4082096"/>
          </a:xfrm>
        </p:spPr>
        <p:txBody>
          <a:bodyPr anchor="ctr"/>
          <a:lstStyle>
            <a:lvl1pPr marL="0" indent="0" algn="ctr">
              <a:buNone/>
              <a:defRPr sz="1400"/>
            </a:lvl1pPr>
          </a:lstStyle>
          <a:p>
            <a:r>
              <a:rPr lang="fr-FR"/>
              <a:t>Cliquez sur l'icône pour ajouter une image</a:t>
            </a:r>
            <a:endParaRPr lang="en-US"/>
          </a:p>
        </p:txBody>
      </p:sp>
      <p:sp>
        <p:nvSpPr>
          <p:cNvPr id="28" name="Picture Placeholder 3">
            <a:extLst>
              <a:ext uri="{FF2B5EF4-FFF2-40B4-BE49-F238E27FC236}">
                <a16:creationId xmlns:a16="http://schemas.microsoft.com/office/drawing/2014/main" id="{96B97E46-018E-5555-A397-28255F5CD3CF}"/>
              </a:ext>
              <a:ext uri="{C183D7F6-B498-43B3-948B-1728B52AA6E4}">
                <adec:decorative xmlns:adec="http://schemas.microsoft.com/office/drawing/2017/decorative" val="1"/>
              </a:ext>
            </a:extLst>
          </p:cNvPr>
          <p:cNvSpPr>
            <a:spLocks noGrp="1"/>
          </p:cNvSpPr>
          <p:nvPr>
            <p:ph type="pic" sz="quarter" idx="24"/>
          </p:nvPr>
        </p:nvSpPr>
        <p:spPr>
          <a:xfrm>
            <a:off x="3311573" y="1994854"/>
            <a:ext cx="2697480" cy="4082096"/>
          </a:xfrm>
        </p:spPr>
        <p:txBody>
          <a:bodyPr anchor="ctr"/>
          <a:lstStyle>
            <a:lvl1pPr marL="0" indent="0" algn="ctr">
              <a:buNone/>
              <a:defRPr sz="1400"/>
            </a:lvl1pPr>
          </a:lstStyle>
          <a:p>
            <a:r>
              <a:rPr lang="fr-FR"/>
              <a:t>Cliquez sur l'icône pour ajouter une image</a:t>
            </a:r>
            <a:endParaRPr lang="en-US"/>
          </a:p>
        </p:txBody>
      </p:sp>
      <p:sp>
        <p:nvSpPr>
          <p:cNvPr id="27" name="Picture Placeholder 3">
            <a:extLst>
              <a:ext uri="{FF2B5EF4-FFF2-40B4-BE49-F238E27FC236}">
                <a16:creationId xmlns:a16="http://schemas.microsoft.com/office/drawing/2014/main" id="{FC83B583-51BF-F117-8EAB-16719367BBB6}"/>
              </a:ext>
              <a:ext uri="{C183D7F6-B498-43B3-948B-1728B52AA6E4}">
                <adec:decorative xmlns:adec="http://schemas.microsoft.com/office/drawing/2017/decorative" val="1"/>
              </a:ext>
            </a:extLst>
          </p:cNvPr>
          <p:cNvSpPr>
            <a:spLocks noGrp="1"/>
          </p:cNvSpPr>
          <p:nvPr>
            <p:ph type="pic" sz="quarter" idx="23"/>
          </p:nvPr>
        </p:nvSpPr>
        <p:spPr>
          <a:xfrm>
            <a:off x="6194522" y="1994854"/>
            <a:ext cx="2697480" cy="4082096"/>
          </a:xfrm>
        </p:spPr>
        <p:txBody>
          <a:bodyPr anchor="ctr"/>
          <a:lstStyle>
            <a:lvl1pPr marL="0" indent="0" algn="ctr">
              <a:buNone/>
              <a:defRPr sz="1400"/>
            </a:lvl1pPr>
          </a:lstStyle>
          <a:p>
            <a:r>
              <a:rPr lang="fr-FR"/>
              <a:t>Cliquez sur l'icône pour ajouter une image</a:t>
            </a:r>
            <a:endParaRPr lang="en-US"/>
          </a:p>
        </p:txBody>
      </p:sp>
      <p:sp>
        <p:nvSpPr>
          <p:cNvPr id="26" name="Picture Placeholder 3">
            <a:extLst>
              <a:ext uri="{FF2B5EF4-FFF2-40B4-BE49-F238E27FC236}">
                <a16:creationId xmlns:a16="http://schemas.microsoft.com/office/drawing/2014/main" id="{A45CB8E2-394E-796C-52EE-17D17DF169E6}"/>
              </a:ext>
              <a:ext uri="{C183D7F6-B498-43B3-948B-1728B52AA6E4}">
                <adec:decorative xmlns:adec="http://schemas.microsoft.com/office/drawing/2017/decorative" val="1"/>
              </a:ext>
            </a:extLst>
          </p:cNvPr>
          <p:cNvSpPr>
            <a:spLocks noGrp="1"/>
          </p:cNvSpPr>
          <p:nvPr>
            <p:ph type="pic" sz="quarter" idx="22"/>
          </p:nvPr>
        </p:nvSpPr>
        <p:spPr>
          <a:xfrm>
            <a:off x="9077470" y="1994854"/>
            <a:ext cx="2697480" cy="4082096"/>
          </a:xfrm>
        </p:spPr>
        <p:txBody>
          <a:bodyPr anchor="ctr"/>
          <a:lstStyle>
            <a:lvl1pPr marL="0" indent="0" algn="ctr">
              <a:buNone/>
              <a:defRPr sz="1400"/>
            </a:lvl1pPr>
          </a:lstStyle>
          <a:p>
            <a:r>
              <a:rPr lang="fr-FR"/>
              <a:t>Cliquez sur l'icône pour ajouter une image</a:t>
            </a:r>
            <a:endParaRPr lang="en-US"/>
          </a:p>
        </p:txBody>
      </p:sp>
    </p:spTree>
    <p:extLst>
      <p:ext uri="{BB962C8B-B14F-4D97-AF65-F5344CB8AC3E}">
        <p14:creationId xmlns:p14="http://schemas.microsoft.com/office/powerpoint/2010/main" val="43593912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Two column pictur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5" name="Text Placeholder 3">
            <a:extLst>
              <a:ext uri="{FF2B5EF4-FFF2-40B4-BE49-F238E27FC236}">
                <a16:creationId xmlns:a16="http://schemas.microsoft.com/office/drawing/2014/main" id="{14016A94-A7DE-DAE3-0EE2-A8FF8619D3F5}"/>
              </a:ext>
            </a:extLst>
          </p:cNvPr>
          <p:cNvSpPr>
            <a:spLocks noGrp="1"/>
          </p:cNvSpPr>
          <p:nvPr>
            <p:ph type="body" sz="quarter" idx="22" hasCustomPrompt="1"/>
          </p:nvPr>
        </p:nvSpPr>
        <p:spPr>
          <a:xfrm>
            <a:off x="428624" y="2968820"/>
            <a:ext cx="5486400" cy="548640"/>
          </a:xfrm>
        </p:spPr>
        <p:txBody>
          <a:bodyPr anchor="ctr"/>
          <a:lstStyle>
            <a:lvl1pPr marL="0" indent="0">
              <a:spcAft>
                <a:spcPts val="0"/>
              </a:spcAft>
              <a:buNone/>
              <a:defRPr sz="1800">
                <a:solidFill>
                  <a:schemeClr val="accent1"/>
                </a:solidFill>
                <a:latin typeface="+mj-lt"/>
              </a:defRPr>
            </a:lvl1pPr>
          </a:lstStyle>
          <a:p>
            <a:pPr lvl="0"/>
            <a:r>
              <a:rPr lang="en-US"/>
              <a:t>Heading</a:t>
            </a:r>
          </a:p>
        </p:txBody>
      </p:sp>
      <p:sp>
        <p:nvSpPr>
          <p:cNvPr id="9" name="Content Placeholder 2">
            <a:extLst>
              <a:ext uri="{FF2B5EF4-FFF2-40B4-BE49-F238E27FC236}">
                <a16:creationId xmlns:a16="http://schemas.microsoft.com/office/drawing/2014/main" id="{8145BD5C-F8FB-36C9-4EE1-AB37715D6736}"/>
              </a:ext>
            </a:extLst>
          </p:cNvPr>
          <p:cNvSpPr>
            <a:spLocks noGrp="1"/>
          </p:cNvSpPr>
          <p:nvPr>
            <p:ph idx="12" hasCustomPrompt="1"/>
          </p:nvPr>
        </p:nvSpPr>
        <p:spPr>
          <a:xfrm>
            <a:off x="428624" y="3517460"/>
            <a:ext cx="5486400" cy="2559490"/>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a:t>Level 01</a:t>
            </a:r>
          </a:p>
          <a:p>
            <a:pPr lvl="1"/>
            <a:r>
              <a:rPr lang="en-US"/>
              <a:t>Level 02</a:t>
            </a:r>
          </a:p>
          <a:p>
            <a:pPr lvl="2"/>
            <a:r>
              <a:rPr lang="en-US"/>
              <a:t>Level 03</a:t>
            </a:r>
          </a:p>
          <a:p>
            <a:pPr lvl="3"/>
            <a:r>
              <a:rPr lang="en-US"/>
              <a:t>Level 04</a:t>
            </a:r>
          </a:p>
          <a:p>
            <a:pPr lvl="4"/>
            <a:r>
              <a:rPr lang="en-US"/>
              <a:t>Level 05</a:t>
            </a:r>
          </a:p>
          <a:p>
            <a:pPr lvl="5"/>
            <a:r>
              <a:rPr lang="en-US"/>
              <a:t>Level 06</a:t>
            </a:r>
          </a:p>
        </p:txBody>
      </p:sp>
      <p:sp>
        <p:nvSpPr>
          <p:cNvPr id="6" name="Text Placeholder 3">
            <a:extLst>
              <a:ext uri="{FF2B5EF4-FFF2-40B4-BE49-F238E27FC236}">
                <a16:creationId xmlns:a16="http://schemas.microsoft.com/office/drawing/2014/main" id="{0005BD77-4BBE-2F03-AFA8-87F126BB6A24}"/>
              </a:ext>
            </a:extLst>
          </p:cNvPr>
          <p:cNvSpPr>
            <a:spLocks noGrp="1"/>
          </p:cNvSpPr>
          <p:nvPr>
            <p:ph type="body" sz="quarter" idx="26" hasCustomPrompt="1"/>
          </p:nvPr>
        </p:nvSpPr>
        <p:spPr>
          <a:xfrm>
            <a:off x="6276978" y="2968820"/>
            <a:ext cx="5486400" cy="548640"/>
          </a:xfrm>
        </p:spPr>
        <p:txBody>
          <a:bodyPr anchor="ctr"/>
          <a:lstStyle>
            <a:lvl1pPr marL="0" indent="0">
              <a:spcAft>
                <a:spcPts val="0"/>
              </a:spcAft>
              <a:buNone/>
              <a:defRPr sz="1800">
                <a:solidFill>
                  <a:schemeClr val="accent3"/>
                </a:solidFill>
                <a:latin typeface="+mj-lt"/>
              </a:defRPr>
            </a:lvl1pPr>
          </a:lstStyle>
          <a:p>
            <a:pPr lvl="0"/>
            <a:r>
              <a:rPr lang="en-US"/>
              <a:t>Heading</a:t>
            </a:r>
          </a:p>
        </p:txBody>
      </p:sp>
      <p:sp>
        <p:nvSpPr>
          <p:cNvPr id="10" name="Content Placeholder 2">
            <a:extLst>
              <a:ext uri="{FF2B5EF4-FFF2-40B4-BE49-F238E27FC236}">
                <a16:creationId xmlns:a16="http://schemas.microsoft.com/office/drawing/2014/main" id="{4DA3DC55-D289-438E-D71E-EB8529434583}"/>
              </a:ext>
            </a:extLst>
          </p:cNvPr>
          <p:cNvSpPr>
            <a:spLocks noGrp="1"/>
          </p:cNvSpPr>
          <p:nvPr>
            <p:ph idx="27" hasCustomPrompt="1"/>
          </p:nvPr>
        </p:nvSpPr>
        <p:spPr>
          <a:xfrm>
            <a:off x="6276978" y="3517460"/>
            <a:ext cx="5486400" cy="2559490"/>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a:t>Level 01</a:t>
            </a:r>
          </a:p>
          <a:p>
            <a:pPr lvl="1"/>
            <a:r>
              <a:rPr lang="en-US"/>
              <a:t>Level 02</a:t>
            </a:r>
          </a:p>
          <a:p>
            <a:pPr lvl="2"/>
            <a:r>
              <a:rPr lang="en-US"/>
              <a:t>Level 03</a:t>
            </a:r>
          </a:p>
          <a:p>
            <a:pPr lvl="3"/>
            <a:r>
              <a:rPr lang="en-US"/>
              <a:t>Level 04</a:t>
            </a:r>
          </a:p>
          <a:p>
            <a:pPr lvl="4"/>
            <a:r>
              <a:rPr lang="en-US"/>
              <a:t>Level 05</a:t>
            </a:r>
          </a:p>
          <a:p>
            <a:pPr lvl="5"/>
            <a:r>
              <a:rPr lang="en-US"/>
              <a:t>Level 06</a:t>
            </a:r>
          </a:p>
        </p:txBody>
      </p:sp>
      <p:sp>
        <p:nvSpPr>
          <p:cNvPr id="7" name="Slide Number Placeholder 5">
            <a:extLst>
              <a:ext uri="{FF2B5EF4-FFF2-40B4-BE49-F238E27FC236}">
                <a16:creationId xmlns:a16="http://schemas.microsoft.com/office/drawing/2014/main" id="{DF72C938-C047-38AD-D83C-189C1AC036AE}"/>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sp>
        <p:nvSpPr>
          <p:cNvPr id="25" name="Picture Placeholder 3">
            <a:extLst>
              <a:ext uri="{FF2B5EF4-FFF2-40B4-BE49-F238E27FC236}">
                <a16:creationId xmlns:a16="http://schemas.microsoft.com/office/drawing/2014/main" id="{7F7ACD8F-903F-4AA5-CF40-F541838B617A}"/>
              </a:ext>
              <a:ext uri="{C183D7F6-B498-43B3-948B-1728B52AA6E4}">
                <adec:decorative xmlns:adec="http://schemas.microsoft.com/office/drawing/2017/decorative" val="1"/>
              </a:ext>
            </a:extLst>
          </p:cNvPr>
          <p:cNvSpPr>
            <a:spLocks noGrp="1"/>
          </p:cNvSpPr>
          <p:nvPr>
            <p:ph type="pic" sz="quarter" idx="21"/>
          </p:nvPr>
        </p:nvSpPr>
        <p:spPr>
          <a:xfrm>
            <a:off x="428624" y="1446213"/>
            <a:ext cx="5486400" cy="1522607"/>
          </a:xfrm>
        </p:spPr>
        <p:txBody>
          <a:bodyPr anchor="ctr"/>
          <a:lstStyle>
            <a:lvl1pPr marL="0" indent="0" algn="ctr">
              <a:buNone/>
              <a:defRPr sz="1400"/>
            </a:lvl1pPr>
          </a:lstStyle>
          <a:p>
            <a:r>
              <a:rPr lang="fr-FR"/>
              <a:t>Cliquez sur l'icône pour ajouter une image</a:t>
            </a:r>
            <a:endParaRPr lang="en-US"/>
          </a:p>
        </p:txBody>
      </p:sp>
      <p:sp>
        <p:nvSpPr>
          <p:cNvPr id="28" name="Picture Placeholder 3">
            <a:extLst>
              <a:ext uri="{FF2B5EF4-FFF2-40B4-BE49-F238E27FC236}">
                <a16:creationId xmlns:a16="http://schemas.microsoft.com/office/drawing/2014/main" id="{96B97E46-018E-5555-A397-28255F5CD3CF}"/>
              </a:ext>
              <a:ext uri="{C183D7F6-B498-43B3-948B-1728B52AA6E4}">
                <adec:decorative xmlns:adec="http://schemas.microsoft.com/office/drawing/2017/decorative" val="1"/>
              </a:ext>
            </a:extLst>
          </p:cNvPr>
          <p:cNvSpPr>
            <a:spLocks noGrp="1"/>
          </p:cNvSpPr>
          <p:nvPr>
            <p:ph type="pic" sz="quarter" idx="24"/>
          </p:nvPr>
        </p:nvSpPr>
        <p:spPr>
          <a:xfrm>
            <a:off x="6276978" y="1446213"/>
            <a:ext cx="5486400" cy="1522607"/>
          </a:xfrm>
        </p:spPr>
        <p:txBody>
          <a:bodyPr anchor="ctr"/>
          <a:lstStyle>
            <a:lvl1pPr marL="0" indent="0" algn="ctr">
              <a:buNone/>
              <a:defRPr sz="1400"/>
            </a:lvl1pPr>
          </a:lstStyle>
          <a:p>
            <a:r>
              <a:rPr lang="fr-FR"/>
              <a:t>Cliquez sur l'icône pour ajouter une image</a:t>
            </a:r>
            <a:endParaRPr lang="en-US"/>
          </a:p>
        </p:txBody>
      </p:sp>
    </p:spTree>
    <p:extLst>
      <p:ext uri="{BB962C8B-B14F-4D97-AF65-F5344CB8AC3E}">
        <p14:creationId xmlns:p14="http://schemas.microsoft.com/office/powerpoint/2010/main" val="174612301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Three column pictur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6" name="Text Placeholder 3">
            <a:extLst>
              <a:ext uri="{FF2B5EF4-FFF2-40B4-BE49-F238E27FC236}">
                <a16:creationId xmlns:a16="http://schemas.microsoft.com/office/drawing/2014/main" id="{2C979499-D739-73B9-FE75-660BB28AD740}"/>
              </a:ext>
            </a:extLst>
          </p:cNvPr>
          <p:cNvSpPr>
            <a:spLocks noGrp="1"/>
          </p:cNvSpPr>
          <p:nvPr>
            <p:ph type="body" sz="quarter" idx="22" hasCustomPrompt="1"/>
          </p:nvPr>
        </p:nvSpPr>
        <p:spPr>
          <a:xfrm>
            <a:off x="428624" y="2968820"/>
            <a:ext cx="3566160" cy="548640"/>
          </a:xfrm>
        </p:spPr>
        <p:txBody>
          <a:bodyPr anchor="ctr"/>
          <a:lstStyle>
            <a:lvl1pPr marL="0" indent="0">
              <a:spcAft>
                <a:spcPts val="0"/>
              </a:spcAft>
              <a:buNone/>
              <a:defRPr sz="1600">
                <a:solidFill>
                  <a:schemeClr val="accent1"/>
                </a:solidFill>
                <a:latin typeface="+mj-lt"/>
              </a:defRPr>
            </a:lvl1pPr>
          </a:lstStyle>
          <a:p>
            <a:pPr lvl="0"/>
            <a:r>
              <a:rPr lang="en-US"/>
              <a:t>Heading</a:t>
            </a:r>
          </a:p>
        </p:txBody>
      </p:sp>
      <p:sp>
        <p:nvSpPr>
          <p:cNvPr id="3" name="Text Placeholder 11">
            <a:extLst>
              <a:ext uri="{FF2B5EF4-FFF2-40B4-BE49-F238E27FC236}">
                <a16:creationId xmlns:a16="http://schemas.microsoft.com/office/drawing/2014/main" id="{925B4298-4DFC-5A17-A61C-10AF6A947FE7}"/>
              </a:ext>
            </a:extLst>
          </p:cNvPr>
          <p:cNvSpPr>
            <a:spLocks noGrp="1"/>
          </p:cNvSpPr>
          <p:nvPr>
            <p:ph type="body" sz="quarter" idx="13" hasCustomPrompt="1"/>
          </p:nvPr>
        </p:nvSpPr>
        <p:spPr>
          <a:xfrm>
            <a:off x="428624" y="3517460"/>
            <a:ext cx="3566160" cy="2559490"/>
          </a:xfrm>
        </p:spPr>
        <p:txBody>
          <a:bodyPr lIns="0" tIns="73152" rIns="91440" bIns="45720"/>
          <a:lstStyle>
            <a:lvl1pPr>
              <a:defRPr sz="1400"/>
            </a:lvl1pPr>
            <a:lvl2pPr>
              <a:defRPr sz="1400"/>
            </a:lvl2pPr>
            <a:lvl3pPr>
              <a:defRPr sz="1400"/>
            </a:lvl3pPr>
            <a:lvl4pPr>
              <a:defRPr sz="1400"/>
            </a:lvl4pPr>
          </a:lstStyle>
          <a:p>
            <a:pPr lvl="0"/>
            <a:r>
              <a:rPr lang="en-US"/>
              <a:t>Level 01</a:t>
            </a:r>
          </a:p>
          <a:p>
            <a:pPr lvl="1"/>
            <a:r>
              <a:rPr lang="en-US"/>
              <a:t>Level 02</a:t>
            </a:r>
          </a:p>
          <a:p>
            <a:pPr lvl="2"/>
            <a:r>
              <a:rPr lang="en-US"/>
              <a:t>Level 03</a:t>
            </a:r>
          </a:p>
          <a:p>
            <a:pPr lvl="3"/>
            <a:r>
              <a:rPr lang="en-US"/>
              <a:t>Level 04</a:t>
            </a:r>
          </a:p>
        </p:txBody>
      </p:sp>
      <p:sp>
        <p:nvSpPr>
          <p:cNvPr id="7" name="Text Placeholder 3">
            <a:extLst>
              <a:ext uri="{FF2B5EF4-FFF2-40B4-BE49-F238E27FC236}">
                <a16:creationId xmlns:a16="http://schemas.microsoft.com/office/drawing/2014/main" id="{30756F07-9227-C871-FCFC-7AA0F5D4A4FB}"/>
              </a:ext>
            </a:extLst>
          </p:cNvPr>
          <p:cNvSpPr>
            <a:spLocks noGrp="1"/>
          </p:cNvSpPr>
          <p:nvPr>
            <p:ph type="body" sz="quarter" idx="27" hasCustomPrompt="1"/>
          </p:nvPr>
        </p:nvSpPr>
        <p:spPr>
          <a:xfrm>
            <a:off x="4312920" y="2968820"/>
            <a:ext cx="3566160" cy="548640"/>
          </a:xfrm>
        </p:spPr>
        <p:txBody>
          <a:bodyPr anchor="ctr"/>
          <a:lstStyle>
            <a:lvl1pPr marL="0" indent="0">
              <a:spcAft>
                <a:spcPts val="0"/>
              </a:spcAft>
              <a:buNone/>
              <a:defRPr sz="1600">
                <a:solidFill>
                  <a:schemeClr val="accent3"/>
                </a:solidFill>
                <a:latin typeface="+mj-lt"/>
              </a:defRPr>
            </a:lvl1pPr>
          </a:lstStyle>
          <a:p>
            <a:pPr lvl="0"/>
            <a:r>
              <a:rPr lang="en-US"/>
              <a:t>Heading</a:t>
            </a:r>
          </a:p>
        </p:txBody>
      </p:sp>
      <p:sp>
        <p:nvSpPr>
          <p:cNvPr id="4" name="Text Placeholder 11">
            <a:extLst>
              <a:ext uri="{FF2B5EF4-FFF2-40B4-BE49-F238E27FC236}">
                <a16:creationId xmlns:a16="http://schemas.microsoft.com/office/drawing/2014/main" id="{C5932779-A5A3-2204-2100-9B029C79E90C}"/>
              </a:ext>
            </a:extLst>
          </p:cNvPr>
          <p:cNvSpPr>
            <a:spLocks noGrp="1"/>
          </p:cNvSpPr>
          <p:nvPr>
            <p:ph type="body" sz="quarter" idx="25" hasCustomPrompt="1"/>
          </p:nvPr>
        </p:nvSpPr>
        <p:spPr>
          <a:xfrm>
            <a:off x="4312920" y="3517460"/>
            <a:ext cx="3566160" cy="2559490"/>
          </a:xfrm>
        </p:spPr>
        <p:txBody>
          <a:bodyPr lIns="0" tIns="73152" rIns="91440" bIns="45720"/>
          <a:lstStyle>
            <a:lvl1pPr>
              <a:defRPr sz="1400"/>
            </a:lvl1pPr>
            <a:lvl2pPr>
              <a:defRPr sz="1400"/>
            </a:lvl2pPr>
            <a:lvl3pPr>
              <a:defRPr sz="1400"/>
            </a:lvl3pPr>
            <a:lvl4pPr>
              <a:defRPr sz="1400"/>
            </a:lvl4pPr>
          </a:lstStyle>
          <a:p>
            <a:pPr lvl="0"/>
            <a:r>
              <a:rPr lang="en-US"/>
              <a:t>Level 01</a:t>
            </a:r>
          </a:p>
          <a:p>
            <a:pPr lvl="1"/>
            <a:r>
              <a:rPr lang="en-US"/>
              <a:t>Level 02</a:t>
            </a:r>
          </a:p>
          <a:p>
            <a:pPr lvl="2"/>
            <a:r>
              <a:rPr lang="en-US"/>
              <a:t>Level 03</a:t>
            </a:r>
          </a:p>
          <a:p>
            <a:pPr lvl="3"/>
            <a:r>
              <a:rPr lang="en-US"/>
              <a:t>Level 04</a:t>
            </a:r>
          </a:p>
        </p:txBody>
      </p:sp>
      <p:sp>
        <p:nvSpPr>
          <p:cNvPr id="9" name="Text Placeholder 3">
            <a:extLst>
              <a:ext uri="{FF2B5EF4-FFF2-40B4-BE49-F238E27FC236}">
                <a16:creationId xmlns:a16="http://schemas.microsoft.com/office/drawing/2014/main" id="{2B6D4682-833F-2E78-0271-A3BC65DC1283}"/>
              </a:ext>
            </a:extLst>
          </p:cNvPr>
          <p:cNvSpPr>
            <a:spLocks noGrp="1"/>
          </p:cNvSpPr>
          <p:nvPr>
            <p:ph type="body" sz="quarter" idx="28" hasCustomPrompt="1"/>
          </p:nvPr>
        </p:nvSpPr>
        <p:spPr>
          <a:xfrm>
            <a:off x="8197215" y="2968820"/>
            <a:ext cx="3566160" cy="548640"/>
          </a:xfrm>
        </p:spPr>
        <p:txBody>
          <a:bodyPr anchor="ctr"/>
          <a:lstStyle>
            <a:lvl1pPr marL="0" indent="0">
              <a:spcAft>
                <a:spcPts val="0"/>
              </a:spcAft>
              <a:buNone/>
              <a:defRPr sz="1600">
                <a:solidFill>
                  <a:schemeClr val="accent5"/>
                </a:solidFill>
                <a:latin typeface="+mj-lt"/>
              </a:defRPr>
            </a:lvl1pPr>
          </a:lstStyle>
          <a:p>
            <a:pPr lvl="0"/>
            <a:r>
              <a:rPr lang="en-US"/>
              <a:t>Heading</a:t>
            </a:r>
          </a:p>
        </p:txBody>
      </p:sp>
      <p:sp>
        <p:nvSpPr>
          <p:cNvPr id="5" name="Text Placeholder 11">
            <a:extLst>
              <a:ext uri="{FF2B5EF4-FFF2-40B4-BE49-F238E27FC236}">
                <a16:creationId xmlns:a16="http://schemas.microsoft.com/office/drawing/2014/main" id="{11F392C6-99EB-D1AC-BECC-4494D2B1CBFF}"/>
              </a:ext>
            </a:extLst>
          </p:cNvPr>
          <p:cNvSpPr>
            <a:spLocks noGrp="1"/>
          </p:cNvSpPr>
          <p:nvPr>
            <p:ph type="body" sz="quarter" idx="26" hasCustomPrompt="1"/>
          </p:nvPr>
        </p:nvSpPr>
        <p:spPr>
          <a:xfrm>
            <a:off x="8197215" y="3517460"/>
            <a:ext cx="3566160" cy="2559490"/>
          </a:xfrm>
        </p:spPr>
        <p:txBody>
          <a:bodyPr lIns="0" tIns="73152" rIns="91440" bIns="45720"/>
          <a:lstStyle>
            <a:lvl1pPr>
              <a:defRPr sz="1400"/>
            </a:lvl1pPr>
            <a:lvl2pPr>
              <a:defRPr sz="1400"/>
            </a:lvl2pPr>
            <a:lvl3pPr>
              <a:defRPr sz="1400"/>
            </a:lvl3pPr>
            <a:lvl4pPr>
              <a:defRPr sz="1400"/>
            </a:lvl4pPr>
          </a:lstStyle>
          <a:p>
            <a:pPr lvl="0"/>
            <a:r>
              <a:rPr lang="en-US"/>
              <a:t>Level 01</a:t>
            </a:r>
          </a:p>
          <a:p>
            <a:pPr lvl="1"/>
            <a:r>
              <a:rPr lang="en-US"/>
              <a:t>Level 02</a:t>
            </a:r>
          </a:p>
          <a:p>
            <a:pPr lvl="2"/>
            <a:r>
              <a:rPr lang="en-US"/>
              <a:t>Level 03</a:t>
            </a:r>
          </a:p>
          <a:p>
            <a:pPr lvl="3"/>
            <a:r>
              <a:rPr lang="en-US"/>
              <a:t>Level 04</a:t>
            </a:r>
          </a:p>
        </p:txBody>
      </p:sp>
      <p:sp>
        <p:nvSpPr>
          <p:cNvPr id="10" name="Slide Number Placeholder 5">
            <a:extLst>
              <a:ext uri="{FF2B5EF4-FFF2-40B4-BE49-F238E27FC236}">
                <a16:creationId xmlns:a16="http://schemas.microsoft.com/office/drawing/2014/main" id="{08CA3288-0FCF-ED06-AD6E-E7CB3C8DC965}"/>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sp>
        <p:nvSpPr>
          <p:cNvPr id="25" name="Picture Placeholder 3">
            <a:extLst>
              <a:ext uri="{FF2B5EF4-FFF2-40B4-BE49-F238E27FC236}">
                <a16:creationId xmlns:a16="http://schemas.microsoft.com/office/drawing/2014/main" id="{7F7ACD8F-903F-4AA5-CF40-F541838B617A}"/>
              </a:ext>
              <a:ext uri="{C183D7F6-B498-43B3-948B-1728B52AA6E4}">
                <adec:decorative xmlns:adec="http://schemas.microsoft.com/office/drawing/2017/decorative" val="1"/>
              </a:ext>
            </a:extLst>
          </p:cNvPr>
          <p:cNvSpPr>
            <a:spLocks noGrp="1"/>
          </p:cNvSpPr>
          <p:nvPr>
            <p:ph type="pic" sz="quarter" idx="21"/>
          </p:nvPr>
        </p:nvSpPr>
        <p:spPr>
          <a:xfrm>
            <a:off x="428624" y="1446213"/>
            <a:ext cx="3566160" cy="1522607"/>
          </a:xfrm>
        </p:spPr>
        <p:txBody>
          <a:bodyPr anchor="ctr"/>
          <a:lstStyle>
            <a:lvl1pPr marL="0" indent="0" algn="ctr">
              <a:buNone/>
              <a:defRPr sz="1400"/>
            </a:lvl1pPr>
          </a:lstStyle>
          <a:p>
            <a:r>
              <a:rPr lang="fr-FR"/>
              <a:t>Cliquez sur l'icône pour ajouter une image</a:t>
            </a:r>
            <a:endParaRPr lang="en-US"/>
          </a:p>
        </p:txBody>
      </p:sp>
      <p:sp>
        <p:nvSpPr>
          <p:cNvPr id="28" name="Picture Placeholder 3">
            <a:extLst>
              <a:ext uri="{FF2B5EF4-FFF2-40B4-BE49-F238E27FC236}">
                <a16:creationId xmlns:a16="http://schemas.microsoft.com/office/drawing/2014/main" id="{96B97E46-018E-5555-A397-28255F5CD3CF}"/>
              </a:ext>
              <a:ext uri="{C183D7F6-B498-43B3-948B-1728B52AA6E4}">
                <adec:decorative xmlns:adec="http://schemas.microsoft.com/office/drawing/2017/decorative" val="1"/>
              </a:ext>
            </a:extLst>
          </p:cNvPr>
          <p:cNvSpPr>
            <a:spLocks noGrp="1"/>
          </p:cNvSpPr>
          <p:nvPr>
            <p:ph type="pic" sz="quarter" idx="24"/>
          </p:nvPr>
        </p:nvSpPr>
        <p:spPr>
          <a:xfrm>
            <a:off x="4312920" y="1446213"/>
            <a:ext cx="3566160" cy="1522607"/>
          </a:xfrm>
        </p:spPr>
        <p:txBody>
          <a:bodyPr anchor="ctr"/>
          <a:lstStyle>
            <a:lvl1pPr marL="0" indent="0" algn="ctr">
              <a:buNone/>
              <a:defRPr sz="1400"/>
            </a:lvl1pPr>
          </a:lstStyle>
          <a:p>
            <a:r>
              <a:rPr lang="fr-FR"/>
              <a:t>Cliquez sur l'icône pour ajouter une image</a:t>
            </a:r>
            <a:endParaRPr lang="en-US"/>
          </a:p>
        </p:txBody>
      </p:sp>
      <p:sp>
        <p:nvSpPr>
          <p:cNvPr id="27" name="Picture Placeholder 3">
            <a:extLst>
              <a:ext uri="{FF2B5EF4-FFF2-40B4-BE49-F238E27FC236}">
                <a16:creationId xmlns:a16="http://schemas.microsoft.com/office/drawing/2014/main" id="{FC83B583-51BF-F117-8EAB-16719367BBB6}"/>
              </a:ext>
              <a:ext uri="{C183D7F6-B498-43B3-948B-1728B52AA6E4}">
                <adec:decorative xmlns:adec="http://schemas.microsoft.com/office/drawing/2017/decorative" val="1"/>
              </a:ext>
            </a:extLst>
          </p:cNvPr>
          <p:cNvSpPr>
            <a:spLocks noGrp="1"/>
          </p:cNvSpPr>
          <p:nvPr>
            <p:ph type="pic" sz="quarter" idx="23"/>
          </p:nvPr>
        </p:nvSpPr>
        <p:spPr>
          <a:xfrm>
            <a:off x="8197215" y="1446213"/>
            <a:ext cx="3566160" cy="1522607"/>
          </a:xfrm>
        </p:spPr>
        <p:txBody>
          <a:bodyPr anchor="ctr"/>
          <a:lstStyle>
            <a:lvl1pPr marL="0" indent="0" algn="ctr">
              <a:buNone/>
              <a:defRPr sz="1400"/>
            </a:lvl1pPr>
          </a:lstStyle>
          <a:p>
            <a:r>
              <a:rPr lang="fr-FR"/>
              <a:t>Cliquez sur l'icône pour ajouter une image</a:t>
            </a:r>
            <a:endParaRPr lang="en-US"/>
          </a:p>
        </p:txBody>
      </p:sp>
    </p:spTree>
    <p:extLst>
      <p:ext uri="{BB962C8B-B14F-4D97-AF65-F5344CB8AC3E}">
        <p14:creationId xmlns:p14="http://schemas.microsoft.com/office/powerpoint/2010/main" val="4192217002"/>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Four column pictur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6" name="Text Placeholder 3">
            <a:extLst>
              <a:ext uri="{FF2B5EF4-FFF2-40B4-BE49-F238E27FC236}">
                <a16:creationId xmlns:a16="http://schemas.microsoft.com/office/drawing/2014/main" id="{58EA87E5-B00B-294C-9BEB-D8AB1DA7D633}"/>
              </a:ext>
            </a:extLst>
          </p:cNvPr>
          <p:cNvSpPr>
            <a:spLocks noGrp="1"/>
          </p:cNvSpPr>
          <p:nvPr>
            <p:ph type="body" sz="quarter" idx="28" hasCustomPrompt="1"/>
          </p:nvPr>
        </p:nvSpPr>
        <p:spPr>
          <a:xfrm>
            <a:off x="428624" y="2968820"/>
            <a:ext cx="2697480" cy="548640"/>
          </a:xfrm>
        </p:spPr>
        <p:txBody>
          <a:bodyPr anchor="ctr"/>
          <a:lstStyle>
            <a:lvl1pPr marL="0" indent="0">
              <a:spcAft>
                <a:spcPts val="0"/>
              </a:spcAft>
              <a:buNone/>
              <a:defRPr sz="1600">
                <a:solidFill>
                  <a:schemeClr val="accent1"/>
                </a:solidFill>
                <a:latin typeface="+mj-lt"/>
              </a:defRPr>
            </a:lvl1pPr>
          </a:lstStyle>
          <a:p>
            <a:pPr lvl="0"/>
            <a:r>
              <a:rPr lang="en-US"/>
              <a:t>Heading</a:t>
            </a:r>
          </a:p>
        </p:txBody>
      </p:sp>
      <p:sp>
        <p:nvSpPr>
          <p:cNvPr id="3" name="Text Placeholder 11">
            <a:extLst>
              <a:ext uri="{FF2B5EF4-FFF2-40B4-BE49-F238E27FC236}">
                <a16:creationId xmlns:a16="http://schemas.microsoft.com/office/drawing/2014/main" id="{925B4298-4DFC-5A17-A61C-10AF6A947FE7}"/>
              </a:ext>
            </a:extLst>
          </p:cNvPr>
          <p:cNvSpPr>
            <a:spLocks noGrp="1"/>
          </p:cNvSpPr>
          <p:nvPr>
            <p:ph type="body" sz="quarter" idx="13" hasCustomPrompt="1"/>
          </p:nvPr>
        </p:nvSpPr>
        <p:spPr>
          <a:xfrm>
            <a:off x="428624" y="3517460"/>
            <a:ext cx="2697480" cy="2559490"/>
          </a:xfrm>
        </p:spPr>
        <p:txBody>
          <a:bodyPr lIns="0" tIns="73152" rIns="91440" bIns="45720"/>
          <a:lstStyle>
            <a:lvl1pPr>
              <a:defRPr sz="1400"/>
            </a:lvl1pPr>
            <a:lvl2pPr>
              <a:defRPr sz="1400"/>
            </a:lvl2pPr>
            <a:lvl3pPr>
              <a:defRPr sz="1400"/>
            </a:lvl3pPr>
            <a:lvl4pPr>
              <a:defRPr sz="1400"/>
            </a:lvl4pPr>
          </a:lstStyle>
          <a:p>
            <a:pPr lvl="0"/>
            <a:r>
              <a:rPr lang="en-US"/>
              <a:t>Level 01</a:t>
            </a:r>
          </a:p>
          <a:p>
            <a:pPr lvl="1"/>
            <a:r>
              <a:rPr lang="en-US"/>
              <a:t>Level 02</a:t>
            </a:r>
          </a:p>
          <a:p>
            <a:pPr lvl="2"/>
            <a:r>
              <a:rPr lang="en-US"/>
              <a:t>Level 03</a:t>
            </a:r>
          </a:p>
          <a:p>
            <a:pPr lvl="3"/>
            <a:r>
              <a:rPr lang="en-US"/>
              <a:t>Level 04</a:t>
            </a:r>
          </a:p>
        </p:txBody>
      </p:sp>
      <p:sp>
        <p:nvSpPr>
          <p:cNvPr id="7" name="Text Placeholder 3">
            <a:extLst>
              <a:ext uri="{FF2B5EF4-FFF2-40B4-BE49-F238E27FC236}">
                <a16:creationId xmlns:a16="http://schemas.microsoft.com/office/drawing/2014/main" id="{2CC21B11-4BB9-E7F7-2D10-7A711FE51A2C}"/>
              </a:ext>
            </a:extLst>
          </p:cNvPr>
          <p:cNvSpPr>
            <a:spLocks noGrp="1"/>
          </p:cNvSpPr>
          <p:nvPr>
            <p:ph type="body" sz="quarter" idx="29" hasCustomPrompt="1"/>
          </p:nvPr>
        </p:nvSpPr>
        <p:spPr>
          <a:xfrm>
            <a:off x="3311573" y="2968820"/>
            <a:ext cx="2697480" cy="548640"/>
          </a:xfrm>
        </p:spPr>
        <p:txBody>
          <a:bodyPr anchor="ctr"/>
          <a:lstStyle>
            <a:lvl1pPr marL="0" indent="0">
              <a:spcAft>
                <a:spcPts val="0"/>
              </a:spcAft>
              <a:buNone/>
              <a:defRPr sz="1600">
                <a:solidFill>
                  <a:schemeClr val="accent3"/>
                </a:solidFill>
                <a:latin typeface="+mj-lt"/>
              </a:defRPr>
            </a:lvl1pPr>
          </a:lstStyle>
          <a:p>
            <a:pPr lvl="0"/>
            <a:r>
              <a:rPr lang="en-US"/>
              <a:t>Heading</a:t>
            </a:r>
          </a:p>
        </p:txBody>
      </p:sp>
      <p:sp>
        <p:nvSpPr>
          <p:cNvPr id="4" name="Text Placeholder 11">
            <a:extLst>
              <a:ext uri="{FF2B5EF4-FFF2-40B4-BE49-F238E27FC236}">
                <a16:creationId xmlns:a16="http://schemas.microsoft.com/office/drawing/2014/main" id="{C5932779-A5A3-2204-2100-9B029C79E90C}"/>
              </a:ext>
            </a:extLst>
          </p:cNvPr>
          <p:cNvSpPr>
            <a:spLocks noGrp="1"/>
          </p:cNvSpPr>
          <p:nvPr>
            <p:ph type="body" sz="quarter" idx="25" hasCustomPrompt="1"/>
          </p:nvPr>
        </p:nvSpPr>
        <p:spPr>
          <a:xfrm>
            <a:off x="3311573" y="3517460"/>
            <a:ext cx="2697480" cy="2559490"/>
          </a:xfrm>
        </p:spPr>
        <p:txBody>
          <a:bodyPr lIns="0" tIns="73152" rIns="91440" bIns="45720"/>
          <a:lstStyle>
            <a:lvl1pPr>
              <a:defRPr sz="1400"/>
            </a:lvl1pPr>
            <a:lvl2pPr>
              <a:defRPr sz="1400"/>
            </a:lvl2pPr>
            <a:lvl3pPr>
              <a:defRPr sz="1400"/>
            </a:lvl3pPr>
            <a:lvl4pPr>
              <a:defRPr sz="1400"/>
            </a:lvl4pPr>
          </a:lstStyle>
          <a:p>
            <a:pPr lvl="0"/>
            <a:r>
              <a:rPr lang="en-US"/>
              <a:t>Level 01</a:t>
            </a:r>
          </a:p>
          <a:p>
            <a:pPr lvl="1"/>
            <a:r>
              <a:rPr lang="en-US"/>
              <a:t>Level 02</a:t>
            </a:r>
          </a:p>
          <a:p>
            <a:pPr lvl="2"/>
            <a:r>
              <a:rPr lang="en-US"/>
              <a:t>Level 03</a:t>
            </a:r>
          </a:p>
          <a:p>
            <a:pPr lvl="3"/>
            <a:r>
              <a:rPr lang="en-US"/>
              <a:t>Level 04</a:t>
            </a:r>
          </a:p>
        </p:txBody>
      </p:sp>
      <p:sp>
        <p:nvSpPr>
          <p:cNvPr id="11" name="Text Placeholder 3">
            <a:extLst>
              <a:ext uri="{FF2B5EF4-FFF2-40B4-BE49-F238E27FC236}">
                <a16:creationId xmlns:a16="http://schemas.microsoft.com/office/drawing/2014/main" id="{60624600-098D-4116-2BA4-B77914ACDD08}"/>
              </a:ext>
            </a:extLst>
          </p:cNvPr>
          <p:cNvSpPr>
            <a:spLocks noGrp="1"/>
          </p:cNvSpPr>
          <p:nvPr>
            <p:ph type="body" sz="quarter" idx="30" hasCustomPrompt="1"/>
          </p:nvPr>
        </p:nvSpPr>
        <p:spPr>
          <a:xfrm>
            <a:off x="6194522" y="2968820"/>
            <a:ext cx="2697480" cy="548640"/>
          </a:xfrm>
        </p:spPr>
        <p:txBody>
          <a:bodyPr anchor="ctr"/>
          <a:lstStyle>
            <a:lvl1pPr marL="0" indent="0">
              <a:spcAft>
                <a:spcPts val="0"/>
              </a:spcAft>
              <a:buNone/>
              <a:defRPr sz="1600">
                <a:solidFill>
                  <a:schemeClr val="accent5"/>
                </a:solidFill>
                <a:latin typeface="+mj-lt"/>
              </a:defRPr>
            </a:lvl1pPr>
          </a:lstStyle>
          <a:p>
            <a:pPr lvl="0"/>
            <a:r>
              <a:rPr lang="en-US"/>
              <a:t>Heading</a:t>
            </a:r>
          </a:p>
        </p:txBody>
      </p:sp>
      <p:sp>
        <p:nvSpPr>
          <p:cNvPr id="5" name="Text Placeholder 11">
            <a:extLst>
              <a:ext uri="{FF2B5EF4-FFF2-40B4-BE49-F238E27FC236}">
                <a16:creationId xmlns:a16="http://schemas.microsoft.com/office/drawing/2014/main" id="{11F392C6-99EB-D1AC-BECC-4494D2B1CBFF}"/>
              </a:ext>
            </a:extLst>
          </p:cNvPr>
          <p:cNvSpPr>
            <a:spLocks noGrp="1"/>
          </p:cNvSpPr>
          <p:nvPr>
            <p:ph type="body" sz="quarter" idx="26" hasCustomPrompt="1"/>
          </p:nvPr>
        </p:nvSpPr>
        <p:spPr>
          <a:xfrm>
            <a:off x="6194522" y="3517460"/>
            <a:ext cx="2697480" cy="2559490"/>
          </a:xfrm>
        </p:spPr>
        <p:txBody>
          <a:bodyPr lIns="0" tIns="73152" rIns="91440" bIns="45720"/>
          <a:lstStyle>
            <a:lvl1pPr>
              <a:defRPr sz="1400"/>
            </a:lvl1pPr>
            <a:lvl2pPr>
              <a:defRPr sz="1400"/>
            </a:lvl2pPr>
            <a:lvl3pPr>
              <a:defRPr sz="1400"/>
            </a:lvl3pPr>
            <a:lvl4pPr>
              <a:defRPr sz="1400"/>
            </a:lvl4pPr>
          </a:lstStyle>
          <a:p>
            <a:pPr lvl="0"/>
            <a:r>
              <a:rPr lang="en-US"/>
              <a:t>Level 01</a:t>
            </a:r>
          </a:p>
          <a:p>
            <a:pPr lvl="1"/>
            <a:r>
              <a:rPr lang="en-US"/>
              <a:t>Level 02</a:t>
            </a:r>
          </a:p>
          <a:p>
            <a:pPr lvl="2"/>
            <a:r>
              <a:rPr lang="en-US"/>
              <a:t>Level 03</a:t>
            </a:r>
          </a:p>
          <a:p>
            <a:pPr lvl="3"/>
            <a:r>
              <a:rPr lang="en-US"/>
              <a:t>Level 04</a:t>
            </a:r>
          </a:p>
        </p:txBody>
      </p:sp>
      <p:sp>
        <p:nvSpPr>
          <p:cNvPr id="13" name="Text Placeholder 3">
            <a:extLst>
              <a:ext uri="{FF2B5EF4-FFF2-40B4-BE49-F238E27FC236}">
                <a16:creationId xmlns:a16="http://schemas.microsoft.com/office/drawing/2014/main" id="{FBA7EB72-6B8C-7C86-47F1-FB927F697C15}"/>
              </a:ext>
            </a:extLst>
          </p:cNvPr>
          <p:cNvSpPr>
            <a:spLocks noGrp="1"/>
          </p:cNvSpPr>
          <p:nvPr>
            <p:ph type="body" sz="quarter" idx="31" hasCustomPrompt="1"/>
          </p:nvPr>
        </p:nvSpPr>
        <p:spPr>
          <a:xfrm>
            <a:off x="9077470" y="2968820"/>
            <a:ext cx="2697480" cy="548640"/>
          </a:xfrm>
        </p:spPr>
        <p:txBody>
          <a:bodyPr anchor="ctr"/>
          <a:lstStyle>
            <a:lvl1pPr marL="0" indent="0">
              <a:spcAft>
                <a:spcPts val="0"/>
              </a:spcAft>
              <a:buNone/>
              <a:defRPr sz="1600">
                <a:solidFill>
                  <a:schemeClr val="accent6"/>
                </a:solidFill>
                <a:latin typeface="+mj-lt"/>
              </a:defRPr>
            </a:lvl1pPr>
          </a:lstStyle>
          <a:p>
            <a:pPr lvl="0"/>
            <a:r>
              <a:rPr lang="en-US"/>
              <a:t>Heading</a:t>
            </a:r>
          </a:p>
        </p:txBody>
      </p:sp>
      <p:sp>
        <p:nvSpPr>
          <p:cNvPr id="9" name="Text Placeholder 11">
            <a:extLst>
              <a:ext uri="{FF2B5EF4-FFF2-40B4-BE49-F238E27FC236}">
                <a16:creationId xmlns:a16="http://schemas.microsoft.com/office/drawing/2014/main" id="{0FB8ABDB-A570-09B0-47F8-17E0EAF3EA3E}"/>
              </a:ext>
            </a:extLst>
          </p:cNvPr>
          <p:cNvSpPr>
            <a:spLocks noGrp="1"/>
          </p:cNvSpPr>
          <p:nvPr>
            <p:ph type="body" sz="quarter" idx="27" hasCustomPrompt="1"/>
          </p:nvPr>
        </p:nvSpPr>
        <p:spPr>
          <a:xfrm>
            <a:off x="9077470" y="3517460"/>
            <a:ext cx="2697480" cy="2559490"/>
          </a:xfrm>
        </p:spPr>
        <p:txBody>
          <a:bodyPr lIns="0" tIns="73152" rIns="91440" bIns="45720"/>
          <a:lstStyle>
            <a:lvl1pPr>
              <a:defRPr sz="1400"/>
            </a:lvl1pPr>
            <a:lvl2pPr>
              <a:defRPr sz="1400"/>
            </a:lvl2pPr>
            <a:lvl3pPr>
              <a:defRPr sz="1400"/>
            </a:lvl3pPr>
            <a:lvl4pPr>
              <a:defRPr sz="1400"/>
            </a:lvl4pPr>
          </a:lstStyle>
          <a:p>
            <a:pPr lvl="0"/>
            <a:r>
              <a:rPr lang="en-US"/>
              <a:t>Level 01</a:t>
            </a:r>
          </a:p>
          <a:p>
            <a:pPr lvl="1"/>
            <a:r>
              <a:rPr lang="en-US"/>
              <a:t>Level 02</a:t>
            </a:r>
          </a:p>
          <a:p>
            <a:pPr lvl="2"/>
            <a:r>
              <a:rPr lang="en-US"/>
              <a:t>Level 03</a:t>
            </a:r>
          </a:p>
          <a:p>
            <a:pPr lvl="3"/>
            <a:r>
              <a:rPr lang="en-US"/>
              <a:t>Level 04</a:t>
            </a:r>
          </a:p>
        </p:txBody>
      </p:sp>
      <p:sp>
        <p:nvSpPr>
          <p:cNvPr id="10" name="Slide Number Placeholder 5">
            <a:extLst>
              <a:ext uri="{FF2B5EF4-FFF2-40B4-BE49-F238E27FC236}">
                <a16:creationId xmlns:a16="http://schemas.microsoft.com/office/drawing/2014/main" id="{D8D0839C-757C-586E-BFC4-95B70BCF5722}"/>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sp>
        <p:nvSpPr>
          <p:cNvPr id="25" name="Picture Placeholder 3">
            <a:extLst>
              <a:ext uri="{FF2B5EF4-FFF2-40B4-BE49-F238E27FC236}">
                <a16:creationId xmlns:a16="http://schemas.microsoft.com/office/drawing/2014/main" id="{7F7ACD8F-903F-4AA5-CF40-F541838B617A}"/>
              </a:ext>
              <a:ext uri="{C183D7F6-B498-43B3-948B-1728B52AA6E4}">
                <adec:decorative xmlns:adec="http://schemas.microsoft.com/office/drawing/2017/decorative" val="1"/>
              </a:ext>
            </a:extLst>
          </p:cNvPr>
          <p:cNvSpPr>
            <a:spLocks noGrp="1"/>
          </p:cNvSpPr>
          <p:nvPr>
            <p:ph type="pic" sz="quarter" idx="21"/>
          </p:nvPr>
        </p:nvSpPr>
        <p:spPr>
          <a:xfrm>
            <a:off x="428624" y="1446213"/>
            <a:ext cx="2697480" cy="1522607"/>
          </a:xfrm>
        </p:spPr>
        <p:txBody>
          <a:bodyPr anchor="ctr"/>
          <a:lstStyle>
            <a:lvl1pPr marL="0" indent="0" algn="ctr">
              <a:buNone/>
              <a:defRPr sz="1400"/>
            </a:lvl1pPr>
          </a:lstStyle>
          <a:p>
            <a:r>
              <a:rPr lang="fr-FR"/>
              <a:t>Cliquez sur l'icône pour ajouter une image</a:t>
            </a:r>
            <a:endParaRPr lang="en-US"/>
          </a:p>
        </p:txBody>
      </p:sp>
      <p:sp>
        <p:nvSpPr>
          <p:cNvPr id="28" name="Picture Placeholder 3">
            <a:extLst>
              <a:ext uri="{FF2B5EF4-FFF2-40B4-BE49-F238E27FC236}">
                <a16:creationId xmlns:a16="http://schemas.microsoft.com/office/drawing/2014/main" id="{96B97E46-018E-5555-A397-28255F5CD3CF}"/>
              </a:ext>
              <a:ext uri="{C183D7F6-B498-43B3-948B-1728B52AA6E4}">
                <adec:decorative xmlns:adec="http://schemas.microsoft.com/office/drawing/2017/decorative" val="1"/>
              </a:ext>
            </a:extLst>
          </p:cNvPr>
          <p:cNvSpPr>
            <a:spLocks noGrp="1"/>
          </p:cNvSpPr>
          <p:nvPr>
            <p:ph type="pic" sz="quarter" idx="24"/>
          </p:nvPr>
        </p:nvSpPr>
        <p:spPr>
          <a:xfrm>
            <a:off x="3311573" y="1446213"/>
            <a:ext cx="2697480" cy="1522607"/>
          </a:xfrm>
        </p:spPr>
        <p:txBody>
          <a:bodyPr anchor="ctr"/>
          <a:lstStyle>
            <a:lvl1pPr marL="0" indent="0" algn="ctr">
              <a:buNone/>
              <a:defRPr sz="1400"/>
            </a:lvl1pPr>
          </a:lstStyle>
          <a:p>
            <a:r>
              <a:rPr lang="fr-FR"/>
              <a:t>Cliquez sur l'icône pour ajouter une image</a:t>
            </a:r>
            <a:endParaRPr lang="en-US"/>
          </a:p>
        </p:txBody>
      </p:sp>
      <p:sp>
        <p:nvSpPr>
          <p:cNvPr id="27" name="Picture Placeholder 3">
            <a:extLst>
              <a:ext uri="{FF2B5EF4-FFF2-40B4-BE49-F238E27FC236}">
                <a16:creationId xmlns:a16="http://schemas.microsoft.com/office/drawing/2014/main" id="{FC83B583-51BF-F117-8EAB-16719367BBB6}"/>
              </a:ext>
              <a:ext uri="{C183D7F6-B498-43B3-948B-1728B52AA6E4}">
                <adec:decorative xmlns:adec="http://schemas.microsoft.com/office/drawing/2017/decorative" val="1"/>
              </a:ext>
            </a:extLst>
          </p:cNvPr>
          <p:cNvSpPr>
            <a:spLocks noGrp="1"/>
          </p:cNvSpPr>
          <p:nvPr>
            <p:ph type="pic" sz="quarter" idx="23"/>
          </p:nvPr>
        </p:nvSpPr>
        <p:spPr>
          <a:xfrm>
            <a:off x="6194522" y="1446213"/>
            <a:ext cx="2697480" cy="1522607"/>
          </a:xfrm>
        </p:spPr>
        <p:txBody>
          <a:bodyPr anchor="ctr"/>
          <a:lstStyle>
            <a:lvl1pPr marL="0" indent="0" algn="ctr">
              <a:buNone/>
              <a:defRPr sz="1400"/>
            </a:lvl1pPr>
          </a:lstStyle>
          <a:p>
            <a:r>
              <a:rPr lang="fr-FR"/>
              <a:t>Cliquez sur l'icône pour ajouter une image</a:t>
            </a:r>
            <a:endParaRPr lang="en-US"/>
          </a:p>
        </p:txBody>
      </p:sp>
      <p:sp>
        <p:nvSpPr>
          <p:cNvPr id="26" name="Picture Placeholder 3">
            <a:extLst>
              <a:ext uri="{FF2B5EF4-FFF2-40B4-BE49-F238E27FC236}">
                <a16:creationId xmlns:a16="http://schemas.microsoft.com/office/drawing/2014/main" id="{A45CB8E2-394E-796C-52EE-17D17DF169E6}"/>
              </a:ext>
              <a:ext uri="{C183D7F6-B498-43B3-948B-1728B52AA6E4}">
                <adec:decorative xmlns:adec="http://schemas.microsoft.com/office/drawing/2017/decorative" val="1"/>
              </a:ext>
            </a:extLst>
          </p:cNvPr>
          <p:cNvSpPr>
            <a:spLocks noGrp="1"/>
          </p:cNvSpPr>
          <p:nvPr>
            <p:ph type="pic" sz="quarter" idx="22"/>
          </p:nvPr>
        </p:nvSpPr>
        <p:spPr>
          <a:xfrm>
            <a:off x="9077470" y="1446213"/>
            <a:ext cx="2697480" cy="1522607"/>
          </a:xfrm>
        </p:spPr>
        <p:txBody>
          <a:bodyPr anchor="ctr"/>
          <a:lstStyle>
            <a:lvl1pPr marL="0" indent="0" algn="ctr">
              <a:buNone/>
              <a:defRPr sz="1400"/>
            </a:lvl1pPr>
          </a:lstStyle>
          <a:p>
            <a:r>
              <a:rPr lang="fr-FR"/>
              <a:t>Cliquez sur l'icône pour ajouter une image</a:t>
            </a:r>
            <a:endParaRPr lang="en-US"/>
          </a:p>
        </p:txBody>
      </p:sp>
    </p:spTree>
    <p:extLst>
      <p:ext uri="{BB962C8B-B14F-4D97-AF65-F5344CB8AC3E}">
        <p14:creationId xmlns:p14="http://schemas.microsoft.com/office/powerpoint/2010/main" val="3918871027"/>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Blue box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10" name="Text Placeholder 11">
            <a:extLst>
              <a:ext uri="{FF2B5EF4-FFF2-40B4-BE49-F238E27FC236}">
                <a16:creationId xmlns:a16="http://schemas.microsoft.com/office/drawing/2014/main" id="{E75B62F6-55F7-EC3C-2ED6-BBCF8B1F3040}"/>
              </a:ext>
            </a:extLst>
          </p:cNvPr>
          <p:cNvSpPr>
            <a:spLocks noGrp="1"/>
          </p:cNvSpPr>
          <p:nvPr>
            <p:ph type="body" sz="quarter" idx="14" hasCustomPrompt="1"/>
          </p:nvPr>
        </p:nvSpPr>
        <p:spPr>
          <a:xfrm>
            <a:off x="428624" y="1446213"/>
            <a:ext cx="2697480" cy="4630737"/>
          </a:xfrm>
          <a:solidFill>
            <a:schemeClr val="accent1"/>
          </a:solidFill>
        </p:spPr>
        <p:txBody>
          <a:bodyPr lIns="91440" tIns="91440" rIns="91440" bIns="45720" anchor="t">
            <a:noAutofit/>
          </a:bodyPr>
          <a:lstStyle>
            <a:lvl1pPr marL="0" indent="0" algn="l">
              <a:buNone/>
              <a:defRPr sz="2000">
                <a:solidFill>
                  <a:schemeClr val="bg1"/>
                </a:solidFill>
                <a:latin typeface="+mj-lt"/>
              </a:defRPr>
            </a:lvl1pPr>
          </a:lstStyle>
          <a:p>
            <a:pPr lvl="0"/>
            <a:r>
              <a:rPr lang="en-US"/>
              <a:t>Heading</a:t>
            </a:r>
          </a:p>
        </p:txBody>
      </p:sp>
      <p:sp>
        <p:nvSpPr>
          <p:cNvPr id="5" name="Content Placeholder 2">
            <a:extLst>
              <a:ext uri="{FF2B5EF4-FFF2-40B4-BE49-F238E27FC236}">
                <a16:creationId xmlns:a16="http://schemas.microsoft.com/office/drawing/2014/main" id="{10E88463-50FF-3CD8-E203-3C696879E54D}"/>
              </a:ext>
            </a:extLst>
          </p:cNvPr>
          <p:cNvSpPr>
            <a:spLocks noGrp="1"/>
          </p:cNvSpPr>
          <p:nvPr>
            <p:ph idx="12" hasCustomPrompt="1"/>
          </p:nvPr>
        </p:nvSpPr>
        <p:spPr>
          <a:xfrm>
            <a:off x="3126104" y="1446213"/>
            <a:ext cx="8640446" cy="4630737"/>
          </a:xfrm>
        </p:spPr>
        <p:txBody>
          <a:bodyPr lIns="137160" tIns="91440" rIns="91440" bIns="45720"/>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a:t>Level 01</a:t>
            </a:r>
          </a:p>
          <a:p>
            <a:pPr lvl="1"/>
            <a:r>
              <a:rPr lang="en-US"/>
              <a:t>Level 02</a:t>
            </a:r>
          </a:p>
          <a:p>
            <a:pPr lvl="2"/>
            <a:r>
              <a:rPr lang="en-US"/>
              <a:t>Level 03</a:t>
            </a:r>
          </a:p>
          <a:p>
            <a:pPr lvl="3"/>
            <a:r>
              <a:rPr lang="en-US"/>
              <a:t>Level 04</a:t>
            </a:r>
          </a:p>
          <a:p>
            <a:pPr lvl="4"/>
            <a:r>
              <a:rPr lang="en-US"/>
              <a:t>Level 05</a:t>
            </a:r>
          </a:p>
          <a:p>
            <a:pPr lvl="5"/>
            <a:r>
              <a:rPr lang="en-US"/>
              <a:t>Level 06</a:t>
            </a:r>
          </a:p>
        </p:txBody>
      </p:sp>
      <p:sp>
        <p:nvSpPr>
          <p:cNvPr id="4" name="Slide Number Placeholder 5">
            <a:extLst>
              <a:ext uri="{FF2B5EF4-FFF2-40B4-BE49-F238E27FC236}">
                <a16:creationId xmlns:a16="http://schemas.microsoft.com/office/drawing/2014/main" id="{A1B59311-C109-90D5-373E-703450BE4378}"/>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spTree>
    <p:extLst>
      <p:ext uri="{BB962C8B-B14F-4D97-AF65-F5344CB8AC3E}">
        <p14:creationId xmlns:p14="http://schemas.microsoft.com/office/powerpoint/2010/main" val="183205016"/>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Image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6" name="Content Placeholder 2">
            <a:extLst>
              <a:ext uri="{FF2B5EF4-FFF2-40B4-BE49-F238E27FC236}">
                <a16:creationId xmlns:a16="http://schemas.microsoft.com/office/drawing/2014/main" id="{2BCEDC2E-0B96-BB68-C6CE-4DEBC490BB97}"/>
              </a:ext>
            </a:extLst>
          </p:cNvPr>
          <p:cNvSpPr>
            <a:spLocks noGrp="1"/>
          </p:cNvSpPr>
          <p:nvPr>
            <p:ph idx="12" hasCustomPrompt="1"/>
          </p:nvPr>
        </p:nvSpPr>
        <p:spPr>
          <a:xfrm>
            <a:off x="3126104" y="1446213"/>
            <a:ext cx="8640446" cy="4630737"/>
          </a:xfrm>
        </p:spPr>
        <p:txBody>
          <a:bodyPr lIns="137160" tIns="91440" rIns="91440" bIns="45720"/>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a:t>Level 01</a:t>
            </a:r>
          </a:p>
          <a:p>
            <a:pPr lvl="1"/>
            <a:r>
              <a:rPr lang="en-US"/>
              <a:t>Level 02</a:t>
            </a:r>
          </a:p>
          <a:p>
            <a:pPr lvl="2"/>
            <a:r>
              <a:rPr lang="en-US"/>
              <a:t>Level 03</a:t>
            </a:r>
          </a:p>
          <a:p>
            <a:pPr lvl="3"/>
            <a:r>
              <a:rPr lang="en-US"/>
              <a:t>Level 04</a:t>
            </a:r>
          </a:p>
          <a:p>
            <a:pPr lvl="4"/>
            <a:r>
              <a:rPr lang="en-US"/>
              <a:t>Level 05</a:t>
            </a:r>
          </a:p>
          <a:p>
            <a:pPr lvl="5"/>
            <a:r>
              <a:rPr lang="en-US"/>
              <a:t>Level 06</a:t>
            </a:r>
          </a:p>
        </p:txBody>
      </p:sp>
      <p:sp>
        <p:nvSpPr>
          <p:cNvPr id="5" name="Slide Number Placeholder 5">
            <a:extLst>
              <a:ext uri="{FF2B5EF4-FFF2-40B4-BE49-F238E27FC236}">
                <a16:creationId xmlns:a16="http://schemas.microsoft.com/office/drawing/2014/main" id="{2816F5F7-DC15-93E3-03C3-BC68295C29D3}"/>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sp>
        <p:nvSpPr>
          <p:cNvPr id="4" name="Picture Placeholder 3">
            <a:extLst>
              <a:ext uri="{FF2B5EF4-FFF2-40B4-BE49-F238E27FC236}">
                <a16:creationId xmlns:a16="http://schemas.microsoft.com/office/drawing/2014/main" id="{78F88F08-9355-72DC-FA2D-5379EE038153}"/>
              </a:ext>
              <a:ext uri="{C183D7F6-B498-43B3-948B-1728B52AA6E4}">
                <adec:decorative xmlns:adec="http://schemas.microsoft.com/office/drawing/2017/decorative" val="1"/>
              </a:ext>
            </a:extLst>
          </p:cNvPr>
          <p:cNvSpPr>
            <a:spLocks noGrp="1"/>
          </p:cNvSpPr>
          <p:nvPr>
            <p:ph type="pic" sz="quarter" idx="21"/>
          </p:nvPr>
        </p:nvSpPr>
        <p:spPr>
          <a:xfrm>
            <a:off x="428624" y="1446213"/>
            <a:ext cx="2697480" cy="4630737"/>
          </a:xfrm>
        </p:spPr>
        <p:txBody>
          <a:bodyPr anchor="ctr"/>
          <a:lstStyle>
            <a:lvl1pPr marL="0" indent="0" algn="ctr">
              <a:buNone/>
              <a:defRPr sz="1600"/>
            </a:lvl1pPr>
          </a:lstStyle>
          <a:p>
            <a:r>
              <a:rPr lang="fr-FR"/>
              <a:t>Cliquez sur l'icône pour ajouter une image</a:t>
            </a:r>
            <a:endParaRPr lang="en-US"/>
          </a:p>
        </p:txBody>
      </p:sp>
    </p:spTree>
    <p:extLst>
      <p:ext uri="{BB962C8B-B14F-4D97-AF65-F5344CB8AC3E}">
        <p14:creationId xmlns:p14="http://schemas.microsoft.com/office/powerpoint/2010/main" val="3082984164"/>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hree icons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3" name="Text Placeholder 11">
            <a:extLst>
              <a:ext uri="{FF2B5EF4-FFF2-40B4-BE49-F238E27FC236}">
                <a16:creationId xmlns:a16="http://schemas.microsoft.com/office/drawing/2014/main" id="{925B4298-4DFC-5A17-A61C-10AF6A947FE7}"/>
              </a:ext>
            </a:extLst>
          </p:cNvPr>
          <p:cNvSpPr>
            <a:spLocks noGrp="1"/>
          </p:cNvSpPr>
          <p:nvPr>
            <p:ph type="body" sz="quarter" idx="13" hasCustomPrompt="1"/>
          </p:nvPr>
        </p:nvSpPr>
        <p:spPr>
          <a:xfrm>
            <a:off x="1801504" y="1469073"/>
            <a:ext cx="9965046" cy="1417320"/>
          </a:xfrm>
        </p:spPr>
        <p:txBody>
          <a:bodyPr lIns="0" tIns="45720" rIns="0" bIns="45720" anchor="ctr"/>
          <a:lstStyle>
            <a:lvl1pPr marL="0" indent="0">
              <a:spcAft>
                <a:spcPts val="200"/>
              </a:spcAft>
              <a:buNone/>
              <a:defRPr sz="1600">
                <a:solidFill>
                  <a:schemeClr val="accent1"/>
                </a:solidFill>
                <a:latin typeface="+mj-lt"/>
              </a:defRPr>
            </a:lvl1pPr>
            <a:lvl2pPr marL="182880" indent="-182880">
              <a:spcAft>
                <a:spcPts val="200"/>
              </a:spcAft>
              <a:defRPr sz="1400"/>
            </a:lvl2pPr>
            <a:lvl3pPr>
              <a:defRPr sz="1400"/>
            </a:lvl3pPr>
            <a:lvl4pPr>
              <a:defRPr sz="1400"/>
            </a:lvl4pPr>
          </a:lstStyle>
          <a:p>
            <a:pPr lvl="0"/>
            <a:r>
              <a:rPr lang="en-US"/>
              <a:t>Heading</a:t>
            </a:r>
          </a:p>
          <a:p>
            <a:pPr lvl="1"/>
            <a:r>
              <a:rPr lang="en-US"/>
              <a:t>Body text</a:t>
            </a:r>
          </a:p>
        </p:txBody>
      </p:sp>
      <p:sp>
        <p:nvSpPr>
          <p:cNvPr id="5" name="Text Placeholder 11">
            <a:extLst>
              <a:ext uri="{FF2B5EF4-FFF2-40B4-BE49-F238E27FC236}">
                <a16:creationId xmlns:a16="http://schemas.microsoft.com/office/drawing/2014/main" id="{A1AB26F9-0173-EB8B-A0B2-71203D4C68A5}"/>
              </a:ext>
            </a:extLst>
          </p:cNvPr>
          <p:cNvSpPr>
            <a:spLocks noGrp="1"/>
          </p:cNvSpPr>
          <p:nvPr>
            <p:ph type="body" sz="quarter" idx="23" hasCustomPrompt="1"/>
          </p:nvPr>
        </p:nvSpPr>
        <p:spPr>
          <a:xfrm>
            <a:off x="1801504" y="3064352"/>
            <a:ext cx="9965046" cy="1417320"/>
          </a:xfrm>
        </p:spPr>
        <p:txBody>
          <a:bodyPr lIns="0" tIns="45720" rIns="0" bIns="45720" anchor="ctr"/>
          <a:lstStyle>
            <a:lvl1pPr marL="0" indent="0">
              <a:spcAft>
                <a:spcPts val="200"/>
              </a:spcAft>
              <a:buNone/>
              <a:defRPr sz="1600">
                <a:solidFill>
                  <a:schemeClr val="accent3"/>
                </a:solidFill>
                <a:latin typeface="+mj-lt"/>
              </a:defRPr>
            </a:lvl1pPr>
            <a:lvl2pPr marL="182880" indent="-182880">
              <a:spcAft>
                <a:spcPts val="200"/>
              </a:spcAft>
              <a:defRPr sz="1400"/>
            </a:lvl2pPr>
            <a:lvl3pPr>
              <a:defRPr sz="1400"/>
            </a:lvl3pPr>
            <a:lvl4pPr>
              <a:defRPr sz="1400"/>
            </a:lvl4pPr>
          </a:lstStyle>
          <a:p>
            <a:pPr lvl="0"/>
            <a:r>
              <a:rPr lang="en-US"/>
              <a:t>Heading</a:t>
            </a:r>
          </a:p>
          <a:p>
            <a:pPr lvl="1"/>
            <a:r>
              <a:rPr lang="en-US"/>
              <a:t>Body text</a:t>
            </a:r>
          </a:p>
        </p:txBody>
      </p:sp>
      <p:sp>
        <p:nvSpPr>
          <p:cNvPr id="6" name="Text Placeholder 11">
            <a:extLst>
              <a:ext uri="{FF2B5EF4-FFF2-40B4-BE49-F238E27FC236}">
                <a16:creationId xmlns:a16="http://schemas.microsoft.com/office/drawing/2014/main" id="{C5BC671B-E3BA-C641-C295-075806A97A8B}"/>
              </a:ext>
            </a:extLst>
          </p:cNvPr>
          <p:cNvSpPr>
            <a:spLocks noGrp="1"/>
          </p:cNvSpPr>
          <p:nvPr>
            <p:ph type="body" sz="quarter" idx="24" hasCustomPrompt="1"/>
          </p:nvPr>
        </p:nvSpPr>
        <p:spPr>
          <a:xfrm>
            <a:off x="1801504" y="4659630"/>
            <a:ext cx="9965046" cy="1417320"/>
          </a:xfrm>
        </p:spPr>
        <p:txBody>
          <a:bodyPr lIns="0" tIns="45720" rIns="0" bIns="45720" anchor="ctr"/>
          <a:lstStyle>
            <a:lvl1pPr marL="0" indent="0">
              <a:spcAft>
                <a:spcPts val="200"/>
              </a:spcAft>
              <a:buNone/>
              <a:defRPr sz="1600">
                <a:solidFill>
                  <a:schemeClr val="accent5"/>
                </a:solidFill>
                <a:latin typeface="+mj-lt"/>
              </a:defRPr>
            </a:lvl1pPr>
            <a:lvl2pPr marL="182880" indent="-182880">
              <a:spcAft>
                <a:spcPts val="200"/>
              </a:spcAft>
              <a:defRPr sz="1400"/>
            </a:lvl2pPr>
            <a:lvl3pPr>
              <a:defRPr sz="1400"/>
            </a:lvl3pPr>
            <a:lvl4pPr>
              <a:defRPr sz="1400"/>
            </a:lvl4pPr>
          </a:lstStyle>
          <a:p>
            <a:pPr lvl="0"/>
            <a:r>
              <a:rPr lang="en-US"/>
              <a:t>Heading</a:t>
            </a:r>
          </a:p>
          <a:p>
            <a:pPr lvl="1"/>
            <a:r>
              <a:rPr lang="en-US"/>
              <a:t>Body text</a:t>
            </a:r>
          </a:p>
        </p:txBody>
      </p:sp>
      <p:sp>
        <p:nvSpPr>
          <p:cNvPr id="9" name="Slide Number Placeholder 5">
            <a:extLst>
              <a:ext uri="{FF2B5EF4-FFF2-40B4-BE49-F238E27FC236}">
                <a16:creationId xmlns:a16="http://schemas.microsoft.com/office/drawing/2014/main" id="{B8D7EE73-BD0F-1407-31F4-45DE38083EAE}"/>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grpSp>
        <p:nvGrpSpPr>
          <p:cNvPr id="11" name="Group 10">
            <a:extLst>
              <a:ext uri="{FF2B5EF4-FFF2-40B4-BE49-F238E27FC236}">
                <a16:creationId xmlns:a16="http://schemas.microsoft.com/office/drawing/2014/main" id="{055B8971-4A56-8869-5B97-CA90764D9B26}"/>
              </a:ext>
              <a:ext uri="{C183D7F6-B498-43B3-948B-1728B52AA6E4}">
                <adec:decorative xmlns:adec="http://schemas.microsoft.com/office/drawing/2017/decorative" val="1"/>
              </a:ext>
            </a:extLst>
          </p:cNvPr>
          <p:cNvGrpSpPr/>
          <p:nvPr userDrawn="1"/>
        </p:nvGrpSpPr>
        <p:grpSpPr>
          <a:xfrm>
            <a:off x="1799590" y="2975372"/>
            <a:ext cx="9966960" cy="1595279"/>
            <a:chOff x="1799590" y="2975372"/>
            <a:chExt cx="9966960" cy="1595279"/>
          </a:xfrm>
        </p:grpSpPr>
        <p:cxnSp>
          <p:nvCxnSpPr>
            <p:cNvPr id="4" name="Straight Connector 3">
              <a:extLst>
                <a:ext uri="{FF2B5EF4-FFF2-40B4-BE49-F238E27FC236}">
                  <a16:creationId xmlns:a16="http://schemas.microsoft.com/office/drawing/2014/main" id="{B7476357-305F-5973-5369-7AC81D8D5961}"/>
                </a:ext>
              </a:extLst>
            </p:cNvPr>
            <p:cNvCxnSpPr>
              <a:cxnSpLocks/>
            </p:cNvCxnSpPr>
            <p:nvPr userDrawn="1"/>
          </p:nvCxnSpPr>
          <p:spPr>
            <a:xfrm>
              <a:off x="1799590" y="2975372"/>
              <a:ext cx="9966960"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FD72055C-7159-2B40-7017-C8F627D20E68}"/>
                </a:ext>
              </a:extLst>
            </p:cNvPr>
            <p:cNvCxnSpPr>
              <a:cxnSpLocks/>
            </p:cNvCxnSpPr>
            <p:nvPr userDrawn="1"/>
          </p:nvCxnSpPr>
          <p:spPr>
            <a:xfrm>
              <a:off x="1799590" y="4570651"/>
              <a:ext cx="9966960"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sp>
        <p:nvSpPr>
          <p:cNvPr id="10" name="Picture Placeholder 9">
            <a:extLst>
              <a:ext uri="{FF2B5EF4-FFF2-40B4-BE49-F238E27FC236}">
                <a16:creationId xmlns:a16="http://schemas.microsoft.com/office/drawing/2014/main" id="{7B65EF11-27C6-3489-DD6F-30BE392A095F}"/>
              </a:ext>
              <a:ext uri="{C183D7F6-B498-43B3-948B-1728B52AA6E4}">
                <adec:decorative xmlns:adec="http://schemas.microsoft.com/office/drawing/2017/decorative" val="1"/>
              </a:ext>
            </a:extLst>
          </p:cNvPr>
          <p:cNvSpPr>
            <a:spLocks noGrp="1" noChangeAspect="1"/>
          </p:cNvSpPr>
          <p:nvPr>
            <p:ph type="pic" sz="quarter" idx="20" hasCustomPrompt="1"/>
          </p:nvPr>
        </p:nvSpPr>
        <p:spPr>
          <a:xfrm>
            <a:off x="425450" y="1583373"/>
            <a:ext cx="1188720" cy="1188720"/>
          </a:xfrm>
          <a:prstGeom prst="rect">
            <a:avLst/>
          </a:prstGeom>
        </p:spPr>
        <p:txBody>
          <a:bodyPr anchor="ctr"/>
          <a:lstStyle>
            <a:lvl1pPr marL="0" indent="0" algn="ctr">
              <a:buNone/>
              <a:defRPr sz="1200"/>
            </a:lvl1pPr>
          </a:lstStyle>
          <a:p>
            <a:r>
              <a:rPr lang="en-US"/>
              <a:t>Click here to add icon</a:t>
            </a:r>
          </a:p>
        </p:txBody>
      </p:sp>
      <p:sp>
        <p:nvSpPr>
          <p:cNvPr id="14" name="Picture Placeholder 9">
            <a:extLst>
              <a:ext uri="{FF2B5EF4-FFF2-40B4-BE49-F238E27FC236}">
                <a16:creationId xmlns:a16="http://schemas.microsoft.com/office/drawing/2014/main" id="{34FDC33C-83ED-0DED-F0E9-23BB9B01EA18}"/>
              </a:ext>
              <a:ext uri="{C183D7F6-B498-43B3-948B-1728B52AA6E4}">
                <adec:decorative xmlns:adec="http://schemas.microsoft.com/office/drawing/2017/decorative" val="1"/>
              </a:ext>
            </a:extLst>
          </p:cNvPr>
          <p:cNvSpPr>
            <a:spLocks noGrp="1" noChangeAspect="1"/>
          </p:cNvSpPr>
          <p:nvPr>
            <p:ph type="pic" sz="quarter" idx="21" hasCustomPrompt="1"/>
          </p:nvPr>
        </p:nvSpPr>
        <p:spPr>
          <a:xfrm>
            <a:off x="425450" y="3178652"/>
            <a:ext cx="1188720" cy="1188720"/>
          </a:xfrm>
          <a:prstGeom prst="rect">
            <a:avLst/>
          </a:prstGeom>
        </p:spPr>
        <p:txBody>
          <a:bodyPr anchor="ctr"/>
          <a:lstStyle>
            <a:lvl1pPr marL="0" indent="0" algn="ctr">
              <a:buNone/>
              <a:defRPr sz="1200"/>
            </a:lvl1pPr>
          </a:lstStyle>
          <a:p>
            <a:pPr marL="0" marR="0" lvl="0" indent="0" algn="ctr" defTabSz="914400" rtl="0" eaLnBrk="1" fontAlgn="auto" latinLnBrk="0" hangingPunct="1">
              <a:lnSpc>
                <a:spcPct val="100000"/>
              </a:lnSpc>
              <a:spcBef>
                <a:spcPts val="0"/>
              </a:spcBef>
              <a:spcAft>
                <a:spcPts val="600"/>
              </a:spcAft>
              <a:buClr>
                <a:schemeClr val="accent3"/>
              </a:buClr>
              <a:buSzTx/>
              <a:buFont typeface="Arial" panose="020B0604020202020204" pitchFamily="34" charset="0"/>
              <a:buNone/>
              <a:tabLst/>
              <a:defRPr/>
            </a:pPr>
            <a:r>
              <a:rPr lang="en-US"/>
              <a:t>Click here to add icon</a:t>
            </a:r>
          </a:p>
        </p:txBody>
      </p:sp>
      <p:sp>
        <p:nvSpPr>
          <p:cNvPr id="15" name="Picture Placeholder 9">
            <a:extLst>
              <a:ext uri="{FF2B5EF4-FFF2-40B4-BE49-F238E27FC236}">
                <a16:creationId xmlns:a16="http://schemas.microsoft.com/office/drawing/2014/main" id="{C01BBE2D-9FF8-C873-8A2E-50CE50A2A903}"/>
              </a:ext>
              <a:ext uri="{C183D7F6-B498-43B3-948B-1728B52AA6E4}">
                <adec:decorative xmlns:adec="http://schemas.microsoft.com/office/drawing/2017/decorative" val="1"/>
              </a:ext>
            </a:extLst>
          </p:cNvPr>
          <p:cNvSpPr>
            <a:spLocks noGrp="1" noChangeAspect="1"/>
          </p:cNvSpPr>
          <p:nvPr>
            <p:ph type="pic" sz="quarter" idx="22" hasCustomPrompt="1"/>
          </p:nvPr>
        </p:nvSpPr>
        <p:spPr>
          <a:xfrm>
            <a:off x="425450" y="4773930"/>
            <a:ext cx="1188720" cy="1188720"/>
          </a:xfrm>
          <a:prstGeom prst="rect">
            <a:avLst/>
          </a:prstGeom>
        </p:spPr>
        <p:txBody>
          <a:bodyPr anchor="ctr"/>
          <a:lstStyle>
            <a:lvl1pPr marL="0" indent="0" algn="ctr">
              <a:buNone/>
              <a:defRPr sz="1200"/>
            </a:lvl1pPr>
          </a:lstStyle>
          <a:p>
            <a:pPr marL="0" marR="0" lvl="0" indent="0" algn="ctr" defTabSz="914400" rtl="0" eaLnBrk="1" fontAlgn="auto" latinLnBrk="0" hangingPunct="1">
              <a:lnSpc>
                <a:spcPct val="100000"/>
              </a:lnSpc>
              <a:spcBef>
                <a:spcPts val="0"/>
              </a:spcBef>
              <a:spcAft>
                <a:spcPts val="600"/>
              </a:spcAft>
              <a:buClr>
                <a:schemeClr val="accent3"/>
              </a:buClr>
              <a:buSzTx/>
              <a:buFont typeface="Arial" panose="020B0604020202020204" pitchFamily="34" charset="0"/>
              <a:buNone/>
              <a:tabLst/>
              <a:defRPr/>
            </a:pPr>
            <a:r>
              <a:rPr lang="en-US"/>
              <a:t>Click here to add icon</a:t>
            </a:r>
          </a:p>
        </p:txBody>
      </p:sp>
    </p:spTree>
    <p:extLst>
      <p:ext uri="{BB962C8B-B14F-4D97-AF65-F5344CB8AC3E}">
        <p14:creationId xmlns:p14="http://schemas.microsoft.com/office/powerpoint/2010/main" val="3173336152"/>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Eight icons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11" name="Text Placeholder 11">
            <a:extLst>
              <a:ext uri="{FF2B5EF4-FFF2-40B4-BE49-F238E27FC236}">
                <a16:creationId xmlns:a16="http://schemas.microsoft.com/office/drawing/2014/main" id="{AD89EBC5-7786-3168-7F27-AA8125DACF78}"/>
              </a:ext>
            </a:extLst>
          </p:cNvPr>
          <p:cNvSpPr>
            <a:spLocks noGrp="1"/>
          </p:cNvSpPr>
          <p:nvPr>
            <p:ph type="body" sz="quarter" idx="36" hasCustomPrompt="1"/>
          </p:nvPr>
        </p:nvSpPr>
        <p:spPr>
          <a:xfrm>
            <a:off x="1512137" y="1307023"/>
            <a:ext cx="4389120" cy="1005840"/>
          </a:xfrm>
        </p:spPr>
        <p:txBody>
          <a:bodyPr lIns="0" tIns="45720" rIns="0" bIns="45720" anchor="ctr"/>
          <a:lstStyle>
            <a:lvl1pPr marL="0" indent="0">
              <a:spcAft>
                <a:spcPts val="200"/>
              </a:spcAft>
              <a:buNone/>
              <a:defRPr sz="1600">
                <a:solidFill>
                  <a:schemeClr val="accent1"/>
                </a:solidFill>
                <a:latin typeface="+mj-lt"/>
              </a:defRPr>
            </a:lvl1pPr>
            <a:lvl2pPr marL="182880" indent="-182880">
              <a:spcAft>
                <a:spcPts val="200"/>
              </a:spcAft>
              <a:defRPr sz="1400"/>
            </a:lvl2pPr>
            <a:lvl3pPr>
              <a:defRPr sz="1400"/>
            </a:lvl3pPr>
            <a:lvl4pPr>
              <a:defRPr sz="1400"/>
            </a:lvl4pPr>
          </a:lstStyle>
          <a:p>
            <a:pPr lvl="0"/>
            <a:r>
              <a:rPr lang="en-US"/>
              <a:t>Heading</a:t>
            </a:r>
          </a:p>
          <a:p>
            <a:pPr lvl="1"/>
            <a:r>
              <a:rPr lang="en-US"/>
              <a:t>Body text</a:t>
            </a:r>
          </a:p>
        </p:txBody>
      </p:sp>
      <p:sp>
        <p:nvSpPr>
          <p:cNvPr id="15" name="Text Placeholder 11">
            <a:extLst>
              <a:ext uri="{FF2B5EF4-FFF2-40B4-BE49-F238E27FC236}">
                <a16:creationId xmlns:a16="http://schemas.microsoft.com/office/drawing/2014/main" id="{12771577-6DF7-C28B-98C1-13903E641423}"/>
              </a:ext>
            </a:extLst>
          </p:cNvPr>
          <p:cNvSpPr>
            <a:spLocks noGrp="1"/>
          </p:cNvSpPr>
          <p:nvPr>
            <p:ph type="body" sz="quarter" idx="39" hasCustomPrompt="1"/>
          </p:nvPr>
        </p:nvSpPr>
        <p:spPr>
          <a:xfrm>
            <a:off x="1512137" y="2562105"/>
            <a:ext cx="4389120" cy="1005840"/>
          </a:xfrm>
        </p:spPr>
        <p:txBody>
          <a:bodyPr lIns="0" tIns="45720" rIns="0" bIns="45720" anchor="ctr"/>
          <a:lstStyle>
            <a:lvl1pPr marL="0" indent="0">
              <a:spcAft>
                <a:spcPts val="200"/>
              </a:spcAft>
              <a:buNone/>
              <a:defRPr sz="1600">
                <a:solidFill>
                  <a:schemeClr val="accent1"/>
                </a:solidFill>
                <a:latin typeface="+mj-lt"/>
              </a:defRPr>
            </a:lvl1pPr>
            <a:lvl2pPr marL="182880" indent="-182880">
              <a:spcAft>
                <a:spcPts val="200"/>
              </a:spcAft>
              <a:defRPr sz="1400"/>
            </a:lvl2pPr>
            <a:lvl3pPr>
              <a:defRPr sz="1400"/>
            </a:lvl3pPr>
            <a:lvl4pPr>
              <a:defRPr sz="1400"/>
            </a:lvl4pPr>
          </a:lstStyle>
          <a:p>
            <a:pPr lvl="0"/>
            <a:r>
              <a:rPr lang="en-US"/>
              <a:t>Heading</a:t>
            </a:r>
          </a:p>
          <a:p>
            <a:pPr lvl="1"/>
            <a:r>
              <a:rPr lang="en-US"/>
              <a:t>Body text</a:t>
            </a:r>
          </a:p>
        </p:txBody>
      </p:sp>
      <p:sp>
        <p:nvSpPr>
          <p:cNvPr id="13" name="Text Placeholder 11">
            <a:extLst>
              <a:ext uri="{FF2B5EF4-FFF2-40B4-BE49-F238E27FC236}">
                <a16:creationId xmlns:a16="http://schemas.microsoft.com/office/drawing/2014/main" id="{70C21BF9-98CF-2439-2FC3-3163C556C2CB}"/>
              </a:ext>
            </a:extLst>
          </p:cNvPr>
          <p:cNvSpPr>
            <a:spLocks noGrp="1"/>
          </p:cNvSpPr>
          <p:nvPr>
            <p:ph type="body" sz="quarter" idx="38" hasCustomPrompt="1"/>
          </p:nvPr>
        </p:nvSpPr>
        <p:spPr>
          <a:xfrm>
            <a:off x="1512137" y="3817187"/>
            <a:ext cx="4389120" cy="1005840"/>
          </a:xfrm>
        </p:spPr>
        <p:txBody>
          <a:bodyPr lIns="0" tIns="45720" rIns="0" bIns="45720" anchor="ctr"/>
          <a:lstStyle>
            <a:lvl1pPr marL="0" indent="0">
              <a:spcAft>
                <a:spcPts val="200"/>
              </a:spcAft>
              <a:buNone/>
              <a:defRPr sz="1600">
                <a:solidFill>
                  <a:schemeClr val="accent1"/>
                </a:solidFill>
                <a:latin typeface="+mj-lt"/>
              </a:defRPr>
            </a:lvl1pPr>
            <a:lvl2pPr marL="182880" indent="-182880">
              <a:spcAft>
                <a:spcPts val="200"/>
              </a:spcAft>
              <a:defRPr sz="1400"/>
            </a:lvl2pPr>
            <a:lvl3pPr>
              <a:defRPr sz="1400"/>
            </a:lvl3pPr>
            <a:lvl4pPr>
              <a:defRPr sz="1400"/>
            </a:lvl4pPr>
          </a:lstStyle>
          <a:p>
            <a:pPr lvl="0"/>
            <a:r>
              <a:rPr lang="en-US"/>
              <a:t>Heading</a:t>
            </a:r>
          </a:p>
          <a:p>
            <a:pPr lvl="1"/>
            <a:r>
              <a:rPr lang="en-US"/>
              <a:t>Body text</a:t>
            </a:r>
          </a:p>
        </p:txBody>
      </p:sp>
      <p:sp>
        <p:nvSpPr>
          <p:cNvPr id="12" name="Text Placeholder 11">
            <a:extLst>
              <a:ext uri="{FF2B5EF4-FFF2-40B4-BE49-F238E27FC236}">
                <a16:creationId xmlns:a16="http://schemas.microsoft.com/office/drawing/2014/main" id="{8ACBFC19-88E9-647B-456B-987298401E2E}"/>
              </a:ext>
            </a:extLst>
          </p:cNvPr>
          <p:cNvSpPr>
            <a:spLocks noGrp="1"/>
          </p:cNvSpPr>
          <p:nvPr>
            <p:ph type="body" sz="quarter" idx="37" hasCustomPrompt="1"/>
          </p:nvPr>
        </p:nvSpPr>
        <p:spPr>
          <a:xfrm>
            <a:off x="1512137" y="5072270"/>
            <a:ext cx="4389120" cy="1005840"/>
          </a:xfrm>
        </p:spPr>
        <p:txBody>
          <a:bodyPr lIns="0" tIns="45720" rIns="0" bIns="45720" anchor="ctr"/>
          <a:lstStyle>
            <a:lvl1pPr marL="0" indent="0">
              <a:spcAft>
                <a:spcPts val="200"/>
              </a:spcAft>
              <a:buNone/>
              <a:defRPr sz="1600">
                <a:solidFill>
                  <a:schemeClr val="accent1"/>
                </a:solidFill>
                <a:latin typeface="+mj-lt"/>
              </a:defRPr>
            </a:lvl1pPr>
            <a:lvl2pPr marL="182880" indent="-182880">
              <a:spcAft>
                <a:spcPts val="200"/>
              </a:spcAft>
              <a:defRPr sz="1400"/>
            </a:lvl2pPr>
            <a:lvl3pPr>
              <a:defRPr sz="1400"/>
            </a:lvl3pPr>
            <a:lvl4pPr>
              <a:defRPr sz="1400"/>
            </a:lvl4pPr>
          </a:lstStyle>
          <a:p>
            <a:pPr lvl="0"/>
            <a:r>
              <a:rPr lang="en-US"/>
              <a:t>Heading</a:t>
            </a:r>
          </a:p>
          <a:p>
            <a:pPr lvl="1"/>
            <a:r>
              <a:rPr lang="en-US"/>
              <a:t>Body text</a:t>
            </a:r>
          </a:p>
        </p:txBody>
      </p:sp>
      <p:sp>
        <p:nvSpPr>
          <p:cNvPr id="18" name="Text Placeholder 11">
            <a:extLst>
              <a:ext uri="{FF2B5EF4-FFF2-40B4-BE49-F238E27FC236}">
                <a16:creationId xmlns:a16="http://schemas.microsoft.com/office/drawing/2014/main" id="{E7C72D8B-534B-6DE5-0B48-3CB97967D311}"/>
              </a:ext>
            </a:extLst>
          </p:cNvPr>
          <p:cNvSpPr>
            <a:spLocks noGrp="1"/>
          </p:cNvSpPr>
          <p:nvPr>
            <p:ph type="body" sz="quarter" idx="40" hasCustomPrompt="1"/>
          </p:nvPr>
        </p:nvSpPr>
        <p:spPr>
          <a:xfrm>
            <a:off x="7385531" y="1307023"/>
            <a:ext cx="4389120" cy="1005840"/>
          </a:xfrm>
        </p:spPr>
        <p:txBody>
          <a:bodyPr lIns="0" tIns="45720" rIns="0" bIns="45720" anchor="ctr"/>
          <a:lstStyle>
            <a:lvl1pPr marL="0" indent="0">
              <a:spcAft>
                <a:spcPts val="200"/>
              </a:spcAft>
              <a:buNone/>
              <a:defRPr sz="1600">
                <a:solidFill>
                  <a:schemeClr val="accent1"/>
                </a:solidFill>
                <a:latin typeface="+mj-lt"/>
              </a:defRPr>
            </a:lvl1pPr>
            <a:lvl2pPr marL="182880" indent="-182880">
              <a:spcAft>
                <a:spcPts val="200"/>
              </a:spcAft>
              <a:defRPr sz="1400"/>
            </a:lvl2pPr>
            <a:lvl3pPr>
              <a:defRPr sz="1400"/>
            </a:lvl3pPr>
            <a:lvl4pPr>
              <a:defRPr sz="1400"/>
            </a:lvl4pPr>
          </a:lstStyle>
          <a:p>
            <a:pPr lvl="0"/>
            <a:r>
              <a:rPr lang="en-US"/>
              <a:t>Heading</a:t>
            </a:r>
          </a:p>
          <a:p>
            <a:pPr lvl="1"/>
            <a:r>
              <a:rPr lang="en-US"/>
              <a:t>Body text</a:t>
            </a:r>
          </a:p>
        </p:txBody>
      </p:sp>
      <p:sp>
        <p:nvSpPr>
          <p:cNvPr id="19" name="Text Placeholder 11">
            <a:extLst>
              <a:ext uri="{FF2B5EF4-FFF2-40B4-BE49-F238E27FC236}">
                <a16:creationId xmlns:a16="http://schemas.microsoft.com/office/drawing/2014/main" id="{E56446B9-85DF-3D97-4D7B-6A4467036639}"/>
              </a:ext>
            </a:extLst>
          </p:cNvPr>
          <p:cNvSpPr>
            <a:spLocks noGrp="1"/>
          </p:cNvSpPr>
          <p:nvPr>
            <p:ph type="body" sz="quarter" idx="41" hasCustomPrompt="1"/>
          </p:nvPr>
        </p:nvSpPr>
        <p:spPr>
          <a:xfrm>
            <a:off x="7385531" y="2562105"/>
            <a:ext cx="4389120" cy="1005840"/>
          </a:xfrm>
        </p:spPr>
        <p:txBody>
          <a:bodyPr lIns="0" tIns="45720" rIns="0" bIns="45720" anchor="ctr"/>
          <a:lstStyle>
            <a:lvl1pPr marL="0" indent="0">
              <a:spcAft>
                <a:spcPts val="200"/>
              </a:spcAft>
              <a:buNone/>
              <a:defRPr sz="1600">
                <a:solidFill>
                  <a:schemeClr val="accent1"/>
                </a:solidFill>
                <a:latin typeface="+mj-lt"/>
              </a:defRPr>
            </a:lvl1pPr>
            <a:lvl2pPr marL="182880" indent="-182880">
              <a:spcAft>
                <a:spcPts val="200"/>
              </a:spcAft>
              <a:defRPr sz="1400"/>
            </a:lvl2pPr>
            <a:lvl3pPr>
              <a:defRPr sz="1400"/>
            </a:lvl3pPr>
            <a:lvl4pPr>
              <a:defRPr sz="1400"/>
            </a:lvl4pPr>
          </a:lstStyle>
          <a:p>
            <a:pPr lvl="0"/>
            <a:r>
              <a:rPr lang="en-US"/>
              <a:t>Heading</a:t>
            </a:r>
          </a:p>
          <a:p>
            <a:pPr lvl="1"/>
            <a:r>
              <a:rPr lang="en-US"/>
              <a:t>Body text</a:t>
            </a:r>
          </a:p>
        </p:txBody>
      </p:sp>
      <p:sp>
        <p:nvSpPr>
          <p:cNvPr id="32" name="Text Placeholder 11">
            <a:extLst>
              <a:ext uri="{FF2B5EF4-FFF2-40B4-BE49-F238E27FC236}">
                <a16:creationId xmlns:a16="http://schemas.microsoft.com/office/drawing/2014/main" id="{CE2966E9-E5B2-905D-1BF4-C087E4D1BD05}"/>
              </a:ext>
            </a:extLst>
          </p:cNvPr>
          <p:cNvSpPr>
            <a:spLocks noGrp="1"/>
          </p:cNvSpPr>
          <p:nvPr>
            <p:ph type="body" sz="quarter" idx="42" hasCustomPrompt="1"/>
          </p:nvPr>
        </p:nvSpPr>
        <p:spPr>
          <a:xfrm>
            <a:off x="7385531" y="3817187"/>
            <a:ext cx="4389120" cy="1005840"/>
          </a:xfrm>
        </p:spPr>
        <p:txBody>
          <a:bodyPr lIns="0" tIns="45720" rIns="0" bIns="45720" anchor="ctr"/>
          <a:lstStyle>
            <a:lvl1pPr marL="0" indent="0">
              <a:spcAft>
                <a:spcPts val="200"/>
              </a:spcAft>
              <a:buNone/>
              <a:defRPr sz="1600">
                <a:solidFill>
                  <a:schemeClr val="accent1"/>
                </a:solidFill>
                <a:latin typeface="+mj-lt"/>
              </a:defRPr>
            </a:lvl1pPr>
            <a:lvl2pPr marL="182880" indent="-182880">
              <a:spcAft>
                <a:spcPts val="200"/>
              </a:spcAft>
              <a:defRPr sz="1400"/>
            </a:lvl2pPr>
            <a:lvl3pPr>
              <a:defRPr sz="1400"/>
            </a:lvl3pPr>
            <a:lvl4pPr>
              <a:defRPr sz="1400"/>
            </a:lvl4pPr>
          </a:lstStyle>
          <a:p>
            <a:pPr lvl="0"/>
            <a:r>
              <a:rPr lang="en-US"/>
              <a:t>Heading</a:t>
            </a:r>
          </a:p>
          <a:p>
            <a:pPr lvl="1"/>
            <a:r>
              <a:rPr lang="en-US"/>
              <a:t>Body text</a:t>
            </a:r>
          </a:p>
        </p:txBody>
      </p:sp>
      <p:sp>
        <p:nvSpPr>
          <p:cNvPr id="33" name="Text Placeholder 11">
            <a:extLst>
              <a:ext uri="{FF2B5EF4-FFF2-40B4-BE49-F238E27FC236}">
                <a16:creationId xmlns:a16="http://schemas.microsoft.com/office/drawing/2014/main" id="{2291F0A7-9B4B-3796-A3FB-37ECE65A9A89}"/>
              </a:ext>
            </a:extLst>
          </p:cNvPr>
          <p:cNvSpPr>
            <a:spLocks noGrp="1"/>
          </p:cNvSpPr>
          <p:nvPr>
            <p:ph type="body" sz="quarter" idx="43" hasCustomPrompt="1"/>
          </p:nvPr>
        </p:nvSpPr>
        <p:spPr>
          <a:xfrm>
            <a:off x="7385531" y="5072270"/>
            <a:ext cx="4389120" cy="1005840"/>
          </a:xfrm>
        </p:spPr>
        <p:txBody>
          <a:bodyPr lIns="0" tIns="45720" rIns="0" bIns="45720" anchor="ctr"/>
          <a:lstStyle>
            <a:lvl1pPr marL="0" indent="0">
              <a:spcAft>
                <a:spcPts val="200"/>
              </a:spcAft>
              <a:buNone/>
              <a:defRPr sz="1600">
                <a:solidFill>
                  <a:schemeClr val="accent1"/>
                </a:solidFill>
                <a:latin typeface="+mj-lt"/>
              </a:defRPr>
            </a:lvl1pPr>
            <a:lvl2pPr marL="182880" indent="-182880">
              <a:spcAft>
                <a:spcPts val="200"/>
              </a:spcAft>
              <a:defRPr sz="1400"/>
            </a:lvl2pPr>
            <a:lvl3pPr>
              <a:defRPr sz="1400"/>
            </a:lvl3pPr>
            <a:lvl4pPr>
              <a:defRPr sz="1400"/>
            </a:lvl4pPr>
          </a:lstStyle>
          <a:p>
            <a:pPr lvl="0"/>
            <a:r>
              <a:rPr lang="en-US"/>
              <a:t>Heading</a:t>
            </a:r>
          </a:p>
          <a:p>
            <a:pPr lvl="1"/>
            <a:r>
              <a:rPr lang="en-US"/>
              <a:t>Body text</a:t>
            </a:r>
          </a:p>
        </p:txBody>
      </p:sp>
      <p:sp>
        <p:nvSpPr>
          <p:cNvPr id="3" name="Slide Number Placeholder 5">
            <a:extLst>
              <a:ext uri="{FF2B5EF4-FFF2-40B4-BE49-F238E27FC236}">
                <a16:creationId xmlns:a16="http://schemas.microsoft.com/office/drawing/2014/main" id="{88F45AF8-A8C0-A223-DBED-02A7C9E91BFE}"/>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grpSp>
        <p:nvGrpSpPr>
          <p:cNvPr id="4" name="Group 3">
            <a:extLst>
              <a:ext uri="{FF2B5EF4-FFF2-40B4-BE49-F238E27FC236}">
                <a16:creationId xmlns:a16="http://schemas.microsoft.com/office/drawing/2014/main" id="{D4998533-267D-FA29-C957-06907F5AB9F7}"/>
              </a:ext>
              <a:ext uri="{C183D7F6-B498-43B3-948B-1728B52AA6E4}">
                <adec:decorative xmlns:adec="http://schemas.microsoft.com/office/drawing/2017/decorative" val="1"/>
              </a:ext>
            </a:extLst>
          </p:cNvPr>
          <p:cNvGrpSpPr/>
          <p:nvPr userDrawn="1"/>
        </p:nvGrpSpPr>
        <p:grpSpPr>
          <a:xfrm>
            <a:off x="1512137" y="2437484"/>
            <a:ext cx="10262514" cy="2510164"/>
            <a:chOff x="1512137" y="2437484"/>
            <a:chExt cx="10262514" cy="2510164"/>
          </a:xfrm>
        </p:grpSpPr>
        <p:cxnSp>
          <p:nvCxnSpPr>
            <p:cNvPr id="6" name="Straight Connector 5">
              <a:extLst>
                <a:ext uri="{FF2B5EF4-FFF2-40B4-BE49-F238E27FC236}">
                  <a16:creationId xmlns:a16="http://schemas.microsoft.com/office/drawing/2014/main" id="{3C5E0B42-4FAD-B122-9855-574B2EA9EF99}"/>
                </a:ext>
              </a:extLst>
            </p:cNvPr>
            <p:cNvCxnSpPr>
              <a:cxnSpLocks/>
            </p:cNvCxnSpPr>
            <p:nvPr userDrawn="1"/>
          </p:nvCxnSpPr>
          <p:spPr>
            <a:xfrm>
              <a:off x="1512137" y="2437484"/>
              <a:ext cx="4389120"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8B11C842-3283-E596-DE19-3297AED53101}"/>
                </a:ext>
              </a:extLst>
            </p:cNvPr>
            <p:cNvCxnSpPr>
              <a:cxnSpLocks/>
            </p:cNvCxnSpPr>
            <p:nvPr userDrawn="1"/>
          </p:nvCxnSpPr>
          <p:spPr>
            <a:xfrm>
              <a:off x="1512137" y="3692566"/>
              <a:ext cx="4389120"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21378A91-CE46-5522-9C0B-EA8A8EEE264C}"/>
                </a:ext>
              </a:extLst>
            </p:cNvPr>
            <p:cNvCxnSpPr>
              <a:cxnSpLocks/>
            </p:cNvCxnSpPr>
            <p:nvPr userDrawn="1"/>
          </p:nvCxnSpPr>
          <p:spPr>
            <a:xfrm>
              <a:off x="1512137" y="4947648"/>
              <a:ext cx="4389120"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4455D23A-01AB-588F-517A-144079958FC2}"/>
                </a:ext>
              </a:extLst>
            </p:cNvPr>
            <p:cNvCxnSpPr>
              <a:cxnSpLocks/>
            </p:cNvCxnSpPr>
            <p:nvPr userDrawn="1"/>
          </p:nvCxnSpPr>
          <p:spPr>
            <a:xfrm>
              <a:off x="7385531" y="2437484"/>
              <a:ext cx="4389120"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326F57-826B-3ACC-E1E9-43A337E58CE7}"/>
                </a:ext>
              </a:extLst>
            </p:cNvPr>
            <p:cNvCxnSpPr>
              <a:cxnSpLocks/>
            </p:cNvCxnSpPr>
            <p:nvPr userDrawn="1"/>
          </p:nvCxnSpPr>
          <p:spPr>
            <a:xfrm>
              <a:off x="7385531" y="3692566"/>
              <a:ext cx="4389120"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19BA8E10-C301-B50F-BA49-15050943AAD9}"/>
                </a:ext>
              </a:extLst>
            </p:cNvPr>
            <p:cNvCxnSpPr>
              <a:cxnSpLocks/>
            </p:cNvCxnSpPr>
            <p:nvPr userDrawn="1"/>
          </p:nvCxnSpPr>
          <p:spPr>
            <a:xfrm>
              <a:off x="7385531" y="4947648"/>
              <a:ext cx="4389120"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sp>
        <p:nvSpPr>
          <p:cNvPr id="24" name="Picture Placeholder 9">
            <a:extLst>
              <a:ext uri="{FF2B5EF4-FFF2-40B4-BE49-F238E27FC236}">
                <a16:creationId xmlns:a16="http://schemas.microsoft.com/office/drawing/2014/main" id="{B43F4B7B-2CB6-3C5D-41D4-F0733252324A}"/>
              </a:ext>
              <a:ext uri="{C183D7F6-B498-43B3-948B-1728B52AA6E4}">
                <adec:decorative xmlns:adec="http://schemas.microsoft.com/office/drawing/2017/decorative" val="1"/>
              </a:ext>
            </a:extLst>
          </p:cNvPr>
          <p:cNvSpPr>
            <a:spLocks noGrp="1" noChangeAspect="1"/>
          </p:cNvSpPr>
          <p:nvPr>
            <p:ph type="pic" sz="quarter" idx="28" hasCustomPrompt="1"/>
          </p:nvPr>
        </p:nvSpPr>
        <p:spPr>
          <a:xfrm>
            <a:off x="425450" y="1352743"/>
            <a:ext cx="914400" cy="914400"/>
          </a:xfrm>
          <a:prstGeom prst="rect">
            <a:avLst/>
          </a:prstGeom>
        </p:spPr>
        <p:txBody>
          <a:bodyPr anchor="ctr"/>
          <a:lstStyle>
            <a:lvl1pPr marL="0" indent="0" algn="ctr">
              <a:buNone/>
              <a:defRPr sz="1200"/>
            </a:lvl1pPr>
          </a:lstStyle>
          <a:p>
            <a:r>
              <a:rPr lang="en-US"/>
              <a:t>Click here to add icon</a:t>
            </a:r>
          </a:p>
        </p:txBody>
      </p:sp>
      <p:sp>
        <p:nvSpPr>
          <p:cNvPr id="26" name="Picture Placeholder 9">
            <a:extLst>
              <a:ext uri="{FF2B5EF4-FFF2-40B4-BE49-F238E27FC236}">
                <a16:creationId xmlns:a16="http://schemas.microsoft.com/office/drawing/2014/main" id="{EB7D8D35-559F-0ECB-0A77-87FEE0425347}"/>
              </a:ext>
              <a:ext uri="{C183D7F6-B498-43B3-948B-1728B52AA6E4}">
                <adec:decorative xmlns:adec="http://schemas.microsoft.com/office/drawing/2017/decorative" val="1"/>
              </a:ext>
            </a:extLst>
          </p:cNvPr>
          <p:cNvSpPr>
            <a:spLocks noGrp="1" noChangeAspect="1"/>
          </p:cNvSpPr>
          <p:nvPr>
            <p:ph type="pic" sz="quarter" idx="30" hasCustomPrompt="1"/>
          </p:nvPr>
        </p:nvSpPr>
        <p:spPr>
          <a:xfrm>
            <a:off x="425450" y="2607825"/>
            <a:ext cx="914400" cy="914400"/>
          </a:xfrm>
          <a:prstGeom prst="rect">
            <a:avLst/>
          </a:prstGeom>
        </p:spPr>
        <p:txBody>
          <a:bodyPr anchor="ctr"/>
          <a:lstStyle>
            <a:lvl1pPr marL="0" indent="0" algn="ctr">
              <a:buNone/>
              <a:defRPr sz="1200"/>
            </a:lvl1pPr>
          </a:lstStyle>
          <a:p>
            <a:r>
              <a:rPr lang="en-US"/>
              <a:t>Click here to add icon</a:t>
            </a:r>
          </a:p>
        </p:txBody>
      </p:sp>
      <p:sp>
        <p:nvSpPr>
          <p:cNvPr id="28" name="Picture Placeholder 9">
            <a:extLst>
              <a:ext uri="{FF2B5EF4-FFF2-40B4-BE49-F238E27FC236}">
                <a16:creationId xmlns:a16="http://schemas.microsoft.com/office/drawing/2014/main" id="{0815622D-F593-5765-4DE3-9C3B3DA20081}"/>
              </a:ext>
              <a:ext uri="{C183D7F6-B498-43B3-948B-1728B52AA6E4}">
                <adec:decorative xmlns:adec="http://schemas.microsoft.com/office/drawing/2017/decorative" val="1"/>
              </a:ext>
            </a:extLst>
          </p:cNvPr>
          <p:cNvSpPr>
            <a:spLocks noGrp="1" noChangeAspect="1"/>
          </p:cNvSpPr>
          <p:nvPr>
            <p:ph type="pic" sz="quarter" idx="32" hasCustomPrompt="1"/>
          </p:nvPr>
        </p:nvSpPr>
        <p:spPr>
          <a:xfrm>
            <a:off x="425450" y="3862907"/>
            <a:ext cx="914400" cy="914400"/>
          </a:xfrm>
          <a:prstGeom prst="rect">
            <a:avLst/>
          </a:prstGeom>
        </p:spPr>
        <p:txBody>
          <a:bodyPr anchor="ctr"/>
          <a:lstStyle>
            <a:lvl1pPr marL="0" indent="0" algn="ctr">
              <a:buNone/>
              <a:defRPr sz="1200"/>
            </a:lvl1pPr>
          </a:lstStyle>
          <a:p>
            <a:r>
              <a:rPr lang="en-US"/>
              <a:t>Click here to add icon</a:t>
            </a:r>
          </a:p>
        </p:txBody>
      </p:sp>
      <p:sp>
        <p:nvSpPr>
          <p:cNvPr id="30" name="Picture Placeholder 9">
            <a:extLst>
              <a:ext uri="{FF2B5EF4-FFF2-40B4-BE49-F238E27FC236}">
                <a16:creationId xmlns:a16="http://schemas.microsoft.com/office/drawing/2014/main" id="{B1B97117-9F24-6123-995B-5C808A68E78F}"/>
              </a:ext>
              <a:ext uri="{C183D7F6-B498-43B3-948B-1728B52AA6E4}">
                <adec:decorative xmlns:adec="http://schemas.microsoft.com/office/drawing/2017/decorative" val="1"/>
              </a:ext>
            </a:extLst>
          </p:cNvPr>
          <p:cNvSpPr>
            <a:spLocks noGrp="1" noChangeAspect="1"/>
          </p:cNvSpPr>
          <p:nvPr>
            <p:ph type="pic" sz="quarter" idx="34" hasCustomPrompt="1"/>
          </p:nvPr>
        </p:nvSpPr>
        <p:spPr>
          <a:xfrm>
            <a:off x="425450" y="5117990"/>
            <a:ext cx="914400" cy="914400"/>
          </a:xfrm>
          <a:prstGeom prst="rect">
            <a:avLst/>
          </a:prstGeom>
        </p:spPr>
        <p:txBody>
          <a:bodyPr anchor="ctr"/>
          <a:lstStyle>
            <a:lvl1pPr marL="0" indent="0" algn="ctr">
              <a:buNone/>
              <a:defRPr sz="1200"/>
            </a:lvl1pPr>
          </a:lstStyle>
          <a:p>
            <a:r>
              <a:rPr lang="en-US"/>
              <a:t>Click here to add icon</a:t>
            </a:r>
          </a:p>
        </p:txBody>
      </p:sp>
      <p:sp>
        <p:nvSpPr>
          <p:cNvPr id="25" name="Picture Placeholder 9">
            <a:extLst>
              <a:ext uri="{FF2B5EF4-FFF2-40B4-BE49-F238E27FC236}">
                <a16:creationId xmlns:a16="http://schemas.microsoft.com/office/drawing/2014/main" id="{0D74B06B-61ED-CEFB-E3B3-9FC646969EA4}"/>
              </a:ext>
              <a:ext uri="{C183D7F6-B498-43B3-948B-1728B52AA6E4}">
                <adec:decorative xmlns:adec="http://schemas.microsoft.com/office/drawing/2017/decorative" val="1"/>
              </a:ext>
            </a:extLst>
          </p:cNvPr>
          <p:cNvSpPr>
            <a:spLocks noGrp="1" noChangeAspect="1"/>
          </p:cNvSpPr>
          <p:nvPr>
            <p:ph type="pic" sz="quarter" idx="29" hasCustomPrompt="1"/>
          </p:nvPr>
        </p:nvSpPr>
        <p:spPr>
          <a:xfrm>
            <a:off x="6305389" y="1352743"/>
            <a:ext cx="914400" cy="914400"/>
          </a:xfrm>
          <a:prstGeom prst="rect">
            <a:avLst/>
          </a:prstGeom>
        </p:spPr>
        <p:txBody>
          <a:bodyPr anchor="ctr"/>
          <a:lstStyle>
            <a:lvl1pPr marL="0" indent="0" algn="ctr">
              <a:buNone/>
              <a:defRPr sz="1200"/>
            </a:lvl1pPr>
          </a:lstStyle>
          <a:p>
            <a:r>
              <a:rPr lang="en-US"/>
              <a:t>Click here to add icon</a:t>
            </a:r>
          </a:p>
        </p:txBody>
      </p:sp>
      <p:sp>
        <p:nvSpPr>
          <p:cNvPr id="27" name="Picture Placeholder 9">
            <a:extLst>
              <a:ext uri="{FF2B5EF4-FFF2-40B4-BE49-F238E27FC236}">
                <a16:creationId xmlns:a16="http://schemas.microsoft.com/office/drawing/2014/main" id="{C8F1CBD6-68D2-0E56-C57A-4BB197422862}"/>
              </a:ext>
              <a:ext uri="{C183D7F6-B498-43B3-948B-1728B52AA6E4}">
                <adec:decorative xmlns:adec="http://schemas.microsoft.com/office/drawing/2017/decorative" val="1"/>
              </a:ext>
            </a:extLst>
          </p:cNvPr>
          <p:cNvSpPr>
            <a:spLocks noGrp="1" noChangeAspect="1"/>
          </p:cNvSpPr>
          <p:nvPr>
            <p:ph type="pic" sz="quarter" idx="31" hasCustomPrompt="1"/>
          </p:nvPr>
        </p:nvSpPr>
        <p:spPr>
          <a:xfrm>
            <a:off x="6305389" y="2607825"/>
            <a:ext cx="914400" cy="914400"/>
          </a:xfrm>
          <a:prstGeom prst="rect">
            <a:avLst/>
          </a:prstGeom>
        </p:spPr>
        <p:txBody>
          <a:bodyPr anchor="ctr"/>
          <a:lstStyle>
            <a:lvl1pPr marL="0" indent="0" algn="ctr">
              <a:buNone/>
              <a:defRPr sz="1200"/>
            </a:lvl1pPr>
          </a:lstStyle>
          <a:p>
            <a:r>
              <a:rPr lang="en-US"/>
              <a:t>Click here to add icon</a:t>
            </a:r>
          </a:p>
        </p:txBody>
      </p:sp>
      <p:sp>
        <p:nvSpPr>
          <p:cNvPr id="29" name="Picture Placeholder 9">
            <a:extLst>
              <a:ext uri="{FF2B5EF4-FFF2-40B4-BE49-F238E27FC236}">
                <a16:creationId xmlns:a16="http://schemas.microsoft.com/office/drawing/2014/main" id="{8A4B5D9B-DD42-E12C-B8B1-D148773ADFC2}"/>
              </a:ext>
              <a:ext uri="{C183D7F6-B498-43B3-948B-1728B52AA6E4}">
                <adec:decorative xmlns:adec="http://schemas.microsoft.com/office/drawing/2017/decorative" val="1"/>
              </a:ext>
            </a:extLst>
          </p:cNvPr>
          <p:cNvSpPr>
            <a:spLocks noGrp="1" noChangeAspect="1"/>
          </p:cNvSpPr>
          <p:nvPr>
            <p:ph type="pic" sz="quarter" idx="33" hasCustomPrompt="1"/>
          </p:nvPr>
        </p:nvSpPr>
        <p:spPr>
          <a:xfrm>
            <a:off x="6305389" y="3862907"/>
            <a:ext cx="914400" cy="914400"/>
          </a:xfrm>
          <a:prstGeom prst="rect">
            <a:avLst/>
          </a:prstGeom>
        </p:spPr>
        <p:txBody>
          <a:bodyPr anchor="ctr"/>
          <a:lstStyle>
            <a:lvl1pPr marL="0" indent="0" algn="ctr">
              <a:buNone/>
              <a:defRPr sz="1200"/>
            </a:lvl1pPr>
          </a:lstStyle>
          <a:p>
            <a:r>
              <a:rPr lang="en-US"/>
              <a:t>Click here to add icon</a:t>
            </a:r>
          </a:p>
        </p:txBody>
      </p:sp>
      <p:sp>
        <p:nvSpPr>
          <p:cNvPr id="31" name="Picture Placeholder 9">
            <a:extLst>
              <a:ext uri="{FF2B5EF4-FFF2-40B4-BE49-F238E27FC236}">
                <a16:creationId xmlns:a16="http://schemas.microsoft.com/office/drawing/2014/main" id="{4FE3643B-04DC-9C04-EC21-6FC260035471}"/>
              </a:ext>
              <a:ext uri="{C183D7F6-B498-43B3-948B-1728B52AA6E4}">
                <adec:decorative xmlns:adec="http://schemas.microsoft.com/office/drawing/2017/decorative" val="1"/>
              </a:ext>
            </a:extLst>
          </p:cNvPr>
          <p:cNvSpPr>
            <a:spLocks noGrp="1" noChangeAspect="1"/>
          </p:cNvSpPr>
          <p:nvPr>
            <p:ph type="pic" sz="quarter" idx="35" hasCustomPrompt="1"/>
          </p:nvPr>
        </p:nvSpPr>
        <p:spPr>
          <a:xfrm>
            <a:off x="6305389" y="5117990"/>
            <a:ext cx="914400" cy="914400"/>
          </a:xfrm>
          <a:prstGeom prst="rect">
            <a:avLst/>
          </a:prstGeom>
        </p:spPr>
        <p:txBody>
          <a:bodyPr anchor="ctr"/>
          <a:lstStyle>
            <a:lvl1pPr marL="0" indent="0" algn="ctr">
              <a:buNone/>
              <a:defRPr sz="1200"/>
            </a:lvl1pPr>
          </a:lstStyle>
          <a:p>
            <a:r>
              <a:rPr lang="en-US"/>
              <a:t>Click here to add icon</a:t>
            </a:r>
          </a:p>
        </p:txBody>
      </p:sp>
    </p:spTree>
    <p:extLst>
      <p:ext uri="{BB962C8B-B14F-4D97-AF65-F5344CB8AC3E}">
        <p14:creationId xmlns:p14="http://schemas.microsoft.com/office/powerpoint/2010/main" val="1664907130"/>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Four circle text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11" name="Text Placeholder 11">
            <a:extLst>
              <a:ext uri="{FF2B5EF4-FFF2-40B4-BE49-F238E27FC236}">
                <a16:creationId xmlns:a16="http://schemas.microsoft.com/office/drawing/2014/main" id="{A89770E9-16F2-7FFA-DCB8-9440D4376679}"/>
              </a:ext>
            </a:extLst>
          </p:cNvPr>
          <p:cNvSpPr>
            <a:spLocks noGrp="1" noChangeAspect="1"/>
          </p:cNvSpPr>
          <p:nvPr>
            <p:ph type="body" sz="quarter" idx="14" hasCustomPrompt="1"/>
          </p:nvPr>
        </p:nvSpPr>
        <p:spPr>
          <a:xfrm>
            <a:off x="425450" y="1446213"/>
            <a:ext cx="1051560" cy="1051560"/>
          </a:xfrm>
          <a:prstGeom prst="ellipse">
            <a:avLst/>
          </a:prstGeom>
          <a:solidFill>
            <a:schemeClr val="accent1"/>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a:t>Text only</a:t>
            </a:r>
            <a:endParaRPr lang="en-US"/>
          </a:p>
        </p:txBody>
      </p:sp>
      <p:sp>
        <p:nvSpPr>
          <p:cNvPr id="4" name="Text Placeholder 11">
            <a:extLst>
              <a:ext uri="{FF2B5EF4-FFF2-40B4-BE49-F238E27FC236}">
                <a16:creationId xmlns:a16="http://schemas.microsoft.com/office/drawing/2014/main" id="{F190266A-6EA5-DA1F-2689-9203581580EC}"/>
              </a:ext>
            </a:extLst>
          </p:cNvPr>
          <p:cNvSpPr>
            <a:spLocks noGrp="1"/>
          </p:cNvSpPr>
          <p:nvPr>
            <p:ph type="body" sz="quarter" idx="36" hasCustomPrompt="1"/>
          </p:nvPr>
        </p:nvSpPr>
        <p:spPr>
          <a:xfrm>
            <a:off x="1643606" y="1469073"/>
            <a:ext cx="10122944" cy="1005840"/>
          </a:xfrm>
        </p:spPr>
        <p:txBody>
          <a:bodyPr lIns="0" tIns="45720" rIns="0" bIns="45720" anchor="ctr"/>
          <a:lstStyle>
            <a:lvl1pPr marL="0" indent="0">
              <a:spcAft>
                <a:spcPts val="200"/>
              </a:spcAft>
              <a:buNone/>
              <a:defRPr sz="1600">
                <a:solidFill>
                  <a:schemeClr val="accent1"/>
                </a:solidFill>
                <a:latin typeface="+mj-lt"/>
              </a:defRPr>
            </a:lvl1pPr>
            <a:lvl2pPr marL="182880" indent="-182880">
              <a:spcAft>
                <a:spcPts val="200"/>
              </a:spcAft>
              <a:defRPr sz="1400"/>
            </a:lvl2pPr>
            <a:lvl3pPr>
              <a:defRPr sz="1400"/>
            </a:lvl3pPr>
            <a:lvl4pPr>
              <a:defRPr sz="1400"/>
            </a:lvl4pPr>
          </a:lstStyle>
          <a:p>
            <a:pPr lvl="0"/>
            <a:r>
              <a:rPr lang="en-US"/>
              <a:t>Heading</a:t>
            </a:r>
          </a:p>
          <a:p>
            <a:pPr lvl="1"/>
            <a:r>
              <a:rPr lang="en-US"/>
              <a:t>Body text</a:t>
            </a:r>
          </a:p>
        </p:txBody>
      </p:sp>
      <p:sp>
        <p:nvSpPr>
          <p:cNvPr id="12" name="Text Placeholder 11">
            <a:extLst>
              <a:ext uri="{FF2B5EF4-FFF2-40B4-BE49-F238E27FC236}">
                <a16:creationId xmlns:a16="http://schemas.microsoft.com/office/drawing/2014/main" id="{51F13AE0-9183-D602-5CE3-A9A8CFB65524}"/>
              </a:ext>
            </a:extLst>
          </p:cNvPr>
          <p:cNvSpPr>
            <a:spLocks noGrp="1" noChangeAspect="1"/>
          </p:cNvSpPr>
          <p:nvPr>
            <p:ph type="body" sz="quarter" idx="15" hasCustomPrompt="1"/>
          </p:nvPr>
        </p:nvSpPr>
        <p:spPr>
          <a:xfrm>
            <a:off x="425450" y="2638464"/>
            <a:ext cx="1051560" cy="1051560"/>
          </a:xfrm>
          <a:prstGeom prst="ellipse">
            <a:avLst/>
          </a:prstGeom>
          <a:solidFill>
            <a:schemeClr val="accent3"/>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a:t>Text only</a:t>
            </a:r>
            <a:endParaRPr lang="en-US"/>
          </a:p>
        </p:txBody>
      </p:sp>
      <p:sp>
        <p:nvSpPr>
          <p:cNvPr id="5" name="Text Placeholder 11">
            <a:extLst>
              <a:ext uri="{FF2B5EF4-FFF2-40B4-BE49-F238E27FC236}">
                <a16:creationId xmlns:a16="http://schemas.microsoft.com/office/drawing/2014/main" id="{5401359C-8F5C-6329-FB4C-ACDB3E530D46}"/>
              </a:ext>
            </a:extLst>
          </p:cNvPr>
          <p:cNvSpPr>
            <a:spLocks noGrp="1"/>
          </p:cNvSpPr>
          <p:nvPr>
            <p:ph type="body" sz="quarter" idx="37" hasCustomPrompt="1"/>
          </p:nvPr>
        </p:nvSpPr>
        <p:spPr>
          <a:xfrm>
            <a:off x="1643606" y="2661324"/>
            <a:ext cx="10122944" cy="1005840"/>
          </a:xfrm>
        </p:spPr>
        <p:txBody>
          <a:bodyPr lIns="0" tIns="45720" rIns="0" bIns="45720" anchor="ctr"/>
          <a:lstStyle>
            <a:lvl1pPr marL="0" indent="0">
              <a:spcAft>
                <a:spcPts val="200"/>
              </a:spcAft>
              <a:buNone/>
              <a:defRPr sz="1600">
                <a:solidFill>
                  <a:schemeClr val="accent3"/>
                </a:solidFill>
                <a:latin typeface="+mj-lt"/>
              </a:defRPr>
            </a:lvl1pPr>
            <a:lvl2pPr marL="182880" indent="-182880">
              <a:spcAft>
                <a:spcPts val="200"/>
              </a:spcAft>
              <a:defRPr sz="1400"/>
            </a:lvl2pPr>
            <a:lvl3pPr>
              <a:defRPr sz="1400"/>
            </a:lvl3pPr>
            <a:lvl4pPr>
              <a:defRPr sz="1400"/>
            </a:lvl4pPr>
          </a:lstStyle>
          <a:p>
            <a:pPr lvl="0"/>
            <a:r>
              <a:rPr lang="en-US"/>
              <a:t>Heading</a:t>
            </a:r>
          </a:p>
          <a:p>
            <a:pPr lvl="1"/>
            <a:r>
              <a:rPr lang="en-US"/>
              <a:t>Body text</a:t>
            </a:r>
          </a:p>
        </p:txBody>
      </p:sp>
      <p:sp>
        <p:nvSpPr>
          <p:cNvPr id="13" name="Text Placeholder 11">
            <a:extLst>
              <a:ext uri="{FF2B5EF4-FFF2-40B4-BE49-F238E27FC236}">
                <a16:creationId xmlns:a16="http://schemas.microsoft.com/office/drawing/2014/main" id="{9AAE432B-E20C-7DDA-7B74-202DD9899130}"/>
              </a:ext>
            </a:extLst>
          </p:cNvPr>
          <p:cNvSpPr>
            <a:spLocks noGrp="1" noChangeAspect="1"/>
          </p:cNvSpPr>
          <p:nvPr>
            <p:ph type="body" sz="quarter" idx="16" hasCustomPrompt="1"/>
          </p:nvPr>
        </p:nvSpPr>
        <p:spPr>
          <a:xfrm>
            <a:off x="425450" y="3832331"/>
            <a:ext cx="1051560" cy="1051560"/>
          </a:xfrm>
          <a:prstGeom prst="ellipse">
            <a:avLst/>
          </a:prstGeom>
          <a:solidFill>
            <a:schemeClr val="accent1"/>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a:t>Text only</a:t>
            </a:r>
            <a:endParaRPr lang="en-US"/>
          </a:p>
        </p:txBody>
      </p:sp>
      <p:sp>
        <p:nvSpPr>
          <p:cNvPr id="6" name="Text Placeholder 11">
            <a:extLst>
              <a:ext uri="{FF2B5EF4-FFF2-40B4-BE49-F238E27FC236}">
                <a16:creationId xmlns:a16="http://schemas.microsoft.com/office/drawing/2014/main" id="{46420016-65BB-65D1-7A9B-BC72F9D6828A}"/>
              </a:ext>
            </a:extLst>
          </p:cNvPr>
          <p:cNvSpPr>
            <a:spLocks noGrp="1"/>
          </p:cNvSpPr>
          <p:nvPr>
            <p:ph type="body" sz="quarter" idx="38" hasCustomPrompt="1"/>
          </p:nvPr>
        </p:nvSpPr>
        <p:spPr>
          <a:xfrm>
            <a:off x="1643606" y="3855191"/>
            <a:ext cx="10122944" cy="1005840"/>
          </a:xfrm>
        </p:spPr>
        <p:txBody>
          <a:bodyPr lIns="0" tIns="45720" rIns="0" bIns="45720" anchor="ctr"/>
          <a:lstStyle>
            <a:lvl1pPr marL="0" indent="0">
              <a:spcAft>
                <a:spcPts val="200"/>
              </a:spcAft>
              <a:buNone/>
              <a:defRPr sz="1600">
                <a:solidFill>
                  <a:schemeClr val="accent1"/>
                </a:solidFill>
                <a:latin typeface="+mj-lt"/>
              </a:defRPr>
            </a:lvl1pPr>
            <a:lvl2pPr marL="182880" indent="-182880">
              <a:spcAft>
                <a:spcPts val="200"/>
              </a:spcAft>
              <a:defRPr sz="1400"/>
            </a:lvl2pPr>
            <a:lvl3pPr>
              <a:defRPr sz="1400"/>
            </a:lvl3pPr>
            <a:lvl4pPr>
              <a:defRPr sz="1400"/>
            </a:lvl4pPr>
          </a:lstStyle>
          <a:p>
            <a:pPr lvl="0"/>
            <a:r>
              <a:rPr lang="en-US"/>
              <a:t>Heading</a:t>
            </a:r>
          </a:p>
          <a:p>
            <a:pPr lvl="1"/>
            <a:r>
              <a:rPr lang="en-US"/>
              <a:t>Body text</a:t>
            </a:r>
          </a:p>
        </p:txBody>
      </p:sp>
      <p:sp>
        <p:nvSpPr>
          <p:cNvPr id="15" name="Text Placeholder 11">
            <a:extLst>
              <a:ext uri="{FF2B5EF4-FFF2-40B4-BE49-F238E27FC236}">
                <a16:creationId xmlns:a16="http://schemas.microsoft.com/office/drawing/2014/main" id="{6AA48CE4-D48F-1815-952F-AE9234ABC8B0}"/>
              </a:ext>
            </a:extLst>
          </p:cNvPr>
          <p:cNvSpPr>
            <a:spLocks noGrp="1" noChangeAspect="1"/>
          </p:cNvSpPr>
          <p:nvPr>
            <p:ph type="body" sz="quarter" idx="17" hasCustomPrompt="1"/>
          </p:nvPr>
        </p:nvSpPr>
        <p:spPr>
          <a:xfrm>
            <a:off x="425450" y="5025390"/>
            <a:ext cx="1051560" cy="1051560"/>
          </a:xfrm>
          <a:prstGeom prst="ellipse">
            <a:avLst/>
          </a:prstGeom>
          <a:solidFill>
            <a:schemeClr val="accent3"/>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a:t>Text only</a:t>
            </a:r>
            <a:endParaRPr lang="en-US"/>
          </a:p>
        </p:txBody>
      </p:sp>
      <p:sp>
        <p:nvSpPr>
          <p:cNvPr id="7" name="Text Placeholder 11">
            <a:extLst>
              <a:ext uri="{FF2B5EF4-FFF2-40B4-BE49-F238E27FC236}">
                <a16:creationId xmlns:a16="http://schemas.microsoft.com/office/drawing/2014/main" id="{2E30510B-0B2F-B2B8-13C1-8A4B008236D0}"/>
              </a:ext>
            </a:extLst>
          </p:cNvPr>
          <p:cNvSpPr>
            <a:spLocks noGrp="1"/>
          </p:cNvSpPr>
          <p:nvPr>
            <p:ph type="body" sz="quarter" idx="39" hasCustomPrompt="1"/>
          </p:nvPr>
        </p:nvSpPr>
        <p:spPr>
          <a:xfrm>
            <a:off x="1643606" y="5048250"/>
            <a:ext cx="10122944" cy="1005840"/>
          </a:xfrm>
        </p:spPr>
        <p:txBody>
          <a:bodyPr lIns="0" tIns="45720" rIns="0" bIns="45720" anchor="ctr"/>
          <a:lstStyle>
            <a:lvl1pPr marL="0" indent="0">
              <a:spcAft>
                <a:spcPts val="200"/>
              </a:spcAft>
              <a:buNone/>
              <a:defRPr sz="1600">
                <a:solidFill>
                  <a:schemeClr val="accent3"/>
                </a:solidFill>
                <a:latin typeface="+mj-lt"/>
              </a:defRPr>
            </a:lvl1pPr>
            <a:lvl2pPr marL="182880" indent="-182880">
              <a:spcAft>
                <a:spcPts val="200"/>
              </a:spcAft>
              <a:defRPr sz="1400"/>
            </a:lvl2pPr>
            <a:lvl3pPr>
              <a:defRPr sz="1400"/>
            </a:lvl3pPr>
            <a:lvl4pPr>
              <a:defRPr sz="1400"/>
            </a:lvl4pPr>
          </a:lstStyle>
          <a:p>
            <a:pPr lvl="0"/>
            <a:r>
              <a:rPr lang="en-US"/>
              <a:t>Heading</a:t>
            </a:r>
          </a:p>
          <a:p>
            <a:pPr lvl="1"/>
            <a:r>
              <a:rPr lang="en-US"/>
              <a:t>Body text</a:t>
            </a:r>
          </a:p>
        </p:txBody>
      </p:sp>
      <p:sp>
        <p:nvSpPr>
          <p:cNvPr id="3" name="Slide Number Placeholder 5">
            <a:extLst>
              <a:ext uri="{FF2B5EF4-FFF2-40B4-BE49-F238E27FC236}">
                <a16:creationId xmlns:a16="http://schemas.microsoft.com/office/drawing/2014/main" id="{B7F83E17-8512-7962-C5E1-591C2FB9ADD6}"/>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grpSp>
        <p:nvGrpSpPr>
          <p:cNvPr id="9" name="Group 8">
            <a:extLst>
              <a:ext uri="{FF2B5EF4-FFF2-40B4-BE49-F238E27FC236}">
                <a16:creationId xmlns:a16="http://schemas.microsoft.com/office/drawing/2014/main" id="{EE0F0882-44F5-44B1-C186-702F2480C0F2}"/>
              </a:ext>
              <a:ext uri="{C183D7F6-B498-43B3-948B-1728B52AA6E4}">
                <adec:decorative xmlns:adec="http://schemas.microsoft.com/office/drawing/2017/decorative" val="1"/>
              </a:ext>
            </a:extLst>
          </p:cNvPr>
          <p:cNvGrpSpPr/>
          <p:nvPr userDrawn="1"/>
        </p:nvGrpSpPr>
        <p:grpSpPr>
          <a:xfrm>
            <a:off x="1643606" y="2568119"/>
            <a:ext cx="10122943" cy="2386522"/>
            <a:chOff x="1643606" y="2568119"/>
            <a:chExt cx="10122943" cy="2386522"/>
          </a:xfrm>
        </p:grpSpPr>
        <p:cxnSp>
          <p:nvCxnSpPr>
            <p:cNvPr id="20" name="Straight Connector 19">
              <a:extLst>
                <a:ext uri="{FF2B5EF4-FFF2-40B4-BE49-F238E27FC236}">
                  <a16:creationId xmlns:a16="http://schemas.microsoft.com/office/drawing/2014/main" id="{B9FCB7CB-F0E3-E9F1-33DB-E06C950D986F}"/>
                </a:ext>
              </a:extLst>
            </p:cNvPr>
            <p:cNvCxnSpPr/>
            <p:nvPr userDrawn="1"/>
          </p:nvCxnSpPr>
          <p:spPr>
            <a:xfrm>
              <a:off x="1643606" y="2568119"/>
              <a:ext cx="10122943"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AD6C658A-1C1E-8319-759A-C14D8B1EDFF1}"/>
                </a:ext>
              </a:extLst>
            </p:cNvPr>
            <p:cNvCxnSpPr/>
            <p:nvPr userDrawn="1"/>
          </p:nvCxnSpPr>
          <p:spPr>
            <a:xfrm>
              <a:off x="1643606" y="3761178"/>
              <a:ext cx="10122943"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CDCFDCD5-F742-BE4C-C5AC-89AD0A324771}"/>
                </a:ext>
              </a:extLst>
            </p:cNvPr>
            <p:cNvCxnSpPr/>
            <p:nvPr userDrawn="1"/>
          </p:nvCxnSpPr>
          <p:spPr>
            <a:xfrm>
              <a:off x="1643606" y="4954641"/>
              <a:ext cx="10122943"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75628598"/>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Four circle tex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4" name="Text Placeholder 11">
            <a:extLst>
              <a:ext uri="{FF2B5EF4-FFF2-40B4-BE49-F238E27FC236}">
                <a16:creationId xmlns:a16="http://schemas.microsoft.com/office/drawing/2014/main" id="{D73F7F6A-A03C-29C6-C5D4-5A7B3542360A}"/>
              </a:ext>
            </a:extLst>
          </p:cNvPr>
          <p:cNvSpPr>
            <a:spLocks noGrp="1" noChangeAspect="1"/>
          </p:cNvSpPr>
          <p:nvPr>
            <p:ph type="body" sz="quarter" idx="14" hasCustomPrompt="1"/>
          </p:nvPr>
        </p:nvSpPr>
        <p:spPr>
          <a:xfrm>
            <a:off x="425450" y="1446213"/>
            <a:ext cx="1051560" cy="1051560"/>
          </a:xfrm>
          <a:prstGeom prst="ellipse">
            <a:avLst/>
          </a:prstGeom>
          <a:solidFill>
            <a:schemeClr val="accent1"/>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a:t>Text only</a:t>
            </a:r>
            <a:endParaRPr lang="en-US"/>
          </a:p>
        </p:txBody>
      </p:sp>
      <p:sp>
        <p:nvSpPr>
          <p:cNvPr id="3" name="Text Placeholder 11">
            <a:extLst>
              <a:ext uri="{FF2B5EF4-FFF2-40B4-BE49-F238E27FC236}">
                <a16:creationId xmlns:a16="http://schemas.microsoft.com/office/drawing/2014/main" id="{925B4298-4DFC-5A17-A61C-10AF6A947FE7}"/>
              </a:ext>
            </a:extLst>
          </p:cNvPr>
          <p:cNvSpPr>
            <a:spLocks noGrp="1"/>
          </p:cNvSpPr>
          <p:nvPr>
            <p:ph type="body" sz="quarter" idx="13" hasCustomPrompt="1"/>
          </p:nvPr>
        </p:nvSpPr>
        <p:spPr>
          <a:xfrm>
            <a:off x="1643606" y="1469073"/>
            <a:ext cx="10122944" cy="1005840"/>
          </a:xfrm>
        </p:spPr>
        <p:txBody>
          <a:bodyPr lIns="0" tIns="45720" rIns="0" bIns="45720" anchor="ctr"/>
          <a:lstStyle>
            <a:lvl1pPr marL="182880" indent="-182880">
              <a:defRPr sz="1400"/>
            </a:lvl1pPr>
            <a:lvl2pPr>
              <a:defRPr sz="1400"/>
            </a:lvl2pPr>
            <a:lvl3pPr>
              <a:defRPr sz="1400"/>
            </a:lvl3pPr>
            <a:lvl4pPr>
              <a:defRPr sz="1400"/>
            </a:lvl4pPr>
          </a:lstStyle>
          <a:p>
            <a:pPr lvl="0"/>
            <a:r>
              <a:rPr lang="en-US"/>
              <a:t>Body text</a:t>
            </a:r>
          </a:p>
        </p:txBody>
      </p:sp>
      <p:sp>
        <p:nvSpPr>
          <p:cNvPr id="5" name="Text Placeholder 11">
            <a:extLst>
              <a:ext uri="{FF2B5EF4-FFF2-40B4-BE49-F238E27FC236}">
                <a16:creationId xmlns:a16="http://schemas.microsoft.com/office/drawing/2014/main" id="{B7BFB2D0-1EAF-DCB0-6345-DF88DCCF0E69}"/>
              </a:ext>
            </a:extLst>
          </p:cNvPr>
          <p:cNvSpPr>
            <a:spLocks noGrp="1" noChangeAspect="1"/>
          </p:cNvSpPr>
          <p:nvPr>
            <p:ph type="body" sz="quarter" idx="15" hasCustomPrompt="1"/>
          </p:nvPr>
        </p:nvSpPr>
        <p:spPr>
          <a:xfrm>
            <a:off x="425450" y="2638464"/>
            <a:ext cx="1051560" cy="1051560"/>
          </a:xfrm>
          <a:prstGeom prst="ellipse">
            <a:avLst/>
          </a:prstGeom>
          <a:solidFill>
            <a:schemeClr val="accent3"/>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a:t>Text only</a:t>
            </a:r>
            <a:endParaRPr lang="en-US"/>
          </a:p>
        </p:txBody>
      </p:sp>
      <p:sp>
        <p:nvSpPr>
          <p:cNvPr id="16" name="Text Placeholder 11">
            <a:extLst>
              <a:ext uri="{FF2B5EF4-FFF2-40B4-BE49-F238E27FC236}">
                <a16:creationId xmlns:a16="http://schemas.microsoft.com/office/drawing/2014/main" id="{4735C080-32FA-626B-8BAA-894D7FBECC72}"/>
              </a:ext>
            </a:extLst>
          </p:cNvPr>
          <p:cNvSpPr>
            <a:spLocks noGrp="1"/>
          </p:cNvSpPr>
          <p:nvPr>
            <p:ph type="body" sz="quarter" idx="18" hasCustomPrompt="1"/>
          </p:nvPr>
        </p:nvSpPr>
        <p:spPr>
          <a:xfrm>
            <a:off x="1643606" y="2661324"/>
            <a:ext cx="10122944" cy="1005840"/>
          </a:xfrm>
        </p:spPr>
        <p:txBody>
          <a:bodyPr lIns="0" tIns="45720" rIns="0" bIns="45720" anchor="ctr"/>
          <a:lstStyle>
            <a:lvl1pPr marL="182880" indent="-182880">
              <a:defRPr sz="1400"/>
            </a:lvl1pPr>
            <a:lvl2pPr>
              <a:defRPr sz="1400"/>
            </a:lvl2pPr>
            <a:lvl3pPr>
              <a:defRPr sz="1400"/>
            </a:lvl3pPr>
            <a:lvl4pPr>
              <a:defRPr sz="1400"/>
            </a:lvl4pPr>
          </a:lstStyle>
          <a:p>
            <a:pPr lvl="0"/>
            <a:r>
              <a:rPr lang="en-US"/>
              <a:t>Body text</a:t>
            </a:r>
          </a:p>
        </p:txBody>
      </p:sp>
      <p:sp>
        <p:nvSpPr>
          <p:cNvPr id="6" name="Text Placeholder 11">
            <a:extLst>
              <a:ext uri="{FF2B5EF4-FFF2-40B4-BE49-F238E27FC236}">
                <a16:creationId xmlns:a16="http://schemas.microsoft.com/office/drawing/2014/main" id="{42951087-268C-82C9-8EE2-ACDB75F9C8F8}"/>
              </a:ext>
            </a:extLst>
          </p:cNvPr>
          <p:cNvSpPr>
            <a:spLocks noGrp="1" noChangeAspect="1"/>
          </p:cNvSpPr>
          <p:nvPr>
            <p:ph type="body" sz="quarter" idx="16" hasCustomPrompt="1"/>
          </p:nvPr>
        </p:nvSpPr>
        <p:spPr>
          <a:xfrm>
            <a:off x="425450" y="3832331"/>
            <a:ext cx="1051560" cy="1051560"/>
          </a:xfrm>
          <a:prstGeom prst="ellipse">
            <a:avLst/>
          </a:prstGeom>
          <a:solidFill>
            <a:schemeClr val="accent1"/>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a:t>Text only</a:t>
            </a:r>
            <a:endParaRPr lang="en-US"/>
          </a:p>
        </p:txBody>
      </p:sp>
      <p:sp>
        <p:nvSpPr>
          <p:cNvPr id="17" name="Text Placeholder 11">
            <a:extLst>
              <a:ext uri="{FF2B5EF4-FFF2-40B4-BE49-F238E27FC236}">
                <a16:creationId xmlns:a16="http://schemas.microsoft.com/office/drawing/2014/main" id="{B27BDBB0-751D-2EB5-F060-4BB0656BBE51}"/>
              </a:ext>
            </a:extLst>
          </p:cNvPr>
          <p:cNvSpPr>
            <a:spLocks noGrp="1"/>
          </p:cNvSpPr>
          <p:nvPr>
            <p:ph type="body" sz="quarter" idx="19" hasCustomPrompt="1"/>
          </p:nvPr>
        </p:nvSpPr>
        <p:spPr>
          <a:xfrm>
            <a:off x="1643606" y="3855191"/>
            <a:ext cx="10122944" cy="1005840"/>
          </a:xfrm>
        </p:spPr>
        <p:txBody>
          <a:bodyPr lIns="0" tIns="45720" rIns="0" bIns="45720" anchor="ctr"/>
          <a:lstStyle>
            <a:lvl1pPr marL="182880" indent="-182880">
              <a:defRPr sz="1400"/>
            </a:lvl1pPr>
            <a:lvl2pPr>
              <a:defRPr sz="1400"/>
            </a:lvl2pPr>
            <a:lvl3pPr>
              <a:defRPr sz="1400"/>
            </a:lvl3pPr>
            <a:lvl4pPr>
              <a:defRPr sz="1400"/>
            </a:lvl4pPr>
          </a:lstStyle>
          <a:p>
            <a:pPr lvl="0"/>
            <a:r>
              <a:rPr lang="en-US"/>
              <a:t>Body text</a:t>
            </a:r>
          </a:p>
        </p:txBody>
      </p:sp>
      <p:sp>
        <p:nvSpPr>
          <p:cNvPr id="7" name="Text Placeholder 11">
            <a:extLst>
              <a:ext uri="{FF2B5EF4-FFF2-40B4-BE49-F238E27FC236}">
                <a16:creationId xmlns:a16="http://schemas.microsoft.com/office/drawing/2014/main" id="{D6FBDD42-ED0C-5362-9314-8816E840A6CF}"/>
              </a:ext>
            </a:extLst>
          </p:cNvPr>
          <p:cNvSpPr>
            <a:spLocks noGrp="1" noChangeAspect="1"/>
          </p:cNvSpPr>
          <p:nvPr>
            <p:ph type="body" sz="quarter" idx="17" hasCustomPrompt="1"/>
          </p:nvPr>
        </p:nvSpPr>
        <p:spPr>
          <a:xfrm>
            <a:off x="425450" y="5025390"/>
            <a:ext cx="1051560" cy="1051560"/>
          </a:xfrm>
          <a:prstGeom prst="ellipse">
            <a:avLst/>
          </a:prstGeom>
          <a:solidFill>
            <a:schemeClr val="accent3"/>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a:t>Text only</a:t>
            </a:r>
            <a:endParaRPr lang="en-US"/>
          </a:p>
        </p:txBody>
      </p:sp>
      <p:sp>
        <p:nvSpPr>
          <p:cNvPr id="18" name="Text Placeholder 11">
            <a:extLst>
              <a:ext uri="{FF2B5EF4-FFF2-40B4-BE49-F238E27FC236}">
                <a16:creationId xmlns:a16="http://schemas.microsoft.com/office/drawing/2014/main" id="{25BAE7B8-AA80-9379-0D79-99D8A5FB8883}"/>
              </a:ext>
            </a:extLst>
          </p:cNvPr>
          <p:cNvSpPr>
            <a:spLocks noGrp="1"/>
          </p:cNvSpPr>
          <p:nvPr>
            <p:ph type="body" sz="quarter" idx="20" hasCustomPrompt="1"/>
          </p:nvPr>
        </p:nvSpPr>
        <p:spPr>
          <a:xfrm>
            <a:off x="1643606" y="5048250"/>
            <a:ext cx="10122944" cy="1005840"/>
          </a:xfrm>
        </p:spPr>
        <p:txBody>
          <a:bodyPr lIns="0" tIns="45720" rIns="0" bIns="45720" anchor="ctr"/>
          <a:lstStyle>
            <a:lvl1pPr marL="182880" indent="-182880">
              <a:defRPr sz="1400"/>
            </a:lvl1pPr>
            <a:lvl2pPr>
              <a:defRPr sz="1400"/>
            </a:lvl2pPr>
            <a:lvl3pPr>
              <a:defRPr sz="1400"/>
            </a:lvl3pPr>
            <a:lvl4pPr>
              <a:defRPr sz="1400"/>
            </a:lvl4pPr>
          </a:lstStyle>
          <a:p>
            <a:pPr lvl="0"/>
            <a:r>
              <a:rPr lang="en-US"/>
              <a:t>Body text</a:t>
            </a:r>
          </a:p>
        </p:txBody>
      </p:sp>
      <p:sp>
        <p:nvSpPr>
          <p:cNvPr id="9" name="Slide Number Placeholder 5">
            <a:extLst>
              <a:ext uri="{FF2B5EF4-FFF2-40B4-BE49-F238E27FC236}">
                <a16:creationId xmlns:a16="http://schemas.microsoft.com/office/drawing/2014/main" id="{25805B27-E793-67C5-14F5-AF1764066589}"/>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grpSp>
        <p:nvGrpSpPr>
          <p:cNvPr id="10" name="Group 9">
            <a:extLst>
              <a:ext uri="{FF2B5EF4-FFF2-40B4-BE49-F238E27FC236}">
                <a16:creationId xmlns:a16="http://schemas.microsoft.com/office/drawing/2014/main" id="{B7BA0B3A-C5FE-73FE-0313-2D261BC14E1D}"/>
              </a:ext>
              <a:ext uri="{C183D7F6-B498-43B3-948B-1728B52AA6E4}">
                <adec:decorative xmlns:adec="http://schemas.microsoft.com/office/drawing/2017/decorative" val="1"/>
              </a:ext>
            </a:extLst>
          </p:cNvPr>
          <p:cNvGrpSpPr/>
          <p:nvPr userDrawn="1"/>
        </p:nvGrpSpPr>
        <p:grpSpPr>
          <a:xfrm>
            <a:off x="1643606" y="2568119"/>
            <a:ext cx="10122943" cy="2386522"/>
            <a:chOff x="1643606" y="2568119"/>
            <a:chExt cx="10122943" cy="2386522"/>
          </a:xfrm>
        </p:grpSpPr>
        <p:cxnSp>
          <p:nvCxnSpPr>
            <p:cNvPr id="20" name="Straight Connector 19">
              <a:extLst>
                <a:ext uri="{FF2B5EF4-FFF2-40B4-BE49-F238E27FC236}">
                  <a16:creationId xmlns:a16="http://schemas.microsoft.com/office/drawing/2014/main" id="{B9FCB7CB-F0E3-E9F1-33DB-E06C950D986F}"/>
                </a:ext>
              </a:extLst>
            </p:cNvPr>
            <p:cNvCxnSpPr/>
            <p:nvPr userDrawn="1"/>
          </p:nvCxnSpPr>
          <p:spPr>
            <a:xfrm>
              <a:off x="1643606" y="2568119"/>
              <a:ext cx="10122943"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AD6C658A-1C1E-8319-759A-C14D8B1EDFF1}"/>
                </a:ext>
              </a:extLst>
            </p:cNvPr>
            <p:cNvCxnSpPr/>
            <p:nvPr userDrawn="1"/>
          </p:nvCxnSpPr>
          <p:spPr>
            <a:xfrm>
              <a:off x="1643606" y="3761178"/>
              <a:ext cx="10122943"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CDCFDCD5-F742-BE4C-C5AC-89AD0A324771}"/>
                </a:ext>
              </a:extLst>
            </p:cNvPr>
            <p:cNvCxnSpPr/>
            <p:nvPr userDrawn="1"/>
          </p:nvCxnSpPr>
          <p:spPr>
            <a:xfrm>
              <a:off x="1643606" y="4954641"/>
              <a:ext cx="10122943"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52017068"/>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Eight circle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11" name="Text Placeholder 11">
            <a:extLst>
              <a:ext uri="{FF2B5EF4-FFF2-40B4-BE49-F238E27FC236}">
                <a16:creationId xmlns:a16="http://schemas.microsoft.com/office/drawing/2014/main" id="{A89770E9-16F2-7FFA-DCB8-9440D4376679}"/>
              </a:ext>
            </a:extLst>
          </p:cNvPr>
          <p:cNvSpPr>
            <a:spLocks noGrp="1" noChangeAspect="1"/>
          </p:cNvSpPr>
          <p:nvPr>
            <p:ph type="body" sz="quarter" idx="14" hasCustomPrompt="1"/>
          </p:nvPr>
        </p:nvSpPr>
        <p:spPr>
          <a:xfrm>
            <a:off x="425450" y="1469073"/>
            <a:ext cx="1005840" cy="1005840"/>
          </a:xfrm>
          <a:prstGeom prst="ellipse">
            <a:avLst/>
          </a:prstGeom>
          <a:solidFill>
            <a:schemeClr val="accent1"/>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a:t>Text only</a:t>
            </a:r>
            <a:endParaRPr lang="en-US"/>
          </a:p>
        </p:txBody>
      </p:sp>
      <p:sp>
        <p:nvSpPr>
          <p:cNvPr id="3" name="Text Placeholder 11">
            <a:extLst>
              <a:ext uri="{FF2B5EF4-FFF2-40B4-BE49-F238E27FC236}">
                <a16:creationId xmlns:a16="http://schemas.microsoft.com/office/drawing/2014/main" id="{925B4298-4DFC-5A17-A61C-10AF6A947FE7}"/>
              </a:ext>
            </a:extLst>
          </p:cNvPr>
          <p:cNvSpPr>
            <a:spLocks noGrp="1"/>
          </p:cNvSpPr>
          <p:nvPr>
            <p:ph type="body" sz="quarter" idx="13" hasCustomPrompt="1"/>
          </p:nvPr>
        </p:nvSpPr>
        <p:spPr>
          <a:xfrm>
            <a:off x="1585732" y="1469073"/>
            <a:ext cx="4328658" cy="1005840"/>
          </a:xfrm>
        </p:spPr>
        <p:txBody>
          <a:bodyPr lIns="0" tIns="45720" rIns="0" bIns="45720" anchor="ctr"/>
          <a:lstStyle>
            <a:lvl1pPr marL="182880" indent="-182880">
              <a:defRPr sz="1400"/>
            </a:lvl1pPr>
            <a:lvl2pPr>
              <a:defRPr sz="1400"/>
            </a:lvl2pPr>
            <a:lvl3pPr>
              <a:defRPr sz="1400"/>
            </a:lvl3pPr>
            <a:lvl4pPr>
              <a:defRPr sz="1400"/>
            </a:lvl4pPr>
          </a:lstStyle>
          <a:p>
            <a:pPr lvl="0"/>
            <a:r>
              <a:rPr lang="en-US"/>
              <a:t>Body text</a:t>
            </a:r>
          </a:p>
        </p:txBody>
      </p:sp>
      <p:sp>
        <p:nvSpPr>
          <p:cNvPr id="9" name="Text Placeholder 11">
            <a:extLst>
              <a:ext uri="{FF2B5EF4-FFF2-40B4-BE49-F238E27FC236}">
                <a16:creationId xmlns:a16="http://schemas.microsoft.com/office/drawing/2014/main" id="{F21F880F-FB7C-4634-306F-F1211CD4DE2E}"/>
              </a:ext>
            </a:extLst>
          </p:cNvPr>
          <p:cNvSpPr>
            <a:spLocks noGrp="1" noChangeAspect="1"/>
          </p:cNvSpPr>
          <p:nvPr>
            <p:ph type="body" sz="quarter" idx="27" hasCustomPrompt="1"/>
          </p:nvPr>
        </p:nvSpPr>
        <p:spPr>
          <a:xfrm>
            <a:off x="425450" y="2669752"/>
            <a:ext cx="1005840" cy="1005840"/>
          </a:xfrm>
          <a:prstGeom prst="ellipse">
            <a:avLst/>
          </a:prstGeom>
          <a:solidFill>
            <a:schemeClr val="accent1"/>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a:t>Text only</a:t>
            </a:r>
            <a:endParaRPr lang="en-US"/>
          </a:p>
        </p:txBody>
      </p:sp>
      <p:sp>
        <p:nvSpPr>
          <p:cNvPr id="16" name="Text Placeholder 11">
            <a:extLst>
              <a:ext uri="{FF2B5EF4-FFF2-40B4-BE49-F238E27FC236}">
                <a16:creationId xmlns:a16="http://schemas.microsoft.com/office/drawing/2014/main" id="{4735C080-32FA-626B-8BAA-894D7FBECC72}"/>
              </a:ext>
            </a:extLst>
          </p:cNvPr>
          <p:cNvSpPr>
            <a:spLocks noGrp="1"/>
          </p:cNvSpPr>
          <p:nvPr>
            <p:ph type="body" sz="quarter" idx="18" hasCustomPrompt="1"/>
          </p:nvPr>
        </p:nvSpPr>
        <p:spPr>
          <a:xfrm>
            <a:off x="1585732" y="2669751"/>
            <a:ext cx="4328658" cy="1005840"/>
          </a:xfrm>
        </p:spPr>
        <p:txBody>
          <a:bodyPr lIns="0" tIns="45720" rIns="0" bIns="45720" anchor="ctr"/>
          <a:lstStyle>
            <a:lvl1pPr marL="182880" indent="-182880">
              <a:defRPr sz="1400"/>
            </a:lvl1pPr>
            <a:lvl2pPr>
              <a:defRPr sz="1400"/>
            </a:lvl2pPr>
            <a:lvl3pPr>
              <a:defRPr sz="1400"/>
            </a:lvl3pPr>
            <a:lvl4pPr>
              <a:defRPr sz="1400"/>
            </a:lvl4pPr>
          </a:lstStyle>
          <a:p>
            <a:pPr lvl="0"/>
            <a:r>
              <a:rPr lang="en-US"/>
              <a:t>Body text</a:t>
            </a:r>
          </a:p>
        </p:txBody>
      </p:sp>
      <p:sp>
        <p:nvSpPr>
          <p:cNvPr id="10" name="Text Placeholder 11">
            <a:extLst>
              <a:ext uri="{FF2B5EF4-FFF2-40B4-BE49-F238E27FC236}">
                <a16:creationId xmlns:a16="http://schemas.microsoft.com/office/drawing/2014/main" id="{279C447D-3CA9-F6B7-7D94-8FE95A45534D}"/>
              </a:ext>
            </a:extLst>
          </p:cNvPr>
          <p:cNvSpPr>
            <a:spLocks noGrp="1" noChangeAspect="1"/>
          </p:cNvSpPr>
          <p:nvPr>
            <p:ph type="body" sz="quarter" idx="28" hasCustomPrompt="1"/>
          </p:nvPr>
        </p:nvSpPr>
        <p:spPr>
          <a:xfrm>
            <a:off x="425450" y="3870431"/>
            <a:ext cx="1005840" cy="1005840"/>
          </a:xfrm>
          <a:prstGeom prst="ellipse">
            <a:avLst/>
          </a:prstGeom>
          <a:solidFill>
            <a:schemeClr val="accent1"/>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a:t>Text only</a:t>
            </a:r>
            <a:endParaRPr lang="en-US"/>
          </a:p>
        </p:txBody>
      </p:sp>
      <p:sp>
        <p:nvSpPr>
          <p:cNvPr id="17" name="Text Placeholder 11">
            <a:extLst>
              <a:ext uri="{FF2B5EF4-FFF2-40B4-BE49-F238E27FC236}">
                <a16:creationId xmlns:a16="http://schemas.microsoft.com/office/drawing/2014/main" id="{B27BDBB0-751D-2EB5-F060-4BB0656BBE51}"/>
              </a:ext>
            </a:extLst>
          </p:cNvPr>
          <p:cNvSpPr>
            <a:spLocks noGrp="1"/>
          </p:cNvSpPr>
          <p:nvPr>
            <p:ph type="body" sz="quarter" idx="19" hasCustomPrompt="1"/>
          </p:nvPr>
        </p:nvSpPr>
        <p:spPr>
          <a:xfrm>
            <a:off x="1585732" y="3870429"/>
            <a:ext cx="4328658" cy="1005840"/>
          </a:xfrm>
        </p:spPr>
        <p:txBody>
          <a:bodyPr lIns="0" tIns="45720" rIns="0" bIns="45720" anchor="ctr"/>
          <a:lstStyle>
            <a:lvl1pPr marL="182880" indent="-182880">
              <a:defRPr sz="1400"/>
            </a:lvl1pPr>
            <a:lvl2pPr>
              <a:defRPr sz="1400"/>
            </a:lvl2pPr>
            <a:lvl3pPr>
              <a:defRPr sz="1400"/>
            </a:lvl3pPr>
            <a:lvl4pPr>
              <a:defRPr sz="1400"/>
            </a:lvl4pPr>
          </a:lstStyle>
          <a:p>
            <a:pPr lvl="0"/>
            <a:r>
              <a:rPr lang="en-US"/>
              <a:t>Body text</a:t>
            </a:r>
          </a:p>
        </p:txBody>
      </p:sp>
      <p:sp>
        <p:nvSpPr>
          <p:cNvPr id="24" name="Text Placeholder 11">
            <a:extLst>
              <a:ext uri="{FF2B5EF4-FFF2-40B4-BE49-F238E27FC236}">
                <a16:creationId xmlns:a16="http://schemas.microsoft.com/office/drawing/2014/main" id="{E8B13DF0-07C0-23DB-928E-C1C480CADC08}"/>
              </a:ext>
            </a:extLst>
          </p:cNvPr>
          <p:cNvSpPr>
            <a:spLocks noGrp="1" noChangeAspect="1"/>
          </p:cNvSpPr>
          <p:nvPr>
            <p:ph type="body" sz="quarter" idx="29" hasCustomPrompt="1"/>
          </p:nvPr>
        </p:nvSpPr>
        <p:spPr>
          <a:xfrm>
            <a:off x="425450" y="5071110"/>
            <a:ext cx="1005840" cy="1005840"/>
          </a:xfrm>
          <a:prstGeom prst="ellipse">
            <a:avLst/>
          </a:prstGeom>
          <a:solidFill>
            <a:schemeClr val="accent1"/>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a:t>Text only</a:t>
            </a:r>
            <a:endParaRPr lang="en-US"/>
          </a:p>
        </p:txBody>
      </p:sp>
      <p:sp>
        <p:nvSpPr>
          <p:cNvPr id="4" name="Text Placeholder 11">
            <a:extLst>
              <a:ext uri="{FF2B5EF4-FFF2-40B4-BE49-F238E27FC236}">
                <a16:creationId xmlns:a16="http://schemas.microsoft.com/office/drawing/2014/main" id="{A275FC47-DC0A-178E-6514-4A3C25D30369}"/>
              </a:ext>
            </a:extLst>
          </p:cNvPr>
          <p:cNvSpPr>
            <a:spLocks noGrp="1"/>
          </p:cNvSpPr>
          <p:nvPr>
            <p:ph type="body" sz="quarter" idx="26" hasCustomPrompt="1"/>
          </p:nvPr>
        </p:nvSpPr>
        <p:spPr>
          <a:xfrm>
            <a:off x="1585732" y="5071110"/>
            <a:ext cx="4328658" cy="1005840"/>
          </a:xfrm>
        </p:spPr>
        <p:txBody>
          <a:bodyPr lIns="0" tIns="45720" rIns="0" bIns="45720" anchor="ctr"/>
          <a:lstStyle>
            <a:lvl1pPr marL="182880" indent="-182880">
              <a:defRPr sz="1400"/>
            </a:lvl1pPr>
            <a:lvl2pPr>
              <a:defRPr sz="1400"/>
            </a:lvl2pPr>
            <a:lvl3pPr>
              <a:defRPr sz="1400"/>
            </a:lvl3pPr>
            <a:lvl4pPr>
              <a:defRPr sz="1400"/>
            </a:lvl4pPr>
          </a:lstStyle>
          <a:p>
            <a:pPr lvl="0"/>
            <a:r>
              <a:rPr lang="en-US"/>
              <a:t>Body text</a:t>
            </a:r>
          </a:p>
        </p:txBody>
      </p:sp>
      <p:sp>
        <p:nvSpPr>
          <p:cNvPr id="26" name="Text Placeholder 11">
            <a:extLst>
              <a:ext uri="{FF2B5EF4-FFF2-40B4-BE49-F238E27FC236}">
                <a16:creationId xmlns:a16="http://schemas.microsoft.com/office/drawing/2014/main" id="{38FFF44D-3DD9-2074-EE5A-CD230E0EF2E3}"/>
              </a:ext>
            </a:extLst>
          </p:cNvPr>
          <p:cNvSpPr>
            <a:spLocks noGrp="1" noChangeAspect="1"/>
          </p:cNvSpPr>
          <p:nvPr>
            <p:ph type="body" sz="quarter" idx="31" hasCustomPrompt="1"/>
          </p:nvPr>
        </p:nvSpPr>
        <p:spPr>
          <a:xfrm>
            <a:off x="6277612" y="1469073"/>
            <a:ext cx="1005840" cy="1005840"/>
          </a:xfrm>
          <a:prstGeom prst="ellipse">
            <a:avLst/>
          </a:prstGeom>
          <a:solidFill>
            <a:schemeClr val="accent1"/>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a:t>Text only</a:t>
            </a:r>
            <a:endParaRPr lang="en-US"/>
          </a:p>
        </p:txBody>
      </p:sp>
      <p:sp>
        <p:nvSpPr>
          <p:cNvPr id="25" name="Text Placeholder 11">
            <a:extLst>
              <a:ext uri="{FF2B5EF4-FFF2-40B4-BE49-F238E27FC236}">
                <a16:creationId xmlns:a16="http://schemas.microsoft.com/office/drawing/2014/main" id="{2FD121F6-8F18-F351-DBC7-3754FAF17745}"/>
              </a:ext>
            </a:extLst>
          </p:cNvPr>
          <p:cNvSpPr>
            <a:spLocks noGrp="1"/>
          </p:cNvSpPr>
          <p:nvPr>
            <p:ph type="body" sz="quarter" idx="30" hasCustomPrompt="1"/>
          </p:nvPr>
        </p:nvSpPr>
        <p:spPr>
          <a:xfrm>
            <a:off x="7437894" y="1469073"/>
            <a:ext cx="4328658" cy="1005840"/>
          </a:xfrm>
        </p:spPr>
        <p:txBody>
          <a:bodyPr lIns="0" tIns="45720" rIns="0" bIns="45720" anchor="ctr"/>
          <a:lstStyle>
            <a:lvl1pPr marL="182880" indent="-182880">
              <a:defRPr sz="1400"/>
            </a:lvl1pPr>
            <a:lvl2pPr>
              <a:defRPr sz="1400"/>
            </a:lvl2pPr>
            <a:lvl3pPr>
              <a:defRPr sz="1400"/>
            </a:lvl3pPr>
            <a:lvl4pPr>
              <a:defRPr sz="1400"/>
            </a:lvl4pPr>
          </a:lstStyle>
          <a:p>
            <a:pPr lvl="0"/>
            <a:r>
              <a:rPr lang="en-US"/>
              <a:t>Body text</a:t>
            </a:r>
          </a:p>
        </p:txBody>
      </p:sp>
      <p:sp>
        <p:nvSpPr>
          <p:cNvPr id="33" name="Text Placeholder 11">
            <a:extLst>
              <a:ext uri="{FF2B5EF4-FFF2-40B4-BE49-F238E27FC236}">
                <a16:creationId xmlns:a16="http://schemas.microsoft.com/office/drawing/2014/main" id="{E8B77CFA-033A-8C42-DC31-5E9EB70B6CB6}"/>
              </a:ext>
            </a:extLst>
          </p:cNvPr>
          <p:cNvSpPr>
            <a:spLocks noGrp="1" noChangeAspect="1"/>
          </p:cNvSpPr>
          <p:nvPr>
            <p:ph type="body" sz="quarter" idx="35" hasCustomPrompt="1"/>
          </p:nvPr>
        </p:nvSpPr>
        <p:spPr>
          <a:xfrm>
            <a:off x="6277612" y="2669752"/>
            <a:ext cx="1005840" cy="1005840"/>
          </a:xfrm>
          <a:prstGeom prst="ellipse">
            <a:avLst/>
          </a:prstGeom>
          <a:solidFill>
            <a:schemeClr val="accent1"/>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a:t>Text only</a:t>
            </a:r>
            <a:endParaRPr lang="en-US"/>
          </a:p>
        </p:txBody>
      </p:sp>
      <p:sp>
        <p:nvSpPr>
          <p:cNvPr id="27" name="Text Placeholder 11">
            <a:extLst>
              <a:ext uri="{FF2B5EF4-FFF2-40B4-BE49-F238E27FC236}">
                <a16:creationId xmlns:a16="http://schemas.microsoft.com/office/drawing/2014/main" id="{767642CB-C789-58FD-115F-E4DFAD0EB09C}"/>
              </a:ext>
            </a:extLst>
          </p:cNvPr>
          <p:cNvSpPr>
            <a:spLocks noGrp="1"/>
          </p:cNvSpPr>
          <p:nvPr>
            <p:ph type="body" sz="quarter" idx="32" hasCustomPrompt="1"/>
          </p:nvPr>
        </p:nvSpPr>
        <p:spPr>
          <a:xfrm>
            <a:off x="7437894" y="2669751"/>
            <a:ext cx="4328658" cy="1005840"/>
          </a:xfrm>
        </p:spPr>
        <p:txBody>
          <a:bodyPr lIns="0" tIns="45720" rIns="0" bIns="45720" anchor="ctr"/>
          <a:lstStyle>
            <a:lvl1pPr marL="182880" indent="-182880">
              <a:defRPr sz="1400"/>
            </a:lvl1pPr>
            <a:lvl2pPr>
              <a:defRPr sz="1400"/>
            </a:lvl2pPr>
            <a:lvl3pPr>
              <a:defRPr sz="1400"/>
            </a:lvl3pPr>
            <a:lvl4pPr>
              <a:defRPr sz="1400"/>
            </a:lvl4pPr>
          </a:lstStyle>
          <a:p>
            <a:pPr lvl="0"/>
            <a:r>
              <a:rPr lang="en-US"/>
              <a:t>Body text</a:t>
            </a:r>
          </a:p>
        </p:txBody>
      </p:sp>
      <p:sp>
        <p:nvSpPr>
          <p:cNvPr id="34" name="Text Placeholder 11">
            <a:extLst>
              <a:ext uri="{FF2B5EF4-FFF2-40B4-BE49-F238E27FC236}">
                <a16:creationId xmlns:a16="http://schemas.microsoft.com/office/drawing/2014/main" id="{763A6193-E0FB-D95B-DE6F-0B20335C56ED}"/>
              </a:ext>
            </a:extLst>
          </p:cNvPr>
          <p:cNvSpPr>
            <a:spLocks noGrp="1" noChangeAspect="1"/>
          </p:cNvSpPr>
          <p:nvPr>
            <p:ph type="body" sz="quarter" idx="36" hasCustomPrompt="1"/>
          </p:nvPr>
        </p:nvSpPr>
        <p:spPr>
          <a:xfrm>
            <a:off x="6277612" y="3870431"/>
            <a:ext cx="1005840" cy="1005840"/>
          </a:xfrm>
          <a:prstGeom prst="ellipse">
            <a:avLst/>
          </a:prstGeom>
          <a:solidFill>
            <a:schemeClr val="accent1"/>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a:t>Text only</a:t>
            </a:r>
            <a:endParaRPr lang="en-US"/>
          </a:p>
        </p:txBody>
      </p:sp>
      <p:sp>
        <p:nvSpPr>
          <p:cNvPr id="28" name="Text Placeholder 11">
            <a:extLst>
              <a:ext uri="{FF2B5EF4-FFF2-40B4-BE49-F238E27FC236}">
                <a16:creationId xmlns:a16="http://schemas.microsoft.com/office/drawing/2014/main" id="{303C1E23-393C-1C89-1D7F-C9C3B6C502F6}"/>
              </a:ext>
            </a:extLst>
          </p:cNvPr>
          <p:cNvSpPr>
            <a:spLocks noGrp="1"/>
          </p:cNvSpPr>
          <p:nvPr>
            <p:ph type="body" sz="quarter" idx="33" hasCustomPrompt="1"/>
          </p:nvPr>
        </p:nvSpPr>
        <p:spPr>
          <a:xfrm>
            <a:off x="7437894" y="3870429"/>
            <a:ext cx="4328658" cy="1005840"/>
          </a:xfrm>
        </p:spPr>
        <p:txBody>
          <a:bodyPr lIns="0" tIns="45720" rIns="0" bIns="45720" anchor="ctr"/>
          <a:lstStyle>
            <a:lvl1pPr marL="182880" indent="-182880">
              <a:defRPr sz="1400"/>
            </a:lvl1pPr>
            <a:lvl2pPr>
              <a:defRPr sz="1400"/>
            </a:lvl2pPr>
            <a:lvl3pPr>
              <a:defRPr sz="1400"/>
            </a:lvl3pPr>
            <a:lvl4pPr>
              <a:defRPr sz="1400"/>
            </a:lvl4pPr>
          </a:lstStyle>
          <a:p>
            <a:pPr lvl="0"/>
            <a:r>
              <a:rPr lang="en-US"/>
              <a:t>Body text</a:t>
            </a:r>
          </a:p>
        </p:txBody>
      </p:sp>
      <p:sp>
        <p:nvSpPr>
          <p:cNvPr id="35" name="Text Placeholder 11">
            <a:extLst>
              <a:ext uri="{FF2B5EF4-FFF2-40B4-BE49-F238E27FC236}">
                <a16:creationId xmlns:a16="http://schemas.microsoft.com/office/drawing/2014/main" id="{91EE428F-3890-D952-4727-56BDAAAEACA7}"/>
              </a:ext>
            </a:extLst>
          </p:cNvPr>
          <p:cNvSpPr>
            <a:spLocks noGrp="1" noChangeAspect="1"/>
          </p:cNvSpPr>
          <p:nvPr>
            <p:ph type="body" sz="quarter" idx="37" hasCustomPrompt="1"/>
          </p:nvPr>
        </p:nvSpPr>
        <p:spPr>
          <a:xfrm>
            <a:off x="6277612" y="5071110"/>
            <a:ext cx="1005840" cy="1005840"/>
          </a:xfrm>
          <a:prstGeom prst="ellipse">
            <a:avLst/>
          </a:prstGeom>
          <a:solidFill>
            <a:schemeClr val="accent1"/>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a:t>Text only</a:t>
            </a:r>
            <a:endParaRPr lang="en-US"/>
          </a:p>
        </p:txBody>
      </p:sp>
      <p:sp>
        <p:nvSpPr>
          <p:cNvPr id="31" name="Text Placeholder 11">
            <a:extLst>
              <a:ext uri="{FF2B5EF4-FFF2-40B4-BE49-F238E27FC236}">
                <a16:creationId xmlns:a16="http://schemas.microsoft.com/office/drawing/2014/main" id="{3E87BD83-BA4C-45EB-3B54-F2529CA84476}"/>
              </a:ext>
            </a:extLst>
          </p:cNvPr>
          <p:cNvSpPr>
            <a:spLocks noGrp="1"/>
          </p:cNvSpPr>
          <p:nvPr>
            <p:ph type="body" sz="quarter" idx="34" hasCustomPrompt="1"/>
          </p:nvPr>
        </p:nvSpPr>
        <p:spPr>
          <a:xfrm>
            <a:off x="7437894" y="5071110"/>
            <a:ext cx="4328658" cy="1005840"/>
          </a:xfrm>
        </p:spPr>
        <p:txBody>
          <a:bodyPr lIns="0" tIns="45720" rIns="0" bIns="45720" anchor="ctr"/>
          <a:lstStyle>
            <a:lvl1pPr marL="182880" indent="-182880">
              <a:defRPr sz="1400"/>
            </a:lvl1pPr>
            <a:lvl2pPr>
              <a:defRPr sz="1400"/>
            </a:lvl2pPr>
            <a:lvl3pPr>
              <a:defRPr sz="1400"/>
            </a:lvl3pPr>
            <a:lvl4pPr>
              <a:defRPr sz="1400"/>
            </a:lvl4pPr>
          </a:lstStyle>
          <a:p>
            <a:pPr lvl="0"/>
            <a:r>
              <a:rPr lang="en-US"/>
              <a:t>Body text</a:t>
            </a:r>
          </a:p>
        </p:txBody>
      </p:sp>
      <p:sp>
        <p:nvSpPr>
          <p:cNvPr id="12" name="Slide Number Placeholder 5">
            <a:extLst>
              <a:ext uri="{FF2B5EF4-FFF2-40B4-BE49-F238E27FC236}">
                <a16:creationId xmlns:a16="http://schemas.microsoft.com/office/drawing/2014/main" id="{59A5C8E2-2ADE-518A-D8DD-1D93CC3C251F}"/>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grpSp>
        <p:nvGrpSpPr>
          <p:cNvPr id="13" name="Group 12">
            <a:extLst>
              <a:ext uri="{FF2B5EF4-FFF2-40B4-BE49-F238E27FC236}">
                <a16:creationId xmlns:a16="http://schemas.microsoft.com/office/drawing/2014/main" id="{A11A5917-6CBF-E43C-C0D8-255CE71EA4ED}"/>
              </a:ext>
              <a:ext uri="{C183D7F6-B498-43B3-948B-1728B52AA6E4}">
                <adec:decorative xmlns:adec="http://schemas.microsoft.com/office/drawing/2017/decorative" val="1"/>
              </a:ext>
            </a:extLst>
          </p:cNvPr>
          <p:cNvGrpSpPr/>
          <p:nvPr userDrawn="1"/>
        </p:nvGrpSpPr>
        <p:grpSpPr>
          <a:xfrm>
            <a:off x="1585732" y="2572332"/>
            <a:ext cx="10177274" cy="2401356"/>
            <a:chOff x="1585732" y="2572332"/>
            <a:chExt cx="10177274" cy="2401356"/>
          </a:xfrm>
        </p:grpSpPr>
        <p:cxnSp>
          <p:nvCxnSpPr>
            <p:cNvPr id="6" name="Straight Connector 5">
              <a:extLst>
                <a:ext uri="{FF2B5EF4-FFF2-40B4-BE49-F238E27FC236}">
                  <a16:creationId xmlns:a16="http://schemas.microsoft.com/office/drawing/2014/main" id="{3C5E0B42-4FAD-B122-9855-574B2EA9EF99}"/>
                </a:ext>
              </a:extLst>
            </p:cNvPr>
            <p:cNvCxnSpPr>
              <a:cxnSpLocks/>
            </p:cNvCxnSpPr>
            <p:nvPr userDrawn="1"/>
          </p:nvCxnSpPr>
          <p:spPr>
            <a:xfrm>
              <a:off x="1585732" y="2572332"/>
              <a:ext cx="4325112"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8B11C842-3283-E596-DE19-3297AED53101}"/>
                </a:ext>
              </a:extLst>
            </p:cNvPr>
            <p:cNvCxnSpPr>
              <a:cxnSpLocks/>
            </p:cNvCxnSpPr>
            <p:nvPr userDrawn="1"/>
          </p:nvCxnSpPr>
          <p:spPr>
            <a:xfrm>
              <a:off x="1585732" y="3773010"/>
              <a:ext cx="4325112"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6CDB6E7F-7626-2933-1F97-7A46A34A7E06}"/>
                </a:ext>
              </a:extLst>
            </p:cNvPr>
            <p:cNvCxnSpPr>
              <a:cxnSpLocks/>
            </p:cNvCxnSpPr>
            <p:nvPr userDrawn="1"/>
          </p:nvCxnSpPr>
          <p:spPr>
            <a:xfrm>
              <a:off x="1585732" y="4973688"/>
              <a:ext cx="4325112"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01415C93-4DCF-B7CB-80ED-110311DD037A}"/>
                </a:ext>
              </a:extLst>
            </p:cNvPr>
            <p:cNvCxnSpPr>
              <a:cxnSpLocks/>
            </p:cNvCxnSpPr>
            <p:nvPr userDrawn="1"/>
          </p:nvCxnSpPr>
          <p:spPr>
            <a:xfrm>
              <a:off x="7437894" y="2572332"/>
              <a:ext cx="4325112"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7A2FDD71-D37A-FD5D-32D8-73CE6AAACBFF}"/>
                </a:ext>
              </a:extLst>
            </p:cNvPr>
            <p:cNvCxnSpPr>
              <a:cxnSpLocks/>
            </p:cNvCxnSpPr>
            <p:nvPr userDrawn="1"/>
          </p:nvCxnSpPr>
          <p:spPr>
            <a:xfrm>
              <a:off x="7437894" y="3773010"/>
              <a:ext cx="4325112"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3F9CE9F6-6355-A268-FC3F-D648B8F23A64}"/>
                </a:ext>
              </a:extLst>
            </p:cNvPr>
            <p:cNvCxnSpPr>
              <a:cxnSpLocks/>
            </p:cNvCxnSpPr>
            <p:nvPr userDrawn="1"/>
          </p:nvCxnSpPr>
          <p:spPr>
            <a:xfrm>
              <a:off x="7437894" y="4973688"/>
              <a:ext cx="4325112"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452325480"/>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Circle curve content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8298687"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4" y="709990"/>
            <a:ext cx="8298686"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4" name="Content Placeholder 2">
            <a:extLst>
              <a:ext uri="{FF2B5EF4-FFF2-40B4-BE49-F238E27FC236}">
                <a16:creationId xmlns:a16="http://schemas.microsoft.com/office/drawing/2014/main" id="{A3280943-14D9-E1AA-7579-C65E38FD82CA}"/>
              </a:ext>
            </a:extLst>
          </p:cNvPr>
          <p:cNvSpPr>
            <a:spLocks noGrp="1"/>
          </p:cNvSpPr>
          <p:nvPr>
            <p:ph idx="13" hasCustomPrompt="1"/>
          </p:nvPr>
        </p:nvSpPr>
        <p:spPr>
          <a:xfrm>
            <a:off x="428624" y="1446212"/>
            <a:ext cx="5394960" cy="4630737"/>
          </a:xfrm>
        </p:spPr>
        <p:txBody>
          <a:bodyPr lIns="0" tIns="0" rIns="0" bIns="0"/>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a:t>Level 01</a:t>
            </a:r>
          </a:p>
          <a:p>
            <a:pPr lvl="1"/>
            <a:r>
              <a:rPr lang="en-US"/>
              <a:t>Level 02</a:t>
            </a:r>
          </a:p>
          <a:p>
            <a:pPr lvl="2"/>
            <a:r>
              <a:rPr lang="en-US"/>
              <a:t>Level 03</a:t>
            </a:r>
          </a:p>
          <a:p>
            <a:pPr lvl="3"/>
            <a:r>
              <a:rPr lang="en-US"/>
              <a:t>Level 04</a:t>
            </a:r>
          </a:p>
          <a:p>
            <a:pPr lvl="4"/>
            <a:r>
              <a:rPr lang="en-US"/>
              <a:t>Level 05</a:t>
            </a:r>
          </a:p>
          <a:p>
            <a:pPr lvl="5"/>
            <a:r>
              <a:rPr lang="en-US"/>
              <a:t>Level 06</a:t>
            </a:r>
          </a:p>
        </p:txBody>
      </p:sp>
      <p:sp>
        <p:nvSpPr>
          <p:cNvPr id="3" name="Slide Number Placeholder 5">
            <a:extLst>
              <a:ext uri="{FF2B5EF4-FFF2-40B4-BE49-F238E27FC236}">
                <a16:creationId xmlns:a16="http://schemas.microsoft.com/office/drawing/2014/main" id="{29F78020-D828-4016-3BC7-400A2B1744A8}"/>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grpSp>
        <p:nvGrpSpPr>
          <p:cNvPr id="10" name="Group 9">
            <a:extLst>
              <a:ext uri="{FF2B5EF4-FFF2-40B4-BE49-F238E27FC236}">
                <a16:creationId xmlns:a16="http://schemas.microsoft.com/office/drawing/2014/main" id="{5A042A46-97C5-F787-43FC-5F9827AA18E8}"/>
              </a:ext>
              <a:ext uri="{C183D7F6-B498-43B3-948B-1728B52AA6E4}">
                <adec:decorative xmlns:adec="http://schemas.microsoft.com/office/drawing/2017/decorative" val="1"/>
              </a:ext>
            </a:extLst>
          </p:cNvPr>
          <p:cNvGrpSpPr/>
          <p:nvPr userDrawn="1"/>
        </p:nvGrpSpPr>
        <p:grpSpPr>
          <a:xfrm>
            <a:off x="5961999" y="274592"/>
            <a:ext cx="5812951" cy="5812951"/>
            <a:chOff x="6364404" y="688572"/>
            <a:chExt cx="5398971" cy="5398971"/>
          </a:xfrm>
        </p:grpSpPr>
        <p:pic>
          <p:nvPicPr>
            <p:cNvPr id="6" name="Graphic 5">
              <a:extLst>
                <a:ext uri="{FF2B5EF4-FFF2-40B4-BE49-F238E27FC236}">
                  <a16:creationId xmlns:a16="http://schemas.microsoft.com/office/drawing/2014/main" id="{19388112-1510-8BE1-AA73-ACED720525D8}"/>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V="1">
              <a:off x="6364404" y="3388057"/>
              <a:ext cx="2699486" cy="2699486"/>
            </a:xfrm>
            <a:prstGeom prst="rect">
              <a:avLst/>
            </a:prstGeom>
          </p:spPr>
        </p:pic>
        <p:pic>
          <p:nvPicPr>
            <p:cNvPr id="7" name="Graphic 6">
              <a:extLst>
                <a:ext uri="{FF2B5EF4-FFF2-40B4-BE49-F238E27FC236}">
                  <a16:creationId xmlns:a16="http://schemas.microsoft.com/office/drawing/2014/main" id="{BD334C72-E7A6-7287-6BE0-BD3FDACC0AC6}"/>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a:off x="9063889" y="688572"/>
              <a:ext cx="2699486" cy="2699486"/>
            </a:xfrm>
            <a:prstGeom prst="rect">
              <a:avLst/>
            </a:prstGeom>
          </p:spPr>
        </p:pic>
      </p:grpSp>
      <p:sp>
        <p:nvSpPr>
          <p:cNvPr id="9" name="Picture Placeholder 6">
            <a:extLst>
              <a:ext uri="{FF2B5EF4-FFF2-40B4-BE49-F238E27FC236}">
                <a16:creationId xmlns:a16="http://schemas.microsoft.com/office/drawing/2014/main" id="{3C6A4090-631D-D30D-81B3-FF74F215083D}"/>
              </a:ext>
              <a:ext uri="{C183D7F6-B498-43B3-948B-1728B52AA6E4}">
                <adec:decorative xmlns:adec="http://schemas.microsoft.com/office/drawing/2017/decorative" val="1"/>
              </a:ext>
            </a:extLst>
          </p:cNvPr>
          <p:cNvSpPr>
            <a:spLocks noGrp="1" noChangeAspect="1"/>
          </p:cNvSpPr>
          <p:nvPr>
            <p:ph type="pic" sz="quarter" idx="11"/>
          </p:nvPr>
        </p:nvSpPr>
        <p:spPr>
          <a:xfrm>
            <a:off x="7130379" y="1441448"/>
            <a:ext cx="3474722" cy="3474720"/>
          </a:xfrm>
          <a:prstGeom prst="ellipse">
            <a:avLst/>
          </a:prstGeom>
        </p:spPr>
        <p:txBody>
          <a:bodyPr anchor="ctr"/>
          <a:lstStyle>
            <a:lvl1pPr marL="0" indent="0" algn="ctr">
              <a:buNone/>
              <a:defRPr/>
            </a:lvl1pPr>
          </a:lstStyle>
          <a:p>
            <a:r>
              <a:rPr lang="fr-FR"/>
              <a:t>Cliquez sur l'icône pour ajouter une image</a:t>
            </a:r>
            <a:endParaRPr lang="en-US"/>
          </a:p>
        </p:txBody>
      </p:sp>
    </p:spTree>
    <p:extLst>
      <p:ext uri="{BB962C8B-B14F-4D97-AF65-F5344CB8AC3E}">
        <p14:creationId xmlns:p14="http://schemas.microsoft.com/office/powerpoint/2010/main" val="270364375"/>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Circle curve 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3514164" y="291451"/>
            <a:ext cx="8252386"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3514164" y="709990"/>
            <a:ext cx="8252386"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4" name="Content Placeholder 2">
            <a:extLst>
              <a:ext uri="{FF2B5EF4-FFF2-40B4-BE49-F238E27FC236}">
                <a16:creationId xmlns:a16="http://schemas.microsoft.com/office/drawing/2014/main" id="{1754A373-88C4-A82B-E350-FCFB019D452F}"/>
              </a:ext>
            </a:extLst>
          </p:cNvPr>
          <p:cNvSpPr>
            <a:spLocks noGrp="1"/>
          </p:cNvSpPr>
          <p:nvPr>
            <p:ph idx="13" hasCustomPrompt="1"/>
          </p:nvPr>
        </p:nvSpPr>
        <p:spPr>
          <a:xfrm>
            <a:off x="6450568" y="1446212"/>
            <a:ext cx="5315982" cy="4630737"/>
          </a:xfrm>
        </p:spPr>
        <p:txBody>
          <a:bodyPr lIns="0" tIns="0" rIns="0" bIns="0"/>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a:t>Level 01</a:t>
            </a:r>
          </a:p>
          <a:p>
            <a:pPr lvl="1"/>
            <a:r>
              <a:rPr lang="en-US"/>
              <a:t>Level 02</a:t>
            </a:r>
          </a:p>
          <a:p>
            <a:pPr lvl="2"/>
            <a:r>
              <a:rPr lang="en-US"/>
              <a:t>Level 03</a:t>
            </a:r>
          </a:p>
          <a:p>
            <a:pPr lvl="3"/>
            <a:r>
              <a:rPr lang="en-US"/>
              <a:t>Level 04</a:t>
            </a:r>
          </a:p>
          <a:p>
            <a:pPr lvl="4"/>
            <a:r>
              <a:rPr lang="en-US"/>
              <a:t>Level 05</a:t>
            </a:r>
          </a:p>
          <a:p>
            <a:pPr lvl="5"/>
            <a:r>
              <a:rPr lang="en-US"/>
              <a:t>Level 06</a:t>
            </a:r>
          </a:p>
        </p:txBody>
      </p:sp>
      <p:sp>
        <p:nvSpPr>
          <p:cNvPr id="3" name="Slide Number Placeholder 5">
            <a:extLst>
              <a:ext uri="{FF2B5EF4-FFF2-40B4-BE49-F238E27FC236}">
                <a16:creationId xmlns:a16="http://schemas.microsoft.com/office/drawing/2014/main" id="{516BDD6C-589C-E59D-505F-90F87C6A5387}"/>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grpSp>
        <p:nvGrpSpPr>
          <p:cNvPr id="10" name="Group 9">
            <a:extLst>
              <a:ext uri="{FF2B5EF4-FFF2-40B4-BE49-F238E27FC236}">
                <a16:creationId xmlns:a16="http://schemas.microsoft.com/office/drawing/2014/main" id="{5A042A46-97C5-F787-43FC-5F9827AA18E8}"/>
              </a:ext>
              <a:ext uri="{C183D7F6-B498-43B3-948B-1728B52AA6E4}">
                <adec:decorative xmlns:adec="http://schemas.microsoft.com/office/drawing/2017/decorative" val="1"/>
              </a:ext>
            </a:extLst>
          </p:cNvPr>
          <p:cNvGrpSpPr/>
          <p:nvPr userDrawn="1"/>
        </p:nvGrpSpPr>
        <p:grpSpPr>
          <a:xfrm flipH="1">
            <a:off x="428623" y="274592"/>
            <a:ext cx="5812951" cy="5812951"/>
            <a:chOff x="6364404" y="688572"/>
            <a:chExt cx="5398971" cy="5398971"/>
          </a:xfrm>
        </p:grpSpPr>
        <p:pic>
          <p:nvPicPr>
            <p:cNvPr id="6" name="Graphic 5">
              <a:extLst>
                <a:ext uri="{FF2B5EF4-FFF2-40B4-BE49-F238E27FC236}">
                  <a16:creationId xmlns:a16="http://schemas.microsoft.com/office/drawing/2014/main" id="{19388112-1510-8BE1-AA73-ACED720525D8}"/>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V="1">
              <a:off x="6364404" y="3388057"/>
              <a:ext cx="2699486" cy="2699486"/>
            </a:xfrm>
            <a:prstGeom prst="rect">
              <a:avLst/>
            </a:prstGeom>
          </p:spPr>
        </p:pic>
        <p:pic>
          <p:nvPicPr>
            <p:cNvPr id="7" name="Graphic 6">
              <a:extLst>
                <a:ext uri="{FF2B5EF4-FFF2-40B4-BE49-F238E27FC236}">
                  <a16:creationId xmlns:a16="http://schemas.microsoft.com/office/drawing/2014/main" id="{BD334C72-E7A6-7287-6BE0-BD3FDACC0AC6}"/>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a:off x="9063889" y="688572"/>
              <a:ext cx="2699486" cy="2699486"/>
            </a:xfrm>
            <a:prstGeom prst="rect">
              <a:avLst/>
            </a:prstGeom>
          </p:spPr>
        </p:pic>
      </p:grpSp>
      <p:sp>
        <p:nvSpPr>
          <p:cNvPr id="9" name="Picture Placeholder 6">
            <a:extLst>
              <a:ext uri="{FF2B5EF4-FFF2-40B4-BE49-F238E27FC236}">
                <a16:creationId xmlns:a16="http://schemas.microsoft.com/office/drawing/2014/main" id="{3C6A4090-631D-D30D-81B3-FF74F215083D}"/>
              </a:ext>
              <a:ext uri="{C183D7F6-B498-43B3-948B-1728B52AA6E4}">
                <adec:decorative xmlns:adec="http://schemas.microsoft.com/office/drawing/2017/decorative" val="1"/>
              </a:ext>
            </a:extLst>
          </p:cNvPr>
          <p:cNvSpPr>
            <a:spLocks noGrp="1" noChangeAspect="1"/>
          </p:cNvSpPr>
          <p:nvPr>
            <p:ph type="pic" sz="quarter" idx="11"/>
          </p:nvPr>
        </p:nvSpPr>
        <p:spPr>
          <a:xfrm>
            <a:off x="1597003" y="1441448"/>
            <a:ext cx="3474722" cy="3474720"/>
          </a:xfrm>
          <a:prstGeom prst="ellipse">
            <a:avLst/>
          </a:prstGeom>
        </p:spPr>
        <p:txBody>
          <a:bodyPr anchor="ctr"/>
          <a:lstStyle>
            <a:lvl1pPr marL="0" indent="0" algn="ctr">
              <a:buNone/>
              <a:defRPr/>
            </a:lvl1pPr>
          </a:lstStyle>
          <a:p>
            <a:r>
              <a:rPr lang="fr-FR"/>
              <a:t>Cliquez sur l'icône pour ajouter une image</a:t>
            </a:r>
            <a:endParaRPr lang="en-US"/>
          </a:p>
        </p:txBody>
      </p:sp>
    </p:spTree>
    <p:extLst>
      <p:ext uri="{BB962C8B-B14F-4D97-AF65-F5344CB8AC3E}">
        <p14:creationId xmlns:p14="http://schemas.microsoft.com/office/powerpoint/2010/main" val="502212706"/>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Circle curve 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10" name="Content Placeholder 2">
            <a:extLst>
              <a:ext uri="{FF2B5EF4-FFF2-40B4-BE49-F238E27FC236}">
                <a16:creationId xmlns:a16="http://schemas.microsoft.com/office/drawing/2014/main" id="{15D281C0-60B3-6172-E427-F7E32C30796B}"/>
              </a:ext>
            </a:extLst>
          </p:cNvPr>
          <p:cNvSpPr>
            <a:spLocks noGrp="1"/>
          </p:cNvSpPr>
          <p:nvPr>
            <p:ph idx="13" hasCustomPrompt="1"/>
          </p:nvPr>
        </p:nvSpPr>
        <p:spPr>
          <a:xfrm>
            <a:off x="5254906" y="1446212"/>
            <a:ext cx="6511644" cy="4630737"/>
          </a:xfrm>
        </p:spPr>
        <p:txBody>
          <a:bodyPr lIns="0" tIns="0" rIns="0" bIns="0"/>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a:t>Level 01</a:t>
            </a:r>
          </a:p>
          <a:p>
            <a:pPr lvl="1"/>
            <a:r>
              <a:rPr lang="en-US"/>
              <a:t>Level 02</a:t>
            </a:r>
          </a:p>
          <a:p>
            <a:pPr lvl="2"/>
            <a:r>
              <a:rPr lang="en-US"/>
              <a:t>Level 03</a:t>
            </a:r>
          </a:p>
          <a:p>
            <a:pPr lvl="3"/>
            <a:r>
              <a:rPr lang="en-US"/>
              <a:t>Level 04</a:t>
            </a:r>
          </a:p>
          <a:p>
            <a:pPr lvl="4"/>
            <a:r>
              <a:rPr lang="en-US"/>
              <a:t>Level 05</a:t>
            </a:r>
          </a:p>
          <a:p>
            <a:pPr lvl="5"/>
            <a:r>
              <a:rPr lang="en-US"/>
              <a:t>Level 06</a:t>
            </a:r>
          </a:p>
        </p:txBody>
      </p:sp>
      <p:sp>
        <p:nvSpPr>
          <p:cNvPr id="9" name="Slide Number Placeholder 5">
            <a:extLst>
              <a:ext uri="{FF2B5EF4-FFF2-40B4-BE49-F238E27FC236}">
                <a16:creationId xmlns:a16="http://schemas.microsoft.com/office/drawing/2014/main" id="{7708C7AB-438A-DC8C-37D8-D7D68BAB13CD}"/>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grpSp>
        <p:nvGrpSpPr>
          <p:cNvPr id="4" name="Group 3">
            <a:extLst>
              <a:ext uri="{FF2B5EF4-FFF2-40B4-BE49-F238E27FC236}">
                <a16:creationId xmlns:a16="http://schemas.microsoft.com/office/drawing/2014/main" id="{37533B7B-CFCE-C743-5F19-2A8A364B144A}"/>
              </a:ext>
              <a:ext uri="{C183D7F6-B498-43B3-948B-1728B52AA6E4}">
                <adec:decorative xmlns:adec="http://schemas.microsoft.com/office/drawing/2017/decorative" val="1"/>
              </a:ext>
            </a:extLst>
          </p:cNvPr>
          <p:cNvGrpSpPr/>
          <p:nvPr userDrawn="1"/>
        </p:nvGrpSpPr>
        <p:grpSpPr>
          <a:xfrm flipH="1">
            <a:off x="428625" y="1456405"/>
            <a:ext cx="4631138" cy="4631138"/>
            <a:chOff x="6364404" y="688572"/>
            <a:chExt cx="5398971" cy="5398971"/>
          </a:xfrm>
        </p:grpSpPr>
        <p:pic>
          <p:nvPicPr>
            <p:cNvPr id="5" name="Graphic 4">
              <a:extLst>
                <a:ext uri="{FF2B5EF4-FFF2-40B4-BE49-F238E27FC236}">
                  <a16:creationId xmlns:a16="http://schemas.microsoft.com/office/drawing/2014/main" id="{F0EA9041-DFBD-0DC8-66E1-193CA3018FF6}"/>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V="1">
              <a:off x="6364404" y="3388057"/>
              <a:ext cx="2699486" cy="2699486"/>
            </a:xfrm>
            <a:prstGeom prst="rect">
              <a:avLst/>
            </a:prstGeom>
          </p:spPr>
        </p:pic>
        <p:pic>
          <p:nvPicPr>
            <p:cNvPr id="6" name="Graphic 5">
              <a:extLst>
                <a:ext uri="{FF2B5EF4-FFF2-40B4-BE49-F238E27FC236}">
                  <a16:creationId xmlns:a16="http://schemas.microsoft.com/office/drawing/2014/main" id="{14ADEFBA-0047-A23F-7A01-9D71C4274E6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a:off x="9063889" y="688572"/>
              <a:ext cx="2699486" cy="2699486"/>
            </a:xfrm>
            <a:prstGeom prst="rect">
              <a:avLst/>
            </a:prstGeom>
          </p:spPr>
        </p:pic>
      </p:grpSp>
      <p:sp>
        <p:nvSpPr>
          <p:cNvPr id="7" name="Picture Placeholder 6">
            <a:extLst>
              <a:ext uri="{FF2B5EF4-FFF2-40B4-BE49-F238E27FC236}">
                <a16:creationId xmlns:a16="http://schemas.microsoft.com/office/drawing/2014/main" id="{4A8ACBE3-F84F-9311-A090-BF6945A40482}"/>
              </a:ext>
              <a:ext uri="{C183D7F6-B498-43B3-948B-1728B52AA6E4}">
                <adec:decorative xmlns:adec="http://schemas.microsoft.com/office/drawing/2017/decorative" val="1"/>
              </a:ext>
            </a:extLst>
          </p:cNvPr>
          <p:cNvSpPr>
            <a:spLocks noGrp="1" noChangeAspect="1"/>
          </p:cNvSpPr>
          <p:nvPr>
            <p:ph type="pic" sz="quarter" idx="11"/>
          </p:nvPr>
        </p:nvSpPr>
        <p:spPr>
          <a:xfrm>
            <a:off x="1358739" y="2390067"/>
            <a:ext cx="2765586" cy="2765584"/>
          </a:xfrm>
          <a:prstGeom prst="ellipse">
            <a:avLst/>
          </a:prstGeom>
        </p:spPr>
        <p:txBody>
          <a:bodyPr anchor="ctr"/>
          <a:lstStyle>
            <a:lvl1pPr marL="0" indent="0" algn="ctr">
              <a:buNone/>
              <a:defRPr/>
            </a:lvl1pPr>
          </a:lstStyle>
          <a:p>
            <a:r>
              <a:rPr lang="fr-FR"/>
              <a:t>Cliquez sur l'icône pour ajouter une image</a:t>
            </a:r>
            <a:endParaRPr lang="en-US"/>
          </a:p>
        </p:txBody>
      </p:sp>
    </p:spTree>
    <p:extLst>
      <p:ext uri="{BB962C8B-B14F-4D97-AF65-F5344CB8AC3E}">
        <p14:creationId xmlns:p14="http://schemas.microsoft.com/office/powerpoint/2010/main" val="2732635580"/>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Circle curve quote 1">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D608C7D-CAC2-E061-16C4-46C8B746882D}"/>
              </a:ext>
            </a:extLst>
          </p:cNvPr>
          <p:cNvSpPr>
            <a:spLocks noGrp="1"/>
          </p:cNvSpPr>
          <p:nvPr>
            <p:ph type="title" hasCustomPrompt="1"/>
          </p:nvPr>
        </p:nvSpPr>
        <p:spPr>
          <a:xfrm>
            <a:off x="428624" y="-972518"/>
            <a:ext cx="11337925" cy="796568"/>
          </a:xfrm>
        </p:spPr>
        <p:txBody>
          <a:bodyPr anchor="b"/>
          <a:lstStyle>
            <a:lvl1pPr>
              <a:defRPr/>
            </a:lvl1pPr>
          </a:lstStyle>
          <a:p>
            <a:r>
              <a:rPr lang="en-US"/>
              <a:t>Title</a:t>
            </a:r>
          </a:p>
        </p:txBody>
      </p:sp>
      <p:sp>
        <p:nvSpPr>
          <p:cNvPr id="8" name="Rectangle 7">
            <a:extLst>
              <a:ext uri="{FF2B5EF4-FFF2-40B4-BE49-F238E27FC236}">
                <a16:creationId xmlns:a16="http://schemas.microsoft.com/office/drawing/2014/main" id="{E9A78271-D975-392F-26ED-9AF02A595AA3}"/>
              </a:ext>
              <a:ext uri="{C183D7F6-B498-43B3-948B-1728B52AA6E4}">
                <adec:decorative xmlns:adec="http://schemas.microsoft.com/office/drawing/2017/decorative" val="1"/>
              </a:ext>
            </a:extLst>
          </p:cNvPr>
          <p:cNvSpPr/>
          <p:nvPr userDrawn="1"/>
        </p:nvSpPr>
        <p:spPr>
          <a:xfrm>
            <a:off x="6096000" y="0"/>
            <a:ext cx="6096000" cy="68580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7">
            <a:extLst>
              <a:ext uri="{FF2B5EF4-FFF2-40B4-BE49-F238E27FC236}">
                <a16:creationId xmlns:a16="http://schemas.microsoft.com/office/drawing/2014/main" id="{F0FEDF7D-16CB-CED7-A7AF-90CBDF7D6705}"/>
              </a:ext>
            </a:extLst>
          </p:cNvPr>
          <p:cNvSpPr>
            <a:spLocks noGrp="1"/>
          </p:cNvSpPr>
          <p:nvPr>
            <p:ph type="body" sz="quarter" idx="10" hasCustomPrompt="1"/>
          </p:nvPr>
        </p:nvSpPr>
        <p:spPr>
          <a:xfrm>
            <a:off x="6458857" y="477673"/>
            <a:ext cx="5304517" cy="5599278"/>
          </a:xfrm>
        </p:spPr>
        <p:txBody>
          <a:bodyPr wrap="square">
            <a:noAutofit/>
          </a:bodyPr>
          <a:lstStyle>
            <a:lvl1pPr marL="0" indent="0">
              <a:spcAft>
                <a:spcPts val="600"/>
              </a:spcAft>
              <a:buNone/>
              <a:defRPr sz="2000">
                <a:solidFill>
                  <a:schemeClr val="bg1"/>
                </a:solidFill>
                <a:latin typeface="+mn-lt"/>
              </a:defRPr>
            </a:lvl1pPr>
            <a:lvl2pPr marL="228600" indent="0">
              <a:buNone/>
              <a:defRPr/>
            </a:lvl2pPr>
            <a:lvl3pPr marL="457200" indent="0">
              <a:buNone/>
              <a:defRPr/>
            </a:lvl3pPr>
            <a:lvl4pPr marL="685800" indent="0">
              <a:buNone/>
              <a:defRPr/>
            </a:lvl4pPr>
            <a:lvl5pPr marL="914400" indent="0">
              <a:buNone/>
              <a:defRPr/>
            </a:lvl5pPr>
          </a:lstStyle>
          <a:p>
            <a:r>
              <a:rPr lang="en-US"/>
              <a:t>Quote/Body text</a:t>
            </a:r>
          </a:p>
        </p:txBody>
      </p:sp>
      <p:sp>
        <p:nvSpPr>
          <p:cNvPr id="2" name="Slide Number Placeholder 5">
            <a:extLst>
              <a:ext uri="{FF2B5EF4-FFF2-40B4-BE49-F238E27FC236}">
                <a16:creationId xmlns:a16="http://schemas.microsoft.com/office/drawing/2014/main" id="{512E530A-B778-4B96-FF9C-7B751B733D7B}"/>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sp>
        <p:nvSpPr>
          <p:cNvPr id="5" name="Graphique 10" descr="Atos logo">
            <a:extLst>
              <a:ext uri="{FF2B5EF4-FFF2-40B4-BE49-F238E27FC236}">
                <a16:creationId xmlns:a16="http://schemas.microsoft.com/office/drawing/2014/main" id="{025140E0-C2C6-A3A5-0B7E-678902A455D4}"/>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grpSp>
        <p:nvGrpSpPr>
          <p:cNvPr id="6" name="Group 5">
            <a:extLst>
              <a:ext uri="{FF2B5EF4-FFF2-40B4-BE49-F238E27FC236}">
                <a16:creationId xmlns:a16="http://schemas.microsoft.com/office/drawing/2014/main" id="{19778ECC-DF3B-21C8-2028-9C37F39EDD7F}"/>
              </a:ext>
              <a:ext uri="{C183D7F6-B498-43B3-948B-1728B52AA6E4}">
                <adec:decorative xmlns:adec="http://schemas.microsoft.com/office/drawing/2017/decorative" val="1"/>
              </a:ext>
            </a:extLst>
          </p:cNvPr>
          <p:cNvGrpSpPr/>
          <p:nvPr userDrawn="1"/>
        </p:nvGrpSpPr>
        <p:grpSpPr>
          <a:xfrm>
            <a:off x="428625" y="688572"/>
            <a:ext cx="5398971" cy="5398971"/>
            <a:chOff x="428625" y="688572"/>
            <a:chExt cx="5398971" cy="5398971"/>
          </a:xfrm>
        </p:grpSpPr>
        <p:pic>
          <p:nvPicPr>
            <p:cNvPr id="12" name="Graphic 11">
              <a:extLst>
                <a:ext uri="{FF2B5EF4-FFF2-40B4-BE49-F238E27FC236}">
                  <a16:creationId xmlns:a16="http://schemas.microsoft.com/office/drawing/2014/main" id="{DDD74B7C-D695-9400-9632-BD81C62538E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V="1">
              <a:off x="428625" y="3388057"/>
              <a:ext cx="2699486" cy="2699486"/>
            </a:xfrm>
            <a:prstGeom prst="rect">
              <a:avLst/>
            </a:prstGeom>
          </p:spPr>
        </p:pic>
        <p:pic>
          <p:nvPicPr>
            <p:cNvPr id="13" name="Graphic 12">
              <a:extLst>
                <a:ext uri="{FF2B5EF4-FFF2-40B4-BE49-F238E27FC236}">
                  <a16:creationId xmlns:a16="http://schemas.microsoft.com/office/drawing/2014/main" id="{867E329A-F569-FD2D-40BC-C949E9EC7C6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a:off x="3128110" y="688572"/>
              <a:ext cx="2699486" cy="2699486"/>
            </a:xfrm>
            <a:prstGeom prst="rect">
              <a:avLst/>
            </a:prstGeom>
          </p:spPr>
        </p:pic>
      </p:grpSp>
      <p:sp>
        <p:nvSpPr>
          <p:cNvPr id="7" name="Picture Placeholder 6">
            <a:extLst>
              <a:ext uri="{FF2B5EF4-FFF2-40B4-BE49-F238E27FC236}">
                <a16:creationId xmlns:a16="http://schemas.microsoft.com/office/drawing/2014/main" id="{7BB21A47-0ACD-51C0-D2C7-23A1141D8604}"/>
              </a:ext>
              <a:ext uri="{C183D7F6-B498-43B3-948B-1728B52AA6E4}">
                <adec:decorative xmlns:adec="http://schemas.microsoft.com/office/drawing/2017/decorative" val="1"/>
              </a:ext>
            </a:extLst>
          </p:cNvPr>
          <p:cNvSpPr>
            <a:spLocks noGrp="1" noChangeAspect="1"/>
          </p:cNvSpPr>
          <p:nvPr>
            <p:ph type="pic" sz="quarter" idx="11"/>
          </p:nvPr>
        </p:nvSpPr>
        <p:spPr>
          <a:xfrm>
            <a:off x="1516747" y="1776294"/>
            <a:ext cx="3218690" cy="3218688"/>
          </a:xfrm>
          <a:prstGeom prst="ellipse">
            <a:avLst/>
          </a:prstGeom>
        </p:spPr>
        <p:txBody>
          <a:bodyPr anchor="ctr"/>
          <a:lstStyle>
            <a:lvl1pPr marL="0" indent="0" algn="ctr">
              <a:buNone/>
              <a:defRPr/>
            </a:lvl1pPr>
          </a:lstStyle>
          <a:p>
            <a:r>
              <a:rPr lang="fr-FR"/>
              <a:t>Cliquez sur l'icône pour ajouter une image</a:t>
            </a:r>
            <a:endParaRPr lang="en-US"/>
          </a:p>
        </p:txBody>
      </p:sp>
    </p:spTree>
    <p:extLst>
      <p:ext uri="{BB962C8B-B14F-4D97-AF65-F5344CB8AC3E}">
        <p14:creationId xmlns:p14="http://schemas.microsoft.com/office/powerpoint/2010/main" val="2572366710"/>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Circle curve quote 2">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5FD19C8-A9BF-5C73-C5BC-BA598A545343}"/>
              </a:ext>
              <a:ext uri="{C183D7F6-B498-43B3-948B-1728B52AA6E4}">
                <adec:decorative xmlns:adec="http://schemas.microsoft.com/office/drawing/2017/decorative" val="1"/>
              </a:ext>
            </a:extLst>
          </p:cNvPr>
          <p:cNvGrpSpPr/>
          <p:nvPr userDrawn="1"/>
        </p:nvGrpSpPr>
        <p:grpSpPr>
          <a:xfrm>
            <a:off x="428625" y="688572"/>
            <a:ext cx="5398971" cy="5398971"/>
            <a:chOff x="428625" y="688572"/>
            <a:chExt cx="5398971" cy="5398971"/>
          </a:xfrm>
        </p:grpSpPr>
        <p:pic>
          <p:nvPicPr>
            <p:cNvPr id="12" name="Graphic 11">
              <a:extLst>
                <a:ext uri="{FF2B5EF4-FFF2-40B4-BE49-F238E27FC236}">
                  <a16:creationId xmlns:a16="http://schemas.microsoft.com/office/drawing/2014/main" id="{DDD74B7C-D695-9400-9632-BD81C62538E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V="1">
              <a:off x="428625" y="3388057"/>
              <a:ext cx="2699486" cy="2699486"/>
            </a:xfrm>
            <a:prstGeom prst="rect">
              <a:avLst/>
            </a:prstGeom>
          </p:spPr>
        </p:pic>
        <p:pic>
          <p:nvPicPr>
            <p:cNvPr id="13" name="Graphic 12">
              <a:extLst>
                <a:ext uri="{FF2B5EF4-FFF2-40B4-BE49-F238E27FC236}">
                  <a16:creationId xmlns:a16="http://schemas.microsoft.com/office/drawing/2014/main" id="{867E329A-F569-FD2D-40BC-C949E9EC7C6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a:off x="3128110" y="688572"/>
              <a:ext cx="2699486" cy="2699486"/>
            </a:xfrm>
            <a:prstGeom prst="rect">
              <a:avLst/>
            </a:prstGeom>
          </p:spPr>
        </p:pic>
      </p:grpSp>
      <p:sp>
        <p:nvSpPr>
          <p:cNvPr id="7" name="Title 6">
            <a:extLst>
              <a:ext uri="{FF2B5EF4-FFF2-40B4-BE49-F238E27FC236}">
                <a16:creationId xmlns:a16="http://schemas.microsoft.com/office/drawing/2014/main" id="{571E8B8B-07EF-1513-B4C6-C31171443239}"/>
              </a:ext>
            </a:extLst>
          </p:cNvPr>
          <p:cNvSpPr>
            <a:spLocks noGrp="1"/>
          </p:cNvSpPr>
          <p:nvPr>
            <p:ph type="title" hasCustomPrompt="1"/>
          </p:nvPr>
        </p:nvSpPr>
        <p:spPr>
          <a:xfrm>
            <a:off x="1518765" y="1778713"/>
            <a:ext cx="3218690" cy="3218688"/>
          </a:xfrm>
        </p:spPr>
        <p:txBody>
          <a:bodyPr anchor="ctr"/>
          <a:lstStyle>
            <a:lvl1pPr algn="ctr">
              <a:defRPr>
                <a:solidFill>
                  <a:schemeClr val="accent3"/>
                </a:solidFill>
              </a:defRPr>
            </a:lvl1pPr>
          </a:lstStyle>
          <a:p>
            <a:r>
              <a:rPr lang="en-US"/>
              <a:t>Title example </a:t>
            </a:r>
            <a:br>
              <a:rPr lang="en-US"/>
            </a:br>
            <a:r>
              <a:rPr lang="en-US"/>
              <a:t>over two lines</a:t>
            </a:r>
          </a:p>
        </p:txBody>
      </p:sp>
      <p:sp>
        <p:nvSpPr>
          <p:cNvPr id="8" name="Rectangle 7">
            <a:extLst>
              <a:ext uri="{FF2B5EF4-FFF2-40B4-BE49-F238E27FC236}">
                <a16:creationId xmlns:a16="http://schemas.microsoft.com/office/drawing/2014/main" id="{E9A78271-D975-392F-26ED-9AF02A595AA3}"/>
              </a:ext>
              <a:ext uri="{C183D7F6-B498-43B3-948B-1728B52AA6E4}">
                <adec:decorative xmlns:adec="http://schemas.microsoft.com/office/drawing/2017/decorative" val="1"/>
              </a:ext>
            </a:extLst>
          </p:cNvPr>
          <p:cNvSpPr/>
          <p:nvPr userDrawn="1"/>
        </p:nvSpPr>
        <p:spPr>
          <a:xfrm>
            <a:off x="6096000" y="0"/>
            <a:ext cx="6096000" cy="68580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7">
            <a:extLst>
              <a:ext uri="{FF2B5EF4-FFF2-40B4-BE49-F238E27FC236}">
                <a16:creationId xmlns:a16="http://schemas.microsoft.com/office/drawing/2014/main" id="{F0FEDF7D-16CB-CED7-A7AF-90CBDF7D6705}"/>
              </a:ext>
            </a:extLst>
          </p:cNvPr>
          <p:cNvSpPr>
            <a:spLocks noGrp="1"/>
          </p:cNvSpPr>
          <p:nvPr>
            <p:ph type="body" sz="quarter" idx="10" hasCustomPrompt="1"/>
          </p:nvPr>
        </p:nvSpPr>
        <p:spPr>
          <a:xfrm>
            <a:off x="6458857" y="477673"/>
            <a:ext cx="5304517" cy="5599278"/>
          </a:xfrm>
        </p:spPr>
        <p:txBody>
          <a:bodyPr wrap="square">
            <a:noAutofit/>
          </a:bodyPr>
          <a:lstStyle>
            <a:lvl1pPr marL="0" indent="0">
              <a:spcAft>
                <a:spcPts val="600"/>
              </a:spcAft>
              <a:buNone/>
              <a:defRPr sz="2000">
                <a:solidFill>
                  <a:schemeClr val="bg1"/>
                </a:solidFill>
                <a:latin typeface="+mn-lt"/>
              </a:defRPr>
            </a:lvl1pPr>
            <a:lvl2pPr marL="228600" indent="0">
              <a:buNone/>
              <a:defRPr/>
            </a:lvl2pPr>
            <a:lvl3pPr marL="457200" indent="0">
              <a:buNone/>
              <a:defRPr/>
            </a:lvl3pPr>
            <a:lvl4pPr marL="685800" indent="0">
              <a:buNone/>
              <a:defRPr/>
            </a:lvl4pPr>
            <a:lvl5pPr marL="914400" indent="0">
              <a:buNone/>
              <a:defRPr/>
            </a:lvl5pPr>
          </a:lstStyle>
          <a:p>
            <a:r>
              <a:rPr lang="en-US"/>
              <a:t>Quote/Body text</a:t>
            </a:r>
          </a:p>
        </p:txBody>
      </p:sp>
      <p:sp>
        <p:nvSpPr>
          <p:cNvPr id="2" name="Slide Number Placeholder 5">
            <a:extLst>
              <a:ext uri="{FF2B5EF4-FFF2-40B4-BE49-F238E27FC236}">
                <a16:creationId xmlns:a16="http://schemas.microsoft.com/office/drawing/2014/main" id="{9D9D97E0-3D8D-7FAB-987B-9840782C00B0}"/>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sp>
        <p:nvSpPr>
          <p:cNvPr id="5" name="Graphique 10" descr="Atos logo">
            <a:extLst>
              <a:ext uri="{FF2B5EF4-FFF2-40B4-BE49-F238E27FC236}">
                <a16:creationId xmlns:a16="http://schemas.microsoft.com/office/drawing/2014/main" id="{025140E0-C2C6-A3A5-0B7E-678902A455D4}"/>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Tree>
    <p:extLst>
      <p:ext uri="{BB962C8B-B14F-4D97-AF65-F5344CB8AC3E}">
        <p14:creationId xmlns:p14="http://schemas.microsoft.com/office/powerpoint/2010/main" val="3867814866"/>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Circle curve quote 3">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601E3036-17F2-B2D8-A1D0-CDDB9D0DD68D}"/>
              </a:ext>
              <a:ext uri="{C183D7F6-B498-43B3-948B-1728B52AA6E4}">
                <adec:decorative xmlns:adec="http://schemas.microsoft.com/office/drawing/2017/decorative" val="1"/>
              </a:ext>
            </a:extLst>
          </p:cNvPr>
          <p:cNvGrpSpPr/>
          <p:nvPr userDrawn="1"/>
        </p:nvGrpSpPr>
        <p:grpSpPr>
          <a:xfrm>
            <a:off x="0" y="0"/>
            <a:ext cx="6096000" cy="6858000"/>
            <a:chOff x="0" y="0"/>
            <a:chExt cx="6096000" cy="6858000"/>
          </a:xfrm>
        </p:grpSpPr>
        <p:sp>
          <p:nvSpPr>
            <p:cNvPr id="8" name="Rectangle 7">
              <a:extLst>
                <a:ext uri="{FF2B5EF4-FFF2-40B4-BE49-F238E27FC236}">
                  <a16:creationId xmlns:a16="http://schemas.microsoft.com/office/drawing/2014/main" id="{E9A78271-D975-392F-26ED-9AF02A595AA3}"/>
                </a:ext>
                <a:ext uri="{C183D7F6-B498-43B3-948B-1728B52AA6E4}">
                  <adec:decorative xmlns:adec="http://schemas.microsoft.com/office/drawing/2017/decorative" val="1"/>
                </a:ext>
              </a:extLst>
            </p:cNvPr>
            <p:cNvSpPr/>
            <p:nvPr userDrawn="1"/>
          </p:nvSpPr>
          <p:spPr>
            <a:xfrm>
              <a:off x="0" y="0"/>
              <a:ext cx="6096000" cy="68580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 name="Group 5">
              <a:extLst>
                <a:ext uri="{FF2B5EF4-FFF2-40B4-BE49-F238E27FC236}">
                  <a16:creationId xmlns:a16="http://schemas.microsoft.com/office/drawing/2014/main" id="{95FD19C8-A9BF-5C73-C5BC-BA598A545343}"/>
                </a:ext>
                <a:ext uri="{C183D7F6-B498-43B3-948B-1728B52AA6E4}">
                  <adec:decorative xmlns:adec="http://schemas.microsoft.com/office/drawing/2017/decorative" val="1"/>
                </a:ext>
              </a:extLst>
            </p:cNvPr>
            <p:cNvGrpSpPr/>
            <p:nvPr userDrawn="1"/>
          </p:nvGrpSpPr>
          <p:grpSpPr>
            <a:xfrm>
              <a:off x="428625" y="688572"/>
              <a:ext cx="5398971" cy="5398971"/>
              <a:chOff x="428625" y="688572"/>
              <a:chExt cx="5398971" cy="5398971"/>
            </a:xfrm>
          </p:grpSpPr>
          <p:pic>
            <p:nvPicPr>
              <p:cNvPr id="12" name="Graphic 11">
                <a:extLst>
                  <a:ext uri="{FF2B5EF4-FFF2-40B4-BE49-F238E27FC236}">
                    <a16:creationId xmlns:a16="http://schemas.microsoft.com/office/drawing/2014/main" id="{DDD74B7C-D695-9400-9632-BD81C62538E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V="1">
                <a:off x="428625" y="3388057"/>
                <a:ext cx="2699486" cy="2699486"/>
              </a:xfrm>
              <a:prstGeom prst="rect">
                <a:avLst/>
              </a:prstGeom>
            </p:spPr>
          </p:pic>
          <p:pic>
            <p:nvPicPr>
              <p:cNvPr id="13" name="Graphic 12">
                <a:extLst>
                  <a:ext uri="{FF2B5EF4-FFF2-40B4-BE49-F238E27FC236}">
                    <a16:creationId xmlns:a16="http://schemas.microsoft.com/office/drawing/2014/main" id="{867E329A-F569-FD2D-40BC-C949E9EC7C6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a:off x="3128110" y="688572"/>
                <a:ext cx="2699486" cy="2699486"/>
              </a:xfrm>
              <a:prstGeom prst="rect">
                <a:avLst/>
              </a:prstGeom>
            </p:spPr>
          </p:pic>
        </p:grpSp>
      </p:grpSp>
      <p:sp>
        <p:nvSpPr>
          <p:cNvPr id="7" name="Title 6">
            <a:extLst>
              <a:ext uri="{FF2B5EF4-FFF2-40B4-BE49-F238E27FC236}">
                <a16:creationId xmlns:a16="http://schemas.microsoft.com/office/drawing/2014/main" id="{571E8B8B-07EF-1513-B4C6-C31171443239}"/>
              </a:ext>
            </a:extLst>
          </p:cNvPr>
          <p:cNvSpPr>
            <a:spLocks noGrp="1"/>
          </p:cNvSpPr>
          <p:nvPr>
            <p:ph type="title" hasCustomPrompt="1"/>
          </p:nvPr>
        </p:nvSpPr>
        <p:spPr>
          <a:xfrm>
            <a:off x="1518765" y="1778713"/>
            <a:ext cx="3218690" cy="3218688"/>
          </a:xfrm>
        </p:spPr>
        <p:txBody>
          <a:bodyPr anchor="ctr"/>
          <a:lstStyle>
            <a:lvl1pPr algn="ctr">
              <a:defRPr sz="3200">
                <a:solidFill>
                  <a:schemeClr val="bg1"/>
                </a:solidFill>
              </a:defRPr>
            </a:lvl1pPr>
          </a:lstStyle>
          <a:p>
            <a:r>
              <a:rPr lang="en-US"/>
              <a:t>Presentation</a:t>
            </a:r>
            <a:br>
              <a:rPr lang="en-US"/>
            </a:br>
            <a:r>
              <a:rPr lang="en-US"/>
              <a:t>title</a:t>
            </a:r>
          </a:p>
        </p:txBody>
      </p:sp>
      <p:sp>
        <p:nvSpPr>
          <p:cNvPr id="4" name="Text Placeholder 7">
            <a:extLst>
              <a:ext uri="{FF2B5EF4-FFF2-40B4-BE49-F238E27FC236}">
                <a16:creationId xmlns:a16="http://schemas.microsoft.com/office/drawing/2014/main" id="{F0FEDF7D-16CB-CED7-A7AF-90CBDF7D6705}"/>
              </a:ext>
            </a:extLst>
          </p:cNvPr>
          <p:cNvSpPr>
            <a:spLocks noGrp="1"/>
          </p:cNvSpPr>
          <p:nvPr>
            <p:ph type="body" sz="quarter" idx="10" hasCustomPrompt="1"/>
          </p:nvPr>
        </p:nvSpPr>
        <p:spPr>
          <a:xfrm>
            <a:off x="6458857" y="477673"/>
            <a:ext cx="5304517" cy="5599278"/>
          </a:xfrm>
        </p:spPr>
        <p:txBody>
          <a:bodyPr wrap="square">
            <a:noAutofit/>
          </a:bodyPr>
          <a:lstStyle>
            <a:lvl1pPr marL="0" indent="0">
              <a:spcAft>
                <a:spcPts val="600"/>
              </a:spcAft>
              <a:buNone/>
              <a:defRPr sz="2000">
                <a:solidFill>
                  <a:schemeClr val="accent3"/>
                </a:solidFill>
                <a:latin typeface="+mn-lt"/>
              </a:defRPr>
            </a:lvl1pPr>
            <a:lvl2pPr marL="228600" indent="0">
              <a:buNone/>
              <a:defRPr/>
            </a:lvl2pPr>
            <a:lvl3pPr marL="457200" indent="0">
              <a:buNone/>
              <a:defRPr/>
            </a:lvl3pPr>
            <a:lvl4pPr marL="685800" indent="0">
              <a:buNone/>
              <a:defRPr/>
            </a:lvl4pPr>
            <a:lvl5pPr marL="914400" indent="0">
              <a:buNone/>
              <a:defRPr/>
            </a:lvl5pPr>
          </a:lstStyle>
          <a:p>
            <a:r>
              <a:rPr lang="en-US"/>
              <a:t>Quote/Body text</a:t>
            </a:r>
          </a:p>
        </p:txBody>
      </p:sp>
    </p:spTree>
    <p:extLst>
      <p:ext uri="{BB962C8B-B14F-4D97-AF65-F5344CB8AC3E}">
        <p14:creationId xmlns:p14="http://schemas.microsoft.com/office/powerpoint/2010/main" val="4014485671"/>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Horizontal image">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A3249094-6A68-D834-0DBC-9A7F16E75AD2}"/>
              </a:ext>
            </a:extLst>
          </p:cNvPr>
          <p:cNvSpPr>
            <a:spLocks noGrp="1"/>
          </p:cNvSpPr>
          <p:nvPr>
            <p:ph type="title" hasCustomPrompt="1"/>
          </p:nvPr>
        </p:nvSpPr>
        <p:spPr>
          <a:xfrm>
            <a:off x="428623" y="4548851"/>
            <a:ext cx="3622941" cy="1528100"/>
          </a:xfrm>
        </p:spPr>
        <p:txBody>
          <a:bodyPr/>
          <a:lstStyle>
            <a:lvl1pPr>
              <a:defRPr/>
            </a:lvl1pPr>
          </a:lstStyle>
          <a:p>
            <a:pPr lvl="0"/>
            <a:r>
              <a:rPr lang="en-US"/>
              <a:t>Presentation title</a:t>
            </a:r>
          </a:p>
        </p:txBody>
      </p:sp>
      <p:sp>
        <p:nvSpPr>
          <p:cNvPr id="15" name="Text Placeholder 13">
            <a:extLst>
              <a:ext uri="{FF2B5EF4-FFF2-40B4-BE49-F238E27FC236}">
                <a16:creationId xmlns:a16="http://schemas.microsoft.com/office/drawing/2014/main" id="{0857F230-011F-060B-4FB1-562515D958C8}"/>
              </a:ext>
            </a:extLst>
          </p:cNvPr>
          <p:cNvSpPr>
            <a:spLocks noGrp="1"/>
          </p:cNvSpPr>
          <p:nvPr>
            <p:ph type="body" sz="quarter" idx="12" hasCustomPrompt="1"/>
          </p:nvPr>
        </p:nvSpPr>
        <p:spPr>
          <a:xfrm>
            <a:off x="4284529" y="2899336"/>
            <a:ext cx="3622941" cy="3177613"/>
          </a:xfrm>
        </p:spPr>
        <p:txBody>
          <a:bodyPr/>
          <a:lstStyle>
            <a:lvl1pPr marL="0" indent="0">
              <a:spcAft>
                <a:spcPts val="300"/>
              </a:spcAft>
              <a:buNone/>
              <a:defRPr sz="1600">
                <a:solidFill>
                  <a:schemeClr val="accent3"/>
                </a:solidFill>
                <a:latin typeface="+mj-lt"/>
              </a:defRPr>
            </a:lvl1pPr>
            <a:lvl2pPr marL="182880" indent="-182880">
              <a:spcAft>
                <a:spcPts val="300"/>
              </a:spcAft>
              <a:buFont typeface="Arial" panose="020B0604020202020204" pitchFamily="34" charset="0"/>
              <a:buChar char="•"/>
              <a:defRPr sz="1400"/>
            </a:lvl2pPr>
          </a:lstStyle>
          <a:p>
            <a:pPr lvl="0"/>
            <a:r>
              <a:rPr lang="en-US"/>
              <a:t>Text to come</a:t>
            </a:r>
          </a:p>
          <a:p>
            <a:pPr lvl="1"/>
            <a:r>
              <a:rPr lang="en-US"/>
              <a:t>Text to come</a:t>
            </a:r>
          </a:p>
        </p:txBody>
      </p:sp>
      <p:sp>
        <p:nvSpPr>
          <p:cNvPr id="17" name="Text Placeholder 13">
            <a:extLst>
              <a:ext uri="{FF2B5EF4-FFF2-40B4-BE49-F238E27FC236}">
                <a16:creationId xmlns:a16="http://schemas.microsoft.com/office/drawing/2014/main" id="{1A32E384-2A06-73AA-FF5C-EEF843B9C278}"/>
              </a:ext>
            </a:extLst>
          </p:cNvPr>
          <p:cNvSpPr>
            <a:spLocks noGrp="1"/>
          </p:cNvSpPr>
          <p:nvPr>
            <p:ph type="body" sz="quarter" idx="13" hasCustomPrompt="1"/>
          </p:nvPr>
        </p:nvSpPr>
        <p:spPr>
          <a:xfrm>
            <a:off x="8140436" y="2899336"/>
            <a:ext cx="3622941" cy="3177613"/>
          </a:xfrm>
        </p:spPr>
        <p:txBody>
          <a:bodyPr/>
          <a:lstStyle>
            <a:lvl1pPr marL="0" indent="0">
              <a:spcAft>
                <a:spcPts val="300"/>
              </a:spcAft>
              <a:buNone/>
              <a:defRPr sz="1600">
                <a:solidFill>
                  <a:schemeClr val="accent3"/>
                </a:solidFill>
                <a:latin typeface="+mj-lt"/>
              </a:defRPr>
            </a:lvl1pPr>
            <a:lvl2pPr marL="182880" indent="-182880">
              <a:spcAft>
                <a:spcPts val="300"/>
              </a:spcAft>
              <a:buFont typeface="Arial" panose="020B0604020202020204" pitchFamily="34" charset="0"/>
              <a:buChar char="•"/>
              <a:defRPr sz="1400"/>
            </a:lvl2pPr>
          </a:lstStyle>
          <a:p>
            <a:pPr lvl="0"/>
            <a:r>
              <a:rPr lang="en-US"/>
              <a:t>Text to come</a:t>
            </a:r>
          </a:p>
          <a:p>
            <a:pPr lvl="1"/>
            <a:r>
              <a:rPr lang="en-US"/>
              <a:t>Text to come</a:t>
            </a:r>
          </a:p>
        </p:txBody>
      </p:sp>
      <p:sp>
        <p:nvSpPr>
          <p:cNvPr id="2" name="Slide Number Placeholder 5">
            <a:extLst>
              <a:ext uri="{FF2B5EF4-FFF2-40B4-BE49-F238E27FC236}">
                <a16:creationId xmlns:a16="http://schemas.microsoft.com/office/drawing/2014/main" id="{9D9D97E0-3D8D-7FAB-987B-9840782C00B0}"/>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sp>
        <p:nvSpPr>
          <p:cNvPr id="9" name="Picture Placeholder 8">
            <a:extLst>
              <a:ext uri="{FF2B5EF4-FFF2-40B4-BE49-F238E27FC236}">
                <a16:creationId xmlns:a16="http://schemas.microsoft.com/office/drawing/2014/main" id="{74402166-D4C7-46DF-2D53-A61654BC1272}"/>
              </a:ext>
              <a:ext uri="{C183D7F6-B498-43B3-948B-1728B52AA6E4}">
                <adec:decorative xmlns:adec="http://schemas.microsoft.com/office/drawing/2017/decorative" val="1"/>
              </a:ext>
            </a:extLst>
          </p:cNvPr>
          <p:cNvSpPr>
            <a:spLocks noGrp="1"/>
          </p:cNvSpPr>
          <p:nvPr>
            <p:ph type="pic" sz="quarter" idx="10" hasCustomPrompt="1"/>
          </p:nvPr>
        </p:nvSpPr>
        <p:spPr>
          <a:xfrm>
            <a:off x="0" y="-2"/>
            <a:ext cx="12192000" cy="2743200"/>
          </a:xfrm>
        </p:spPr>
        <p:txBody>
          <a:bodyPr tIns="1280160" anchor="ctr"/>
          <a:lstStyle>
            <a:lvl1pPr marL="0" indent="0" algn="ctr">
              <a:spcAft>
                <a:spcPts val="0"/>
              </a:spcAft>
              <a:buNone/>
              <a:defRPr/>
            </a:lvl1pPr>
          </a:lstStyle>
          <a:p>
            <a:r>
              <a:rPr lang="en-US"/>
              <a:t>Click icon to add picture</a:t>
            </a:r>
            <a:br>
              <a:rPr lang="en-US"/>
            </a:br>
            <a:r>
              <a:rPr lang="en-US"/>
              <a:t>[Reading order of this slide is failing currently as you need to either label your image decorative]</a:t>
            </a:r>
          </a:p>
        </p:txBody>
      </p:sp>
      <p:pic>
        <p:nvPicPr>
          <p:cNvPr id="10" name="Graphic 9">
            <a:extLst>
              <a:ext uri="{FF2B5EF4-FFF2-40B4-BE49-F238E27FC236}">
                <a16:creationId xmlns:a16="http://schemas.microsoft.com/office/drawing/2014/main" id="{4BC43108-4F2C-DF07-1B76-A5BC51997213}"/>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a:off x="428623" y="2899337"/>
            <a:ext cx="1536654" cy="1536654"/>
          </a:xfrm>
          <a:prstGeom prst="rect">
            <a:avLst/>
          </a:prstGeom>
        </p:spPr>
      </p:pic>
    </p:spTree>
    <p:extLst>
      <p:ext uri="{BB962C8B-B14F-4D97-AF65-F5344CB8AC3E}">
        <p14:creationId xmlns:p14="http://schemas.microsoft.com/office/powerpoint/2010/main" val="2370621113"/>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Horizontal custom image">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177251B7-BDA4-7CFC-7E11-BE1B143D5B8A}"/>
              </a:ext>
            </a:extLst>
          </p:cNvPr>
          <p:cNvSpPr>
            <a:spLocks noGrp="1"/>
          </p:cNvSpPr>
          <p:nvPr>
            <p:ph type="title" hasCustomPrompt="1"/>
          </p:nvPr>
        </p:nvSpPr>
        <p:spPr>
          <a:xfrm>
            <a:off x="428623" y="3948242"/>
            <a:ext cx="3622941" cy="2128709"/>
          </a:xfrm>
        </p:spPr>
        <p:txBody>
          <a:bodyPr/>
          <a:lstStyle>
            <a:lvl1pPr>
              <a:defRPr sz="2800"/>
            </a:lvl1pPr>
          </a:lstStyle>
          <a:p>
            <a:pPr lvl="0"/>
            <a:r>
              <a:rPr lang="en-US"/>
              <a:t>Presentation title</a:t>
            </a:r>
          </a:p>
        </p:txBody>
      </p:sp>
      <p:sp>
        <p:nvSpPr>
          <p:cNvPr id="15" name="Text Placeholder 13">
            <a:extLst>
              <a:ext uri="{FF2B5EF4-FFF2-40B4-BE49-F238E27FC236}">
                <a16:creationId xmlns:a16="http://schemas.microsoft.com/office/drawing/2014/main" id="{0857F230-011F-060B-4FB1-562515D958C8}"/>
              </a:ext>
            </a:extLst>
          </p:cNvPr>
          <p:cNvSpPr>
            <a:spLocks noGrp="1"/>
          </p:cNvSpPr>
          <p:nvPr>
            <p:ph type="body" sz="quarter" idx="12" hasCustomPrompt="1"/>
          </p:nvPr>
        </p:nvSpPr>
        <p:spPr>
          <a:xfrm>
            <a:off x="4284529" y="2280214"/>
            <a:ext cx="3622941" cy="3796736"/>
          </a:xfrm>
        </p:spPr>
        <p:txBody>
          <a:bodyPr/>
          <a:lstStyle>
            <a:lvl1pPr marL="0" indent="0">
              <a:spcAft>
                <a:spcPts val="300"/>
              </a:spcAft>
              <a:buNone/>
              <a:defRPr sz="1600">
                <a:solidFill>
                  <a:schemeClr val="accent3"/>
                </a:solidFill>
                <a:latin typeface="+mj-lt"/>
              </a:defRPr>
            </a:lvl1pPr>
            <a:lvl2pPr marL="182880" indent="-182880">
              <a:spcAft>
                <a:spcPts val="300"/>
              </a:spcAft>
              <a:buFont typeface="Arial" panose="020B0604020202020204" pitchFamily="34" charset="0"/>
              <a:buChar char="•"/>
              <a:defRPr sz="1400"/>
            </a:lvl2pPr>
          </a:lstStyle>
          <a:p>
            <a:pPr lvl="0"/>
            <a:r>
              <a:rPr lang="en-US"/>
              <a:t>Text to come</a:t>
            </a:r>
          </a:p>
          <a:p>
            <a:pPr lvl="1"/>
            <a:r>
              <a:rPr lang="en-US"/>
              <a:t>Text to come</a:t>
            </a:r>
          </a:p>
        </p:txBody>
      </p:sp>
      <p:sp>
        <p:nvSpPr>
          <p:cNvPr id="17" name="Text Placeholder 13">
            <a:extLst>
              <a:ext uri="{FF2B5EF4-FFF2-40B4-BE49-F238E27FC236}">
                <a16:creationId xmlns:a16="http://schemas.microsoft.com/office/drawing/2014/main" id="{1A32E384-2A06-73AA-FF5C-EEF843B9C278}"/>
              </a:ext>
            </a:extLst>
          </p:cNvPr>
          <p:cNvSpPr>
            <a:spLocks noGrp="1"/>
          </p:cNvSpPr>
          <p:nvPr>
            <p:ph type="body" sz="quarter" idx="13" hasCustomPrompt="1"/>
          </p:nvPr>
        </p:nvSpPr>
        <p:spPr>
          <a:xfrm>
            <a:off x="8140436" y="2280214"/>
            <a:ext cx="3622941" cy="3796736"/>
          </a:xfrm>
        </p:spPr>
        <p:txBody>
          <a:bodyPr/>
          <a:lstStyle>
            <a:lvl1pPr marL="0" indent="0">
              <a:spcAft>
                <a:spcPts val="300"/>
              </a:spcAft>
              <a:buNone/>
              <a:defRPr sz="1600">
                <a:solidFill>
                  <a:schemeClr val="accent3"/>
                </a:solidFill>
                <a:latin typeface="+mj-lt"/>
              </a:defRPr>
            </a:lvl1pPr>
            <a:lvl2pPr marL="182880" indent="-182880">
              <a:spcAft>
                <a:spcPts val="300"/>
              </a:spcAft>
              <a:buFont typeface="Arial" panose="020B0604020202020204" pitchFamily="34" charset="0"/>
              <a:buChar char="•"/>
              <a:defRPr sz="1400"/>
            </a:lvl2pPr>
          </a:lstStyle>
          <a:p>
            <a:pPr lvl="0"/>
            <a:r>
              <a:rPr lang="en-US"/>
              <a:t>Text to come</a:t>
            </a:r>
          </a:p>
          <a:p>
            <a:pPr lvl="1"/>
            <a:r>
              <a:rPr lang="en-US"/>
              <a:t>Text to come</a:t>
            </a:r>
          </a:p>
        </p:txBody>
      </p:sp>
      <p:sp>
        <p:nvSpPr>
          <p:cNvPr id="2" name="Slide Number Placeholder 5">
            <a:extLst>
              <a:ext uri="{FF2B5EF4-FFF2-40B4-BE49-F238E27FC236}">
                <a16:creationId xmlns:a16="http://schemas.microsoft.com/office/drawing/2014/main" id="{9D9D97E0-3D8D-7FAB-987B-9840782C00B0}"/>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sp>
        <p:nvSpPr>
          <p:cNvPr id="16" name="Picture Placeholder 15">
            <a:extLst>
              <a:ext uri="{FF2B5EF4-FFF2-40B4-BE49-F238E27FC236}">
                <a16:creationId xmlns:a16="http://schemas.microsoft.com/office/drawing/2014/main" id="{06A16EC3-E042-9D3B-ABB3-350B46674C08}"/>
              </a:ext>
              <a:ext uri="{C183D7F6-B498-43B3-948B-1728B52AA6E4}">
                <adec:decorative xmlns:adec="http://schemas.microsoft.com/office/drawing/2017/decorative" val="1"/>
              </a:ext>
            </a:extLst>
          </p:cNvPr>
          <p:cNvSpPr>
            <a:spLocks noGrp="1"/>
          </p:cNvSpPr>
          <p:nvPr>
            <p:ph type="pic" sz="quarter" idx="10" hasCustomPrompt="1"/>
          </p:nvPr>
        </p:nvSpPr>
        <p:spPr>
          <a:xfrm>
            <a:off x="1" y="0"/>
            <a:ext cx="7936707" cy="2148840"/>
          </a:xfrm>
          <a:custGeom>
            <a:avLst/>
            <a:gdLst>
              <a:gd name="connsiteX0" fmla="*/ 0 w 7936707"/>
              <a:gd name="connsiteY0" fmla="*/ 0 h 2148840"/>
              <a:gd name="connsiteX1" fmla="*/ 7936707 w 7936707"/>
              <a:gd name="connsiteY1" fmla="*/ 0 h 2148840"/>
              <a:gd name="connsiteX2" fmla="*/ 7916112 w 7936707"/>
              <a:gd name="connsiteY2" fmla="*/ 152642 h 2148840"/>
              <a:gd name="connsiteX3" fmla="*/ 7772397 w 7936707"/>
              <a:gd name="connsiteY3" fmla="*/ 428627 h 2148840"/>
              <a:gd name="connsiteX4" fmla="*/ 7291388 w 7936707"/>
              <a:gd name="connsiteY4" fmla="*/ 645318 h 2148840"/>
              <a:gd name="connsiteX5" fmla="*/ 7292983 w 7936707"/>
              <a:gd name="connsiteY5" fmla="*/ 1076537 h 2148840"/>
              <a:gd name="connsiteX6" fmla="*/ 7179447 w 7936707"/>
              <a:gd name="connsiteY6" fmla="*/ 1084178 h 2148840"/>
              <a:gd name="connsiteX7" fmla="*/ 6527006 w 7936707"/>
              <a:gd name="connsiteY7" fmla="*/ 1400174 h 2148840"/>
              <a:gd name="connsiteX8" fmla="*/ 6241917 w 7936707"/>
              <a:gd name="connsiteY8" fmla="*/ 1943760 h 2148840"/>
              <a:gd name="connsiteX9" fmla="*/ 6220226 w 7936707"/>
              <a:gd name="connsiteY9" fmla="*/ 2148840 h 2148840"/>
              <a:gd name="connsiteX10" fmla="*/ 0 w 7936707"/>
              <a:gd name="connsiteY10" fmla="*/ 2148840 h 21488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936707" h="2148840">
                <a:moveTo>
                  <a:pt x="0" y="0"/>
                </a:moveTo>
                <a:lnTo>
                  <a:pt x="7936707" y="0"/>
                </a:lnTo>
                <a:lnTo>
                  <a:pt x="7916112" y="152642"/>
                </a:lnTo>
                <a:cubicBezTo>
                  <a:pt x="7880150" y="293192"/>
                  <a:pt x="7806627" y="394397"/>
                  <a:pt x="7772397" y="428627"/>
                </a:cubicBezTo>
                <a:cubicBezTo>
                  <a:pt x="7726757" y="474267"/>
                  <a:pt x="7599362" y="630237"/>
                  <a:pt x="7291388" y="645318"/>
                </a:cubicBezTo>
                <a:lnTo>
                  <a:pt x="7292983" y="1076537"/>
                </a:lnTo>
                <a:lnTo>
                  <a:pt x="7179447" y="1084178"/>
                </a:lnTo>
                <a:cubicBezTo>
                  <a:pt x="6913730" y="1115401"/>
                  <a:pt x="6694389" y="1234878"/>
                  <a:pt x="6527006" y="1400174"/>
                </a:cubicBezTo>
                <a:cubicBezTo>
                  <a:pt x="6383536" y="1541857"/>
                  <a:pt x="6283809" y="1737115"/>
                  <a:pt x="6241917" y="1943760"/>
                </a:cubicBezTo>
                <a:lnTo>
                  <a:pt x="6220226" y="2148840"/>
                </a:lnTo>
                <a:lnTo>
                  <a:pt x="0" y="2148840"/>
                </a:lnTo>
                <a:close/>
              </a:path>
            </a:pathLst>
          </a:custGeom>
        </p:spPr>
        <p:txBody>
          <a:bodyPr wrap="square" tIns="1371600" anchor="ctr">
            <a:noAutofit/>
          </a:bodyPr>
          <a:lstStyle>
            <a:lvl1pPr marL="0" indent="0" algn="ctr">
              <a:spcAft>
                <a:spcPts val="0"/>
              </a:spcAft>
              <a:buNone/>
              <a:defRPr sz="1400"/>
            </a:lvl1pPr>
          </a:lstStyle>
          <a:p>
            <a:r>
              <a:rPr lang="en-US"/>
              <a:t>Click icon to add picture</a:t>
            </a:r>
            <a:br>
              <a:rPr lang="en-US"/>
            </a:br>
            <a:r>
              <a:rPr lang="en-US"/>
              <a:t>[Reading order of this slide is failing currently as</a:t>
            </a:r>
            <a:br>
              <a:rPr lang="en-US"/>
            </a:br>
            <a:r>
              <a:rPr lang="en-US"/>
              <a:t>you need to either label your image decorative]</a:t>
            </a:r>
          </a:p>
        </p:txBody>
      </p:sp>
      <p:grpSp>
        <p:nvGrpSpPr>
          <p:cNvPr id="6" name="Group 5">
            <a:extLst>
              <a:ext uri="{FF2B5EF4-FFF2-40B4-BE49-F238E27FC236}">
                <a16:creationId xmlns:a16="http://schemas.microsoft.com/office/drawing/2014/main" id="{98028403-CA56-3044-0754-28BCEA1221EF}"/>
              </a:ext>
              <a:ext uri="{C183D7F6-B498-43B3-948B-1728B52AA6E4}">
                <adec:decorative xmlns:adec="http://schemas.microsoft.com/office/drawing/2017/decorative" val="1"/>
              </a:ext>
            </a:extLst>
          </p:cNvPr>
          <p:cNvGrpSpPr/>
          <p:nvPr userDrawn="1"/>
        </p:nvGrpSpPr>
        <p:grpSpPr>
          <a:xfrm>
            <a:off x="428623" y="0"/>
            <a:ext cx="7937782" cy="3816868"/>
            <a:chOff x="428623" y="0"/>
            <a:chExt cx="7937782" cy="3816868"/>
          </a:xfrm>
        </p:grpSpPr>
        <p:pic>
          <p:nvPicPr>
            <p:cNvPr id="10" name="Graphic 9">
              <a:extLst>
                <a:ext uri="{FF2B5EF4-FFF2-40B4-BE49-F238E27FC236}">
                  <a16:creationId xmlns:a16="http://schemas.microsoft.com/office/drawing/2014/main" id="{4BC43108-4F2C-DF07-1B76-A5BC51997213}"/>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a:off x="428623" y="2280214"/>
              <a:ext cx="1536654" cy="1536654"/>
            </a:xfrm>
            <a:prstGeom prst="rect">
              <a:avLst/>
            </a:prstGeom>
          </p:spPr>
        </p:pic>
        <p:pic>
          <p:nvPicPr>
            <p:cNvPr id="3" name="Graphic 2">
              <a:extLst>
                <a:ext uri="{FF2B5EF4-FFF2-40B4-BE49-F238E27FC236}">
                  <a16:creationId xmlns:a16="http://schemas.microsoft.com/office/drawing/2014/main" id="{9FB87B71-100B-41E3-AFCA-8DDCC0E4D605}"/>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a:off x="7291985" y="0"/>
              <a:ext cx="1074420" cy="1074420"/>
            </a:xfrm>
            <a:prstGeom prst="rect">
              <a:avLst/>
            </a:prstGeom>
          </p:spPr>
        </p:pic>
        <p:pic>
          <p:nvPicPr>
            <p:cNvPr id="4" name="Graphic 3">
              <a:extLst>
                <a:ext uri="{FF2B5EF4-FFF2-40B4-BE49-F238E27FC236}">
                  <a16:creationId xmlns:a16="http://schemas.microsoft.com/office/drawing/2014/main" id="{3C478359-C705-F6C2-2562-F7E6ECCBC5A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V="1">
              <a:off x="6217565" y="1074420"/>
              <a:ext cx="1074420" cy="1074420"/>
            </a:xfrm>
            <a:prstGeom prst="rect">
              <a:avLst/>
            </a:prstGeom>
          </p:spPr>
        </p:pic>
      </p:grpSp>
    </p:spTree>
    <p:extLst>
      <p:ext uri="{BB962C8B-B14F-4D97-AF65-F5344CB8AC3E}">
        <p14:creationId xmlns:p14="http://schemas.microsoft.com/office/powerpoint/2010/main" val="2371318098"/>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Customer use cas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5" y="291451"/>
            <a:ext cx="10217944" cy="912315"/>
          </a:xfrm>
        </p:spPr>
        <p:txBody>
          <a:bodyPr/>
          <a:lstStyle>
            <a:lvl1pPr>
              <a:defRPr/>
            </a:lvl1pPr>
          </a:lstStyle>
          <a:p>
            <a:r>
              <a:rPr lang="en-US" noProof="0"/>
              <a:t>Customer Name or “Leading Company in Industry” 3</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6" y="709990"/>
            <a:ext cx="10217944"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marL="0" marR="0" lvl="0" indent="0" algn="l" defTabSz="914400" rtl="0" eaLnBrk="1" fontAlgn="auto" latinLnBrk="0" hangingPunct="1">
              <a:lnSpc>
                <a:spcPct val="100000"/>
              </a:lnSpc>
              <a:spcBef>
                <a:spcPts val="0"/>
              </a:spcBef>
              <a:spcAft>
                <a:spcPts val="400"/>
              </a:spcAft>
              <a:buClr>
                <a:srgbClr val="FFFFFF"/>
              </a:buClr>
              <a:buSzPct val="100000"/>
              <a:buFont typeface="Arial" panose="020B0604020202020204" pitchFamily="34" charset="0"/>
              <a:buNone/>
              <a:tabLst/>
              <a:defRPr/>
            </a:pPr>
            <a:r>
              <a:rPr lang="en-US" noProof="0"/>
              <a:t>Project Name / Short Project Description</a:t>
            </a:r>
          </a:p>
        </p:txBody>
      </p:sp>
      <p:sp>
        <p:nvSpPr>
          <p:cNvPr id="20" name="Text Placeholder 19">
            <a:extLst>
              <a:ext uri="{FF2B5EF4-FFF2-40B4-BE49-F238E27FC236}">
                <a16:creationId xmlns:a16="http://schemas.microsoft.com/office/drawing/2014/main" id="{16E3656E-2604-07A1-7264-51DBED1E9925}"/>
              </a:ext>
            </a:extLst>
          </p:cNvPr>
          <p:cNvSpPr>
            <a:spLocks noGrp="1"/>
          </p:cNvSpPr>
          <p:nvPr>
            <p:ph type="body" sz="quarter" idx="43" hasCustomPrompt="1"/>
          </p:nvPr>
        </p:nvSpPr>
        <p:spPr>
          <a:xfrm>
            <a:off x="428624" y="1448539"/>
            <a:ext cx="11346324" cy="685800"/>
          </a:xfrm>
        </p:spPr>
        <p:txBody>
          <a:bodyPr/>
          <a:lstStyle>
            <a:lvl1pPr marL="0" indent="0">
              <a:buFontTx/>
              <a:buNone/>
              <a:defRPr sz="1400">
                <a:latin typeface="+mn-lt"/>
              </a:defRPr>
            </a:lvl1pPr>
            <a:lvl2pPr marL="228600" indent="0">
              <a:buFontTx/>
              <a:buNone/>
              <a:defRPr sz="1400">
                <a:latin typeface="+mn-lt"/>
              </a:defRPr>
            </a:lvl2pPr>
            <a:lvl3pPr marL="457200" indent="0">
              <a:buFontTx/>
              <a:buNone/>
              <a:defRPr sz="1400">
                <a:latin typeface="+mn-lt"/>
              </a:defRPr>
            </a:lvl3pPr>
            <a:lvl4pPr marL="685800" indent="0">
              <a:buFontTx/>
              <a:buNone/>
              <a:defRPr sz="1400">
                <a:latin typeface="+mn-lt"/>
              </a:defRPr>
            </a:lvl4pPr>
            <a:lvl5pPr>
              <a:buFontTx/>
              <a:buNone/>
              <a:defRPr sz="1400">
                <a:latin typeface="+mn-lt"/>
              </a:defRPr>
            </a:lvl5pPr>
          </a:lstStyle>
          <a:p>
            <a:pPr lvl="0"/>
            <a:r>
              <a:rPr lang="en-US"/>
              <a:t>Client description</a:t>
            </a:r>
          </a:p>
        </p:txBody>
      </p:sp>
      <p:sp>
        <p:nvSpPr>
          <p:cNvPr id="6" name="Text Placeholder 3">
            <a:extLst>
              <a:ext uri="{FF2B5EF4-FFF2-40B4-BE49-F238E27FC236}">
                <a16:creationId xmlns:a16="http://schemas.microsoft.com/office/drawing/2014/main" id="{F7CC7CBF-5CAC-89DF-85B0-F8F79253431F}"/>
              </a:ext>
            </a:extLst>
          </p:cNvPr>
          <p:cNvSpPr>
            <a:spLocks noGrp="1"/>
          </p:cNvSpPr>
          <p:nvPr>
            <p:ph type="body" sz="quarter" idx="21" hasCustomPrompt="1"/>
          </p:nvPr>
        </p:nvSpPr>
        <p:spPr>
          <a:xfrm>
            <a:off x="1059542" y="2273528"/>
            <a:ext cx="2935241" cy="548640"/>
          </a:xfrm>
        </p:spPr>
        <p:txBody>
          <a:bodyPr anchor="ctr"/>
          <a:lstStyle>
            <a:lvl1pPr marL="0" indent="0">
              <a:spcAft>
                <a:spcPts val="0"/>
              </a:spcAft>
              <a:buNone/>
              <a:defRPr sz="1800">
                <a:solidFill>
                  <a:schemeClr val="accent1"/>
                </a:solidFill>
                <a:latin typeface="+mj-lt"/>
              </a:defRPr>
            </a:lvl1pPr>
          </a:lstStyle>
          <a:p>
            <a:r>
              <a:rPr lang="en-IN"/>
              <a:t>Challenge</a:t>
            </a:r>
          </a:p>
        </p:txBody>
      </p:sp>
      <p:sp>
        <p:nvSpPr>
          <p:cNvPr id="12" name="Text Placeholder 11">
            <a:extLst>
              <a:ext uri="{FF2B5EF4-FFF2-40B4-BE49-F238E27FC236}">
                <a16:creationId xmlns:a16="http://schemas.microsoft.com/office/drawing/2014/main" id="{59890119-6112-A65C-5D5F-826D3A8F06E7}"/>
              </a:ext>
            </a:extLst>
          </p:cNvPr>
          <p:cNvSpPr>
            <a:spLocks noGrp="1"/>
          </p:cNvSpPr>
          <p:nvPr>
            <p:ph type="body" sz="quarter" idx="13" hasCustomPrompt="1"/>
          </p:nvPr>
        </p:nvSpPr>
        <p:spPr>
          <a:xfrm>
            <a:off x="428624" y="2904370"/>
            <a:ext cx="3566160" cy="3172580"/>
          </a:xfrm>
        </p:spPr>
        <p:txBody>
          <a:bodyPr lIns="0" tIns="73152" rIns="91440" bIns="45720"/>
          <a:lstStyle>
            <a:lvl1pPr>
              <a:defRPr sz="1400"/>
            </a:lvl1pPr>
            <a:lvl2pPr>
              <a:defRPr sz="1400"/>
            </a:lvl2pPr>
            <a:lvl3pPr>
              <a:defRPr sz="1400"/>
            </a:lvl3pPr>
            <a:lvl4pPr>
              <a:defRPr sz="1400"/>
            </a:lvl4pPr>
          </a:lstStyle>
          <a:p>
            <a:pPr lvl="0"/>
            <a:r>
              <a:rPr lang="en-US" noProof="0"/>
              <a:t>Level 01</a:t>
            </a:r>
          </a:p>
          <a:p>
            <a:pPr lvl="1"/>
            <a:r>
              <a:rPr lang="en-US" noProof="0"/>
              <a:t>Level 02</a:t>
            </a:r>
          </a:p>
          <a:p>
            <a:pPr lvl="2"/>
            <a:r>
              <a:rPr lang="en-US" noProof="0"/>
              <a:t>Level 03</a:t>
            </a:r>
          </a:p>
          <a:p>
            <a:pPr lvl="3"/>
            <a:r>
              <a:rPr lang="en-US" noProof="0"/>
              <a:t>Level 04</a:t>
            </a:r>
          </a:p>
        </p:txBody>
      </p:sp>
      <p:sp>
        <p:nvSpPr>
          <p:cNvPr id="4" name="Text Placeholder 3">
            <a:extLst>
              <a:ext uri="{FF2B5EF4-FFF2-40B4-BE49-F238E27FC236}">
                <a16:creationId xmlns:a16="http://schemas.microsoft.com/office/drawing/2014/main" id="{B299E64B-3AEF-5121-CC02-A5BF0E2C2E35}"/>
              </a:ext>
            </a:extLst>
          </p:cNvPr>
          <p:cNvSpPr>
            <a:spLocks noGrp="1"/>
          </p:cNvSpPr>
          <p:nvPr>
            <p:ph type="body" sz="quarter" idx="19" hasCustomPrompt="1"/>
          </p:nvPr>
        </p:nvSpPr>
        <p:spPr>
          <a:xfrm>
            <a:off x="4949625" y="2273528"/>
            <a:ext cx="2935241" cy="548640"/>
          </a:xfrm>
        </p:spPr>
        <p:txBody>
          <a:bodyPr anchor="ctr"/>
          <a:lstStyle>
            <a:lvl1pPr marL="0" indent="0">
              <a:spcAft>
                <a:spcPts val="0"/>
              </a:spcAft>
              <a:buNone/>
              <a:defRPr sz="1800">
                <a:solidFill>
                  <a:schemeClr val="accent1"/>
                </a:solidFill>
                <a:latin typeface="+mj-lt"/>
              </a:defRPr>
            </a:lvl1pPr>
          </a:lstStyle>
          <a:p>
            <a:r>
              <a:rPr lang="en-IN"/>
              <a:t>Solution</a:t>
            </a:r>
          </a:p>
        </p:txBody>
      </p:sp>
      <p:sp>
        <p:nvSpPr>
          <p:cNvPr id="16" name="Text Placeholder 11">
            <a:extLst>
              <a:ext uri="{FF2B5EF4-FFF2-40B4-BE49-F238E27FC236}">
                <a16:creationId xmlns:a16="http://schemas.microsoft.com/office/drawing/2014/main" id="{12B314BB-47D3-B217-085B-FF4087FD57ED}"/>
              </a:ext>
            </a:extLst>
          </p:cNvPr>
          <p:cNvSpPr>
            <a:spLocks noGrp="1"/>
          </p:cNvSpPr>
          <p:nvPr>
            <p:ph type="body" sz="quarter" idx="15" hasCustomPrompt="1"/>
          </p:nvPr>
        </p:nvSpPr>
        <p:spPr>
          <a:xfrm>
            <a:off x="4318707" y="2904370"/>
            <a:ext cx="3566160" cy="3172580"/>
          </a:xfrm>
        </p:spPr>
        <p:txBody>
          <a:bodyPr lIns="0" tIns="73152" rIns="91440" bIns="45720"/>
          <a:lstStyle>
            <a:lvl1pPr>
              <a:defRPr sz="1400"/>
            </a:lvl1pPr>
            <a:lvl2pPr>
              <a:defRPr sz="1400"/>
            </a:lvl2pPr>
            <a:lvl3pPr>
              <a:defRPr sz="1400"/>
            </a:lvl3pPr>
            <a:lvl4pPr>
              <a:defRPr sz="1400"/>
            </a:lvl4pPr>
          </a:lstStyle>
          <a:p>
            <a:pPr lvl="0"/>
            <a:r>
              <a:rPr lang="en-US" noProof="0"/>
              <a:t>Level 01</a:t>
            </a:r>
          </a:p>
          <a:p>
            <a:pPr lvl="1"/>
            <a:r>
              <a:rPr lang="en-US" noProof="0"/>
              <a:t>Level 02</a:t>
            </a:r>
          </a:p>
          <a:p>
            <a:pPr lvl="2"/>
            <a:r>
              <a:rPr lang="en-US" noProof="0"/>
              <a:t>Level 03</a:t>
            </a:r>
          </a:p>
          <a:p>
            <a:pPr lvl="3"/>
            <a:r>
              <a:rPr lang="en-US" noProof="0"/>
              <a:t>Level 04</a:t>
            </a:r>
          </a:p>
        </p:txBody>
      </p:sp>
      <p:sp>
        <p:nvSpPr>
          <p:cNvPr id="5" name="Text Placeholder 3">
            <a:extLst>
              <a:ext uri="{FF2B5EF4-FFF2-40B4-BE49-F238E27FC236}">
                <a16:creationId xmlns:a16="http://schemas.microsoft.com/office/drawing/2014/main" id="{7F70AEA1-0FFB-C5AB-EE1A-EBC0EB80289D}"/>
              </a:ext>
            </a:extLst>
          </p:cNvPr>
          <p:cNvSpPr>
            <a:spLocks noGrp="1"/>
          </p:cNvSpPr>
          <p:nvPr>
            <p:ph type="body" sz="quarter" idx="20" hasCustomPrompt="1"/>
          </p:nvPr>
        </p:nvSpPr>
        <p:spPr>
          <a:xfrm>
            <a:off x="8839708" y="2273528"/>
            <a:ext cx="2935241" cy="548640"/>
          </a:xfrm>
        </p:spPr>
        <p:txBody>
          <a:bodyPr anchor="ctr"/>
          <a:lstStyle>
            <a:lvl1pPr marL="0" indent="0">
              <a:spcAft>
                <a:spcPts val="0"/>
              </a:spcAft>
              <a:buNone/>
              <a:defRPr sz="1800">
                <a:solidFill>
                  <a:schemeClr val="accent1"/>
                </a:solidFill>
                <a:latin typeface="+mj-lt"/>
              </a:defRPr>
            </a:lvl1pPr>
          </a:lstStyle>
          <a:p>
            <a:r>
              <a:rPr lang="en-IN"/>
              <a:t>Business benefits</a:t>
            </a:r>
          </a:p>
        </p:txBody>
      </p:sp>
      <p:sp>
        <p:nvSpPr>
          <p:cNvPr id="18" name="Text Placeholder 11">
            <a:extLst>
              <a:ext uri="{FF2B5EF4-FFF2-40B4-BE49-F238E27FC236}">
                <a16:creationId xmlns:a16="http://schemas.microsoft.com/office/drawing/2014/main" id="{56A08DAB-4054-6D4C-0D9A-23E95A1C1CD2}"/>
              </a:ext>
            </a:extLst>
          </p:cNvPr>
          <p:cNvSpPr>
            <a:spLocks noGrp="1"/>
          </p:cNvSpPr>
          <p:nvPr>
            <p:ph type="body" sz="quarter" idx="17" hasCustomPrompt="1"/>
          </p:nvPr>
        </p:nvSpPr>
        <p:spPr>
          <a:xfrm>
            <a:off x="8208790" y="2904370"/>
            <a:ext cx="3566160" cy="3172580"/>
          </a:xfrm>
        </p:spPr>
        <p:txBody>
          <a:bodyPr lIns="0" tIns="73152" rIns="91440" bIns="45720"/>
          <a:lstStyle>
            <a:lvl1pPr>
              <a:defRPr sz="1400"/>
            </a:lvl1pPr>
            <a:lvl2pPr>
              <a:defRPr sz="1400"/>
            </a:lvl2pPr>
            <a:lvl3pPr>
              <a:defRPr sz="1400"/>
            </a:lvl3pPr>
            <a:lvl4pPr>
              <a:defRPr sz="1400"/>
            </a:lvl4pPr>
          </a:lstStyle>
          <a:p>
            <a:pPr lvl="0"/>
            <a:r>
              <a:rPr lang="en-US" noProof="0"/>
              <a:t>Level 01</a:t>
            </a:r>
          </a:p>
          <a:p>
            <a:pPr lvl="1"/>
            <a:r>
              <a:rPr lang="en-US" noProof="0"/>
              <a:t>Level 02</a:t>
            </a:r>
          </a:p>
          <a:p>
            <a:pPr lvl="2"/>
            <a:r>
              <a:rPr lang="en-US" noProof="0"/>
              <a:t>Level 03</a:t>
            </a:r>
          </a:p>
          <a:p>
            <a:pPr lvl="3"/>
            <a:r>
              <a:rPr lang="en-US" noProof="0"/>
              <a:t>Level 04</a:t>
            </a:r>
          </a:p>
        </p:txBody>
      </p:sp>
      <p:sp>
        <p:nvSpPr>
          <p:cNvPr id="3" name="Slide Number Placeholder 5">
            <a:extLst>
              <a:ext uri="{FF2B5EF4-FFF2-40B4-BE49-F238E27FC236}">
                <a16:creationId xmlns:a16="http://schemas.microsoft.com/office/drawing/2014/main" id="{86B26CC1-EC68-EFF1-594A-E7D62DC165B8}"/>
              </a:ext>
            </a:extLst>
          </p:cNvPr>
          <p:cNvSpPr>
            <a:spLocks noGrp="1"/>
          </p:cNvSpPr>
          <p:nvPr userDrawn="1">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en-US" noProof="0" smtClean="0"/>
              <a:pPr/>
              <a:t>‹N°›</a:t>
            </a:fld>
            <a:endParaRPr lang="en-US" noProof="0"/>
          </a:p>
        </p:txBody>
      </p:sp>
      <p:sp>
        <p:nvSpPr>
          <p:cNvPr id="19" name="internal use only">
            <a:extLst>
              <a:ext uri="{FF2B5EF4-FFF2-40B4-BE49-F238E27FC236}">
                <a16:creationId xmlns:a16="http://schemas.microsoft.com/office/drawing/2014/main" id="{01155420-5447-22ED-0B97-FFAF06EAB069}"/>
              </a:ext>
            </a:extLst>
          </p:cNvPr>
          <p:cNvSpPr txBox="1"/>
          <p:nvPr userDrawn="1"/>
        </p:nvSpPr>
        <p:spPr>
          <a:xfrm>
            <a:off x="4789859" y="6347606"/>
            <a:ext cx="1371600" cy="276999"/>
          </a:xfrm>
          <a:prstGeom prst="rect">
            <a:avLst/>
          </a:prstGeom>
          <a:solidFill>
            <a:schemeClr val="accent3"/>
          </a:solidFill>
          <a:ln>
            <a:noFill/>
          </a:ln>
        </p:spPr>
        <p:txBody>
          <a:bodyPr wrap="square" lIns="45720" tIns="45720" rIns="45720" bIns="45720" rtlCol="0" anchor="ctr">
            <a:spAutoFit/>
          </a:bodyPr>
          <a:lstStyle>
            <a:defPPr>
              <a:defRPr lang="en-US"/>
            </a:defPPr>
            <a:lvl1pPr marR="0" lvl="0" indent="0" algn="ctr" fontAlgn="auto">
              <a:lnSpc>
                <a:spcPct val="100000"/>
              </a:lnSpc>
              <a:spcBef>
                <a:spcPts val="0"/>
              </a:spcBef>
              <a:spcAft>
                <a:spcPts val="0"/>
              </a:spcAft>
              <a:buClrTx/>
              <a:buSzTx/>
              <a:buFontTx/>
              <a:buNone/>
              <a:tabLst/>
              <a:defRPr sz="1200">
                <a:solidFill>
                  <a:srgbClr val="FFFFFF"/>
                </a:solidFill>
              </a:defRPr>
            </a:lvl1pPr>
          </a:lstStyle>
          <a:p>
            <a:r>
              <a:rPr lang="en-US">
                <a:solidFill>
                  <a:schemeClr val="bg1"/>
                </a:solidFill>
              </a:rPr>
              <a:t>Atos Portfolio L1</a:t>
            </a:r>
          </a:p>
        </p:txBody>
      </p:sp>
      <p:sp>
        <p:nvSpPr>
          <p:cNvPr id="21" name="internal use only">
            <a:extLst>
              <a:ext uri="{FF2B5EF4-FFF2-40B4-BE49-F238E27FC236}">
                <a16:creationId xmlns:a16="http://schemas.microsoft.com/office/drawing/2014/main" id="{028F9F4E-5FDF-D2FA-E8CF-E280BC09AD98}"/>
              </a:ext>
            </a:extLst>
          </p:cNvPr>
          <p:cNvSpPr txBox="1"/>
          <p:nvPr userDrawn="1"/>
        </p:nvSpPr>
        <p:spPr>
          <a:xfrm>
            <a:off x="6263056" y="6347604"/>
            <a:ext cx="2153208" cy="276999"/>
          </a:xfrm>
          <a:prstGeom prst="rect">
            <a:avLst/>
          </a:prstGeom>
          <a:solidFill>
            <a:schemeClr val="accent1"/>
          </a:solidFill>
          <a:ln>
            <a:noFill/>
          </a:ln>
        </p:spPr>
        <p:txBody>
          <a:bodyPr wrap="square" lIns="45720" tIns="45720" rIns="45720" bIns="45720"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a:solidFill>
                  <a:schemeClr val="bg1"/>
                </a:solidFill>
              </a:rPr>
              <a:t>Atos Portfolio L2 (optional)</a:t>
            </a:r>
            <a:endParaRPr kumimoji="0" lang="en-US" sz="1200" b="0" i="0" u="none" strike="noStrike" kern="1200" cap="none" spc="0" normalizeH="0" baseline="0" noProof="0">
              <a:ln>
                <a:noFill/>
              </a:ln>
              <a:solidFill>
                <a:schemeClr val="bg1"/>
              </a:solidFill>
              <a:effectLst/>
              <a:uLnTx/>
              <a:uFillTx/>
              <a:ea typeface="+mn-ea"/>
              <a:cs typeface="+mn-cs"/>
            </a:endParaRPr>
          </a:p>
        </p:txBody>
      </p:sp>
      <p:sp>
        <p:nvSpPr>
          <p:cNvPr id="22" name="internal use only">
            <a:extLst>
              <a:ext uri="{FF2B5EF4-FFF2-40B4-BE49-F238E27FC236}">
                <a16:creationId xmlns:a16="http://schemas.microsoft.com/office/drawing/2014/main" id="{F33C5A73-D06E-7E4A-D948-24044C841C39}"/>
              </a:ext>
            </a:extLst>
          </p:cNvPr>
          <p:cNvSpPr txBox="1"/>
          <p:nvPr userDrawn="1"/>
        </p:nvSpPr>
        <p:spPr>
          <a:xfrm>
            <a:off x="8517861" y="6339094"/>
            <a:ext cx="1371600" cy="276999"/>
          </a:xfrm>
          <a:prstGeom prst="rect">
            <a:avLst/>
          </a:prstGeom>
          <a:noFill/>
          <a:ln w="12700">
            <a:solidFill>
              <a:schemeClr val="accent3"/>
            </a:solidFill>
          </a:ln>
        </p:spPr>
        <p:txBody>
          <a:bodyPr wrap="square" lIns="45720" tIns="45720" rIns="45720" bIns="45720"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accent3"/>
                </a:solidFill>
                <a:effectLst/>
                <a:uLnTx/>
                <a:uFillTx/>
                <a:latin typeface="+mn-lt"/>
                <a:ea typeface="+mn-ea"/>
                <a:cs typeface="+mn-cs"/>
              </a:rPr>
              <a:t>External use  </a:t>
            </a:r>
          </a:p>
        </p:txBody>
      </p:sp>
      <p:grpSp>
        <p:nvGrpSpPr>
          <p:cNvPr id="10" name="Group 9">
            <a:extLst>
              <a:ext uri="{FF2B5EF4-FFF2-40B4-BE49-F238E27FC236}">
                <a16:creationId xmlns:a16="http://schemas.microsoft.com/office/drawing/2014/main" id="{B775A699-A18D-BB21-EF78-E5C6F2A0665E}"/>
              </a:ext>
              <a:ext uri="{C183D7F6-B498-43B3-948B-1728B52AA6E4}">
                <adec:decorative xmlns:adec="http://schemas.microsoft.com/office/drawing/2017/decorative" val="1"/>
              </a:ext>
            </a:extLst>
          </p:cNvPr>
          <p:cNvGrpSpPr/>
          <p:nvPr userDrawn="1"/>
        </p:nvGrpSpPr>
        <p:grpSpPr>
          <a:xfrm>
            <a:off x="4153852" y="2273528"/>
            <a:ext cx="3892977" cy="3803422"/>
            <a:chOff x="4153852" y="1446213"/>
            <a:chExt cx="3892977" cy="4630737"/>
          </a:xfrm>
        </p:grpSpPr>
        <p:cxnSp>
          <p:nvCxnSpPr>
            <p:cNvPr id="7" name="Straight Connector 6">
              <a:extLst>
                <a:ext uri="{FF2B5EF4-FFF2-40B4-BE49-F238E27FC236}">
                  <a16:creationId xmlns:a16="http://schemas.microsoft.com/office/drawing/2014/main" id="{8055F457-6C59-9205-5BC8-37A6E312F763}"/>
                </a:ext>
                <a:ext uri="{C183D7F6-B498-43B3-948B-1728B52AA6E4}">
                  <adec:decorative xmlns:adec="http://schemas.microsoft.com/office/drawing/2017/decorative" val="1"/>
                </a:ext>
              </a:extLst>
            </p:cNvPr>
            <p:cNvCxnSpPr>
              <a:cxnSpLocks/>
            </p:cNvCxnSpPr>
            <p:nvPr userDrawn="1"/>
          </p:nvCxnSpPr>
          <p:spPr>
            <a:xfrm>
              <a:off x="4153852" y="1446213"/>
              <a:ext cx="0" cy="4630737"/>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28317E02-C121-6BA0-DE8E-02D7575D7C7C}"/>
                </a:ext>
                <a:ext uri="{C183D7F6-B498-43B3-948B-1728B52AA6E4}">
                  <adec:decorative xmlns:adec="http://schemas.microsoft.com/office/drawing/2017/decorative" val="1"/>
                </a:ext>
              </a:extLst>
            </p:cNvPr>
            <p:cNvCxnSpPr>
              <a:cxnSpLocks/>
            </p:cNvCxnSpPr>
            <p:nvPr userDrawn="1"/>
          </p:nvCxnSpPr>
          <p:spPr>
            <a:xfrm>
              <a:off x="8046829" y="1446213"/>
              <a:ext cx="0" cy="4630737"/>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sp>
        <p:nvSpPr>
          <p:cNvPr id="13" name="Picture Placeholder 12">
            <a:extLst>
              <a:ext uri="{FF2B5EF4-FFF2-40B4-BE49-F238E27FC236}">
                <a16:creationId xmlns:a16="http://schemas.microsoft.com/office/drawing/2014/main" id="{A3671B79-3EC2-65ED-38A8-41F17F6B9984}"/>
              </a:ext>
              <a:ext uri="{C183D7F6-B498-43B3-948B-1728B52AA6E4}">
                <adec:decorative xmlns:adec="http://schemas.microsoft.com/office/drawing/2017/decorative" val="1"/>
              </a:ext>
            </a:extLst>
          </p:cNvPr>
          <p:cNvSpPr>
            <a:spLocks noGrp="1"/>
          </p:cNvSpPr>
          <p:nvPr userDrawn="1">
            <p:ph type="pic" sz="quarter" idx="42" hasCustomPrompt="1"/>
          </p:nvPr>
        </p:nvSpPr>
        <p:spPr>
          <a:xfrm>
            <a:off x="10731500" y="291451"/>
            <a:ext cx="1033272" cy="912315"/>
          </a:xfrm>
        </p:spPr>
        <p:txBody>
          <a:bodyPr bIns="18288" anchor="b"/>
          <a:lstStyle>
            <a:lvl1pPr marL="0" indent="0" algn="ctr">
              <a:buNone/>
              <a:defRPr sz="1100"/>
            </a:lvl1pPr>
          </a:lstStyle>
          <a:p>
            <a:r>
              <a:rPr lang="en-US"/>
              <a:t>Click icon to add logo</a:t>
            </a:r>
          </a:p>
        </p:txBody>
      </p:sp>
      <p:grpSp>
        <p:nvGrpSpPr>
          <p:cNvPr id="17" name="Group 16">
            <a:extLst>
              <a:ext uri="{FF2B5EF4-FFF2-40B4-BE49-F238E27FC236}">
                <a16:creationId xmlns:a16="http://schemas.microsoft.com/office/drawing/2014/main" id="{109FA632-2867-FF12-3F3B-EF231A97B567}"/>
              </a:ext>
              <a:ext uri="{C183D7F6-B498-43B3-948B-1728B52AA6E4}">
                <adec:decorative xmlns:adec="http://schemas.microsoft.com/office/drawing/2017/decorative" val="1"/>
              </a:ext>
            </a:extLst>
          </p:cNvPr>
          <p:cNvGrpSpPr/>
          <p:nvPr userDrawn="1"/>
        </p:nvGrpSpPr>
        <p:grpSpPr>
          <a:xfrm>
            <a:off x="324627" y="2152824"/>
            <a:ext cx="8520069" cy="751546"/>
            <a:chOff x="324627" y="2152824"/>
            <a:chExt cx="8520069" cy="751546"/>
          </a:xfrm>
        </p:grpSpPr>
        <p:pic>
          <p:nvPicPr>
            <p:cNvPr id="11" name="Image 25" descr="Une image contenant Graphique, symbole, logo, cercle&#10;&#10;Description générée automatiquement">
              <a:extLst>
                <a:ext uri="{FF2B5EF4-FFF2-40B4-BE49-F238E27FC236}">
                  <a16:creationId xmlns:a16="http://schemas.microsoft.com/office/drawing/2014/main" id="{4193AB0D-E43A-4E8F-0DC6-7A92C372BE0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8132590" y="2192264"/>
              <a:ext cx="712106" cy="712106"/>
            </a:xfrm>
            <a:prstGeom prst="rect">
              <a:avLst/>
            </a:prstGeom>
          </p:spPr>
        </p:pic>
        <p:pic>
          <p:nvPicPr>
            <p:cNvPr id="14" name="Image 27" descr="Une image contenant Graphique, symbole, logo, Police&#10;&#10;Description générée automatiquement">
              <a:extLst>
                <a:ext uri="{FF2B5EF4-FFF2-40B4-BE49-F238E27FC236}">
                  <a16:creationId xmlns:a16="http://schemas.microsoft.com/office/drawing/2014/main" id="{0968E7AA-E813-3568-2FA4-2B71A09604A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4228298" y="2169404"/>
              <a:ext cx="712106" cy="712106"/>
            </a:xfrm>
            <a:prstGeom prst="rect">
              <a:avLst/>
            </a:prstGeom>
          </p:spPr>
        </p:pic>
        <p:pic>
          <p:nvPicPr>
            <p:cNvPr id="15" name="Image 29" descr="Une image contenant Graphique, symbole, Police, graphisme&#10;&#10;Description générée automatiquement">
              <a:extLst>
                <a:ext uri="{FF2B5EF4-FFF2-40B4-BE49-F238E27FC236}">
                  <a16:creationId xmlns:a16="http://schemas.microsoft.com/office/drawing/2014/main" id="{7F86DC0E-1477-1A82-B5C3-6B6A2C31CB4F}"/>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24627" y="2152824"/>
              <a:ext cx="712106" cy="710331"/>
            </a:xfrm>
            <a:prstGeom prst="rect">
              <a:avLst/>
            </a:prstGeom>
          </p:spPr>
        </p:pic>
      </p:grpSp>
    </p:spTree>
    <p:extLst>
      <p:ext uri="{BB962C8B-B14F-4D97-AF65-F5344CB8AC3E}">
        <p14:creationId xmlns:p14="http://schemas.microsoft.com/office/powerpoint/2010/main" val="2468881939"/>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CV">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B0EEAF6F-C479-0460-933D-9A1AE8B05440}"/>
              </a:ext>
              <a:ext uri="{C183D7F6-B498-43B3-948B-1728B52AA6E4}">
                <adec:decorative xmlns:adec="http://schemas.microsoft.com/office/drawing/2017/decorative" val="1"/>
              </a:ext>
            </a:extLst>
          </p:cNvPr>
          <p:cNvGrpSpPr/>
          <p:nvPr userDrawn="1"/>
        </p:nvGrpSpPr>
        <p:grpSpPr>
          <a:xfrm>
            <a:off x="0" y="0"/>
            <a:ext cx="12192000" cy="2235997"/>
            <a:chOff x="0" y="0"/>
            <a:chExt cx="12192000" cy="2235997"/>
          </a:xfrm>
        </p:grpSpPr>
        <p:sp>
          <p:nvSpPr>
            <p:cNvPr id="8" name="Rectangle 7">
              <a:extLst>
                <a:ext uri="{FF2B5EF4-FFF2-40B4-BE49-F238E27FC236}">
                  <a16:creationId xmlns:a16="http://schemas.microsoft.com/office/drawing/2014/main" id="{E9A78271-D975-392F-26ED-9AF02A595AA3}"/>
                </a:ext>
                <a:ext uri="{C183D7F6-B498-43B3-948B-1728B52AA6E4}">
                  <adec:decorative xmlns:adec="http://schemas.microsoft.com/office/drawing/2017/decorative" val="1"/>
                </a:ext>
              </a:extLst>
            </p:cNvPr>
            <p:cNvSpPr>
              <a:spLocks/>
            </p:cNvSpPr>
            <p:nvPr userDrawn="1"/>
          </p:nvSpPr>
          <p:spPr>
            <a:xfrm>
              <a:off x="0" y="0"/>
              <a:ext cx="12192000" cy="1147746"/>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a:p>
          </p:txBody>
        </p:sp>
        <p:grpSp>
          <p:nvGrpSpPr>
            <p:cNvPr id="14" name="Group 13">
              <a:extLst>
                <a:ext uri="{FF2B5EF4-FFF2-40B4-BE49-F238E27FC236}">
                  <a16:creationId xmlns:a16="http://schemas.microsoft.com/office/drawing/2014/main" id="{87EF5BB1-9EC5-C075-5CF1-D55B8363DFE7}"/>
                </a:ext>
                <a:ext uri="{C183D7F6-B498-43B3-948B-1728B52AA6E4}">
                  <adec:decorative xmlns:adec="http://schemas.microsoft.com/office/drawing/2017/decorative" val="1"/>
                </a:ext>
              </a:extLst>
            </p:cNvPr>
            <p:cNvGrpSpPr/>
            <p:nvPr userDrawn="1"/>
          </p:nvGrpSpPr>
          <p:grpSpPr>
            <a:xfrm>
              <a:off x="436910" y="61381"/>
              <a:ext cx="2174616" cy="2174616"/>
              <a:chOff x="428625" y="688572"/>
              <a:chExt cx="5398972" cy="5398972"/>
            </a:xfrm>
          </p:grpSpPr>
          <p:sp>
            <p:nvSpPr>
              <p:cNvPr id="10" name="Graphic 12">
                <a:extLst>
                  <a:ext uri="{FF2B5EF4-FFF2-40B4-BE49-F238E27FC236}">
                    <a16:creationId xmlns:a16="http://schemas.microsoft.com/office/drawing/2014/main" id="{867E329A-F569-FD2D-40BC-C949E9EC7C6C}"/>
                  </a:ext>
                  <a:ext uri="{C183D7F6-B498-43B3-948B-1728B52AA6E4}">
                    <adec:decorative xmlns:adec="http://schemas.microsoft.com/office/drawing/2017/decorative" val="1"/>
                  </a:ext>
                </a:extLst>
              </p:cNvPr>
              <p:cNvSpPr/>
              <p:nvPr/>
            </p:nvSpPr>
            <p:spPr>
              <a:xfrm rot="5400000">
                <a:off x="3128111" y="688572"/>
                <a:ext cx="2699486" cy="2699486"/>
              </a:xfrm>
              <a:custGeom>
                <a:avLst/>
                <a:gdLst>
                  <a:gd name="connsiteX0" fmla="*/ 0 w 2699486"/>
                  <a:gd name="connsiteY0" fmla="*/ 2699486 h 2699486"/>
                  <a:gd name="connsiteX1" fmla="*/ 1094417 w 2699486"/>
                  <a:gd name="connsiteY1" fmla="*/ 2699486 h 2699486"/>
                  <a:gd name="connsiteX2" fmla="*/ 2699486 w 2699486"/>
                  <a:gd name="connsiteY2" fmla="*/ 1094417 h 2699486"/>
                  <a:gd name="connsiteX3" fmla="*/ 2699486 w 2699486"/>
                  <a:gd name="connsiteY3" fmla="*/ 0 h 2699486"/>
                  <a:gd name="connsiteX4" fmla="*/ 0 w 2699486"/>
                  <a:gd name="connsiteY4" fmla="*/ 2699486 h 26994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99486" h="2699486">
                    <a:moveTo>
                      <a:pt x="0" y="2699486"/>
                    </a:moveTo>
                    <a:lnTo>
                      <a:pt x="1094417" y="2699486"/>
                    </a:lnTo>
                    <a:cubicBezTo>
                      <a:pt x="1094417" y="1814505"/>
                      <a:pt x="1814505" y="1094417"/>
                      <a:pt x="2699486" y="1094417"/>
                    </a:cubicBezTo>
                    <a:lnTo>
                      <a:pt x="2699486" y="0"/>
                    </a:lnTo>
                    <a:cubicBezTo>
                      <a:pt x="1210944" y="0"/>
                      <a:pt x="0" y="1210944"/>
                      <a:pt x="0" y="2699486"/>
                    </a:cubicBezTo>
                  </a:path>
                </a:pathLst>
              </a:custGeom>
              <a:solidFill>
                <a:schemeClr val="accent2"/>
              </a:solidFill>
              <a:ln w="2246" cap="flat">
                <a:noFill/>
                <a:prstDash val="solid"/>
                <a:miter/>
              </a:ln>
            </p:spPr>
            <p:txBody>
              <a:bodyPr rtlCol="0" anchor="ctr"/>
              <a:lstStyle/>
              <a:p>
                <a:endParaRPr lang="en-US" noProof="0"/>
              </a:p>
            </p:txBody>
          </p:sp>
          <p:sp>
            <p:nvSpPr>
              <p:cNvPr id="11" name="Graphic 11">
                <a:extLst>
                  <a:ext uri="{FF2B5EF4-FFF2-40B4-BE49-F238E27FC236}">
                    <a16:creationId xmlns:a16="http://schemas.microsoft.com/office/drawing/2014/main" id="{DDD74B7C-D695-9400-9632-BD81C62538EB}"/>
                  </a:ext>
                  <a:ext uri="{C183D7F6-B498-43B3-948B-1728B52AA6E4}">
                    <adec:decorative xmlns:adec="http://schemas.microsoft.com/office/drawing/2017/decorative" val="1"/>
                  </a:ext>
                </a:extLst>
              </p:cNvPr>
              <p:cNvSpPr/>
              <p:nvPr/>
            </p:nvSpPr>
            <p:spPr>
              <a:xfrm rot="16200000">
                <a:off x="428625" y="3388058"/>
                <a:ext cx="2699486" cy="2699486"/>
              </a:xfrm>
              <a:custGeom>
                <a:avLst/>
                <a:gdLst>
                  <a:gd name="connsiteX0" fmla="*/ 0 w 2699486"/>
                  <a:gd name="connsiteY0" fmla="*/ 2699486 h 2699486"/>
                  <a:gd name="connsiteX1" fmla="*/ 1094417 w 2699486"/>
                  <a:gd name="connsiteY1" fmla="*/ 2699486 h 2699486"/>
                  <a:gd name="connsiteX2" fmla="*/ 2699486 w 2699486"/>
                  <a:gd name="connsiteY2" fmla="*/ 1094417 h 2699486"/>
                  <a:gd name="connsiteX3" fmla="*/ 2699486 w 2699486"/>
                  <a:gd name="connsiteY3" fmla="*/ 0 h 2699486"/>
                  <a:gd name="connsiteX4" fmla="*/ 0 w 2699486"/>
                  <a:gd name="connsiteY4" fmla="*/ 2699486 h 26994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99486" h="2699486">
                    <a:moveTo>
                      <a:pt x="0" y="2699486"/>
                    </a:moveTo>
                    <a:lnTo>
                      <a:pt x="1094417" y="2699486"/>
                    </a:lnTo>
                    <a:cubicBezTo>
                      <a:pt x="1094417" y="1814505"/>
                      <a:pt x="1814505" y="1094417"/>
                      <a:pt x="2699486" y="1094417"/>
                    </a:cubicBezTo>
                    <a:lnTo>
                      <a:pt x="2699486" y="0"/>
                    </a:lnTo>
                    <a:cubicBezTo>
                      <a:pt x="1210944" y="0"/>
                      <a:pt x="0" y="1210944"/>
                      <a:pt x="0" y="2699486"/>
                    </a:cubicBezTo>
                  </a:path>
                </a:pathLst>
              </a:custGeom>
              <a:solidFill>
                <a:schemeClr val="accent1"/>
              </a:solidFill>
              <a:ln w="2246" cap="flat">
                <a:noFill/>
                <a:prstDash val="solid"/>
                <a:miter/>
              </a:ln>
            </p:spPr>
            <p:txBody>
              <a:bodyPr rtlCol="0" anchor="ctr"/>
              <a:lstStyle/>
              <a:p>
                <a:endParaRPr lang="en-US" noProof="0"/>
              </a:p>
            </p:txBody>
          </p:sp>
        </p:grpSp>
      </p:grpSp>
      <p:sp>
        <p:nvSpPr>
          <p:cNvPr id="3" name="Title 2">
            <a:extLst>
              <a:ext uri="{FF2B5EF4-FFF2-40B4-BE49-F238E27FC236}">
                <a16:creationId xmlns:a16="http://schemas.microsoft.com/office/drawing/2014/main" id="{AC6A2842-98CF-DBDF-5B71-0947B0AD63D5}"/>
              </a:ext>
            </a:extLst>
          </p:cNvPr>
          <p:cNvSpPr>
            <a:spLocks noGrp="1"/>
          </p:cNvSpPr>
          <p:nvPr>
            <p:ph type="title" hasCustomPrompt="1"/>
          </p:nvPr>
        </p:nvSpPr>
        <p:spPr>
          <a:xfrm>
            <a:off x="2772016" y="216497"/>
            <a:ext cx="7124338" cy="387705"/>
          </a:xfrm>
        </p:spPr>
        <p:txBody>
          <a:bodyPr/>
          <a:lstStyle>
            <a:lvl1pPr>
              <a:defRPr sz="2400">
                <a:solidFill>
                  <a:schemeClr val="bg1"/>
                </a:solidFill>
              </a:defRPr>
            </a:lvl1pPr>
          </a:lstStyle>
          <a:p>
            <a:r>
              <a:rPr lang="en-US" noProof="0"/>
              <a:t>Click to enter consultant’s name</a:t>
            </a:r>
          </a:p>
        </p:txBody>
      </p:sp>
      <p:sp>
        <p:nvSpPr>
          <p:cNvPr id="27" name="Text Placeholder 26">
            <a:extLst>
              <a:ext uri="{FF2B5EF4-FFF2-40B4-BE49-F238E27FC236}">
                <a16:creationId xmlns:a16="http://schemas.microsoft.com/office/drawing/2014/main" id="{5C537275-6DEE-641D-F9A0-865D8402FAC1}"/>
              </a:ext>
            </a:extLst>
          </p:cNvPr>
          <p:cNvSpPr>
            <a:spLocks noGrp="1"/>
          </p:cNvSpPr>
          <p:nvPr>
            <p:ph type="body" sz="quarter" idx="29" hasCustomPrompt="1"/>
          </p:nvPr>
        </p:nvSpPr>
        <p:spPr>
          <a:xfrm>
            <a:off x="2772017" y="607046"/>
            <a:ext cx="7124338" cy="414511"/>
          </a:xfrm>
        </p:spPr>
        <p:txBody>
          <a:bodyPr anchor="t"/>
          <a:lstStyle>
            <a:lvl1pPr marL="0" indent="0">
              <a:buNone/>
              <a:defRPr sz="1800">
                <a:solidFill>
                  <a:srgbClr val="3DC7FF"/>
                </a:solidFill>
                <a:latin typeface="+mj-lt"/>
              </a:defRPr>
            </a:lvl1pPr>
          </a:lstStyle>
          <a:p>
            <a:pPr lvl="0"/>
            <a:r>
              <a:rPr lang="en-US" noProof="0"/>
              <a:t>Click to enter role</a:t>
            </a:r>
          </a:p>
        </p:txBody>
      </p:sp>
      <p:sp>
        <p:nvSpPr>
          <p:cNvPr id="2" name="Text Placeholder 26">
            <a:extLst>
              <a:ext uri="{FF2B5EF4-FFF2-40B4-BE49-F238E27FC236}">
                <a16:creationId xmlns:a16="http://schemas.microsoft.com/office/drawing/2014/main" id="{7084BAAC-A14B-0D20-2A26-C8D646B16BBA}"/>
              </a:ext>
            </a:extLst>
          </p:cNvPr>
          <p:cNvSpPr>
            <a:spLocks noGrp="1"/>
          </p:cNvSpPr>
          <p:nvPr>
            <p:ph type="body" sz="quarter" idx="48" hasCustomPrompt="1"/>
          </p:nvPr>
        </p:nvSpPr>
        <p:spPr>
          <a:xfrm>
            <a:off x="10053638" y="257175"/>
            <a:ext cx="893735" cy="285130"/>
          </a:xfrm>
        </p:spPr>
        <p:txBody>
          <a:bodyPr anchor="ctr"/>
          <a:lstStyle>
            <a:lvl1pPr marL="0" indent="0" algn="r">
              <a:buNone/>
              <a:defRPr lang="en-US" sz="1200" b="0" kern="1200" noProof="0" dirty="0">
                <a:solidFill>
                  <a:schemeClr val="accent2"/>
                </a:solidFill>
                <a:latin typeface="+mj-lt"/>
                <a:ea typeface="MS PGothic" pitchFamily="34" charset="-128"/>
                <a:cs typeface="+mn-cs"/>
              </a:defRPr>
            </a:lvl1pPr>
          </a:lstStyle>
          <a:p>
            <a:pPr lvl="0"/>
            <a:r>
              <a:rPr lang="en-US" noProof="0"/>
              <a:t>Country:</a:t>
            </a:r>
          </a:p>
        </p:txBody>
      </p:sp>
      <p:sp>
        <p:nvSpPr>
          <p:cNvPr id="46" name="Text Placeholder 45">
            <a:extLst>
              <a:ext uri="{FF2B5EF4-FFF2-40B4-BE49-F238E27FC236}">
                <a16:creationId xmlns:a16="http://schemas.microsoft.com/office/drawing/2014/main" id="{0EB4AB2E-8AF8-1890-41F0-FE1A716E06B2}"/>
              </a:ext>
            </a:extLst>
          </p:cNvPr>
          <p:cNvSpPr>
            <a:spLocks noGrp="1"/>
          </p:cNvSpPr>
          <p:nvPr>
            <p:ph type="body" sz="quarter" idx="38" hasCustomPrompt="1"/>
          </p:nvPr>
        </p:nvSpPr>
        <p:spPr>
          <a:xfrm>
            <a:off x="10991850" y="257175"/>
            <a:ext cx="771947" cy="285130"/>
          </a:xfrm>
        </p:spPr>
        <p:txBody>
          <a:bodyPr anchor="ctr"/>
          <a:lstStyle>
            <a:lvl1pPr marL="0" indent="0" algn="r">
              <a:buNone/>
              <a:defRPr sz="1200">
                <a:solidFill>
                  <a:schemeClr val="bg1"/>
                </a:solidFill>
              </a:defRPr>
            </a:lvl1pPr>
            <a:lvl2pPr marL="228600" indent="0">
              <a:buNone/>
              <a:defRPr/>
            </a:lvl2pPr>
            <a:lvl3pPr marL="457200" indent="0">
              <a:buNone/>
              <a:defRPr/>
            </a:lvl3pPr>
            <a:lvl4pPr marL="685800" indent="0">
              <a:buNone/>
              <a:defRPr/>
            </a:lvl4pPr>
            <a:lvl5pPr marL="914400" indent="0">
              <a:buNone/>
              <a:defRPr/>
            </a:lvl5pPr>
          </a:lstStyle>
          <a:p>
            <a:pPr lvl="0"/>
            <a:r>
              <a:rPr lang="en-US" noProof="0"/>
              <a:t>ABC</a:t>
            </a:r>
          </a:p>
        </p:txBody>
      </p:sp>
      <p:sp>
        <p:nvSpPr>
          <p:cNvPr id="5" name="Text Placeholder 26">
            <a:extLst>
              <a:ext uri="{FF2B5EF4-FFF2-40B4-BE49-F238E27FC236}">
                <a16:creationId xmlns:a16="http://schemas.microsoft.com/office/drawing/2014/main" id="{E41CF282-98B5-0DCD-8CD3-865399C1809C}"/>
              </a:ext>
            </a:extLst>
          </p:cNvPr>
          <p:cNvSpPr>
            <a:spLocks noGrp="1"/>
          </p:cNvSpPr>
          <p:nvPr>
            <p:ph type="body" sz="quarter" idx="51" hasCustomPrompt="1"/>
          </p:nvPr>
        </p:nvSpPr>
        <p:spPr>
          <a:xfrm>
            <a:off x="10053638" y="655227"/>
            <a:ext cx="893735" cy="285130"/>
          </a:xfrm>
        </p:spPr>
        <p:txBody>
          <a:bodyPr anchor="ctr"/>
          <a:lstStyle>
            <a:lvl1pPr marL="0" indent="0" algn="r">
              <a:buNone/>
              <a:defRPr lang="en-US" sz="1200" b="0" kern="1200" noProof="0" dirty="0">
                <a:solidFill>
                  <a:schemeClr val="accent2"/>
                </a:solidFill>
                <a:latin typeface="+mj-lt"/>
                <a:ea typeface="MS PGothic" pitchFamily="34" charset="-128"/>
                <a:cs typeface="+mn-cs"/>
              </a:defRPr>
            </a:lvl1pPr>
          </a:lstStyle>
          <a:p>
            <a:pPr lvl="0"/>
            <a:r>
              <a:rPr lang="en-US" noProof="0"/>
              <a:t>Availability:</a:t>
            </a:r>
          </a:p>
        </p:txBody>
      </p:sp>
      <p:sp>
        <p:nvSpPr>
          <p:cNvPr id="47" name="Text Placeholder 45">
            <a:extLst>
              <a:ext uri="{FF2B5EF4-FFF2-40B4-BE49-F238E27FC236}">
                <a16:creationId xmlns:a16="http://schemas.microsoft.com/office/drawing/2014/main" id="{17BB8357-25D8-1F26-B27B-AEBD9BD231A9}"/>
              </a:ext>
            </a:extLst>
          </p:cNvPr>
          <p:cNvSpPr>
            <a:spLocks noGrp="1"/>
          </p:cNvSpPr>
          <p:nvPr>
            <p:ph type="body" sz="quarter" idx="39" hasCustomPrompt="1"/>
          </p:nvPr>
        </p:nvSpPr>
        <p:spPr>
          <a:xfrm>
            <a:off x="10991850" y="655227"/>
            <a:ext cx="771947" cy="285130"/>
          </a:xfrm>
        </p:spPr>
        <p:txBody>
          <a:bodyPr anchor="ctr"/>
          <a:lstStyle>
            <a:lvl1pPr marL="0" indent="0" algn="r">
              <a:buNone/>
              <a:defRPr sz="1200">
                <a:solidFill>
                  <a:schemeClr val="bg1"/>
                </a:solidFill>
              </a:defRPr>
            </a:lvl1pPr>
            <a:lvl2pPr marL="228600" indent="0">
              <a:buNone/>
              <a:defRPr/>
            </a:lvl2pPr>
            <a:lvl3pPr marL="457200" indent="0">
              <a:buNone/>
              <a:defRPr/>
            </a:lvl3pPr>
            <a:lvl4pPr marL="685800" indent="0">
              <a:buNone/>
              <a:defRPr/>
            </a:lvl4pPr>
            <a:lvl5pPr marL="914400" indent="0">
              <a:buNone/>
              <a:defRPr/>
            </a:lvl5pPr>
          </a:lstStyle>
          <a:p>
            <a:pPr lvl="0"/>
            <a:r>
              <a:rPr lang="en-US" noProof="0"/>
              <a:t>n Days</a:t>
            </a:r>
          </a:p>
        </p:txBody>
      </p:sp>
      <p:sp>
        <p:nvSpPr>
          <p:cNvPr id="4" name="Text Placeholder 3">
            <a:extLst>
              <a:ext uri="{FF2B5EF4-FFF2-40B4-BE49-F238E27FC236}">
                <a16:creationId xmlns:a16="http://schemas.microsoft.com/office/drawing/2014/main" id="{FDC52ABD-39DB-5DAA-B9C8-27265064FF03}"/>
              </a:ext>
            </a:extLst>
          </p:cNvPr>
          <p:cNvSpPr>
            <a:spLocks noGrp="1"/>
          </p:cNvSpPr>
          <p:nvPr>
            <p:ph type="body" sz="quarter" idx="41" hasCustomPrompt="1"/>
          </p:nvPr>
        </p:nvSpPr>
        <p:spPr>
          <a:xfrm>
            <a:off x="2262267" y="1189796"/>
            <a:ext cx="1835172" cy="327672"/>
          </a:xfrm>
        </p:spPr>
        <p:txBody>
          <a:bodyPr anchor="ctr"/>
          <a:lstStyle>
            <a:lvl1pPr marL="0" indent="0">
              <a:buFontTx/>
              <a:buNone/>
              <a:defRPr lang="en-US" sz="1800" b="1" kern="1200" noProof="0" dirty="0" smtClean="0">
                <a:solidFill>
                  <a:srgbClr val="0073E6"/>
                </a:solidFill>
                <a:latin typeface="+mj-lt"/>
                <a:ea typeface="MS PGothic" pitchFamily="34" charset="-128"/>
                <a:cs typeface="+mn-cs"/>
              </a:defRPr>
            </a:lvl1pPr>
          </a:lstStyle>
          <a:p>
            <a:pPr marL="0" marR="0" lvl="0" indent="0" algn="l" defTabSz="914400" rtl="0" eaLnBrk="1" fontAlgn="auto" latinLnBrk="0" hangingPunct="1">
              <a:lnSpc>
                <a:spcPct val="100000"/>
              </a:lnSpc>
              <a:spcBef>
                <a:spcPts val="0"/>
              </a:spcBef>
              <a:spcAft>
                <a:spcPts val="600"/>
              </a:spcAft>
              <a:buClr>
                <a:schemeClr val="accent3"/>
              </a:buClr>
              <a:buSzTx/>
              <a:buFontTx/>
              <a:buNone/>
              <a:tabLst/>
              <a:defRPr/>
            </a:pPr>
            <a:r>
              <a:rPr lang="en-US" sz="1600" b="1" noProof="0">
                <a:solidFill>
                  <a:srgbClr val="0073E6"/>
                </a:solidFill>
                <a:latin typeface="+mj-lt"/>
                <a:cs typeface="+mn-cs"/>
              </a:rPr>
              <a:t>Competencies</a:t>
            </a:r>
            <a:endParaRPr lang="en-US" sz="1600" noProof="0">
              <a:solidFill>
                <a:srgbClr val="0073E6"/>
              </a:solidFill>
              <a:latin typeface="+mj-lt"/>
              <a:cs typeface="+mn-cs"/>
            </a:endParaRPr>
          </a:p>
        </p:txBody>
      </p:sp>
      <p:sp>
        <p:nvSpPr>
          <p:cNvPr id="36" name="Text Placeholder 28">
            <a:extLst>
              <a:ext uri="{FF2B5EF4-FFF2-40B4-BE49-F238E27FC236}">
                <a16:creationId xmlns:a16="http://schemas.microsoft.com/office/drawing/2014/main" id="{BA232C89-42B1-3DE0-EB93-B4A3D1FD1C45}"/>
              </a:ext>
            </a:extLst>
          </p:cNvPr>
          <p:cNvSpPr>
            <a:spLocks noGrp="1"/>
          </p:cNvSpPr>
          <p:nvPr>
            <p:ph type="body" sz="quarter" idx="32" hasCustomPrompt="1"/>
          </p:nvPr>
        </p:nvSpPr>
        <p:spPr>
          <a:xfrm>
            <a:off x="2262265" y="1542349"/>
            <a:ext cx="1835173" cy="1290773"/>
          </a:xfrm>
        </p:spPr>
        <p:txBody>
          <a:bodyPr anchor="t"/>
          <a:lstStyle>
            <a:lvl1pPr marL="0" indent="0">
              <a:spcAft>
                <a:spcPts val="200"/>
              </a:spcAft>
              <a:buFontTx/>
              <a:buNone/>
              <a:defRPr sz="1200">
                <a:solidFill>
                  <a:srgbClr val="00005C"/>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Click to edit  Expertise &amp; </a:t>
            </a:r>
            <a:br>
              <a:rPr lang="en-US" noProof="0"/>
            </a:br>
            <a:r>
              <a:rPr lang="en-US" noProof="0"/>
              <a:t>Core Competencies</a:t>
            </a:r>
          </a:p>
        </p:txBody>
      </p:sp>
      <p:sp>
        <p:nvSpPr>
          <p:cNvPr id="68" name="Text Placeholder 3">
            <a:extLst>
              <a:ext uri="{FF2B5EF4-FFF2-40B4-BE49-F238E27FC236}">
                <a16:creationId xmlns:a16="http://schemas.microsoft.com/office/drawing/2014/main" id="{4AF37B7A-C4FA-DE0B-2C2B-676A8950CCE9}"/>
              </a:ext>
            </a:extLst>
          </p:cNvPr>
          <p:cNvSpPr>
            <a:spLocks noGrp="1"/>
          </p:cNvSpPr>
          <p:nvPr>
            <p:ph type="body" sz="quarter" idx="44" hasCustomPrompt="1"/>
          </p:nvPr>
        </p:nvSpPr>
        <p:spPr>
          <a:xfrm>
            <a:off x="436909" y="2886691"/>
            <a:ext cx="3660529" cy="346904"/>
          </a:xfrm>
        </p:spPr>
        <p:txBody>
          <a:bodyPr anchor="ctr"/>
          <a:lstStyle>
            <a:lvl1pPr marL="0" indent="0">
              <a:buFontTx/>
              <a:buNone/>
              <a:defRPr lang="en-US" sz="1800" b="1" kern="1200" noProof="0" dirty="0" smtClean="0">
                <a:solidFill>
                  <a:srgbClr val="0073E6"/>
                </a:solidFill>
                <a:latin typeface="+mj-lt"/>
                <a:ea typeface="MS PGothic" pitchFamily="34" charset="-128"/>
                <a:cs typeface="+mn-cs"/>
              </a:defRPr>
            </a:lvl1pPr>
          </a:lstStyle>
          <a:p>
            <a:pPr eaLnBrk="1" hangingPunct="1">
              <a:spcAft>
                <a:spcPts val="800"/>
              </a:spcAft>
              <a:defRPr/>
            </a:pPr>
            <a:r>
              <a:rPr lang="en-US" sz="1600" b="1" noProof="0">
                <a:solidFill>
                  <a:srgbClr val="0073E6"/>
                </a:solidFill>
                <a:latin typeface="+mj-lt"/>
                <a:cs typeface="+mn-cs"/>
              </a:rPr>
              <a:t>Summary</a:t>
            </a:r>
            <a:endParaRPr lang="en-US" sz="1600" noProof="0">
              <a:solidFill>
                <a:srgbClr val="0073E6"/>
              </a:solidFill>
              <a:latin typeface="+mj-lt"/>
              <a:cs typeface="+mn-cs"/>
            </a:endParaRPr>
          </a:p>
        </p:txBody>
      </p:sp>
      <p:sp>
        <p:nvSpPr>
          <p:cNvPr id="66" name="Text Placeholder 28">
            <a:extLst>
              <a:ext uri="{FF2B5EF4-FFF2-40B4-BE49-F238E27FC236}">
                <a16:creationId xmlns:a16="http://schemas.microsoft.com/office/drawing/2014/main" id="{DE80A998-D14B-6B29-B910-50F0801E3320}"/>
              </a:ext>
            </a:extLst>
          </p:cNvPr>
          <p:cNvSpPr>
            <a:spLocks noGrp="1"/>
          </p:cNvSpPr>
          <p:nvPr>
            <p:ph type="body" sz="quarter" idx="40" hasCustomPrompt="1"/>
          </p:nvPr>
        </p:nvSpPr>
        <p:spPr>
          <a:xfrm>
            <a:off x="436909" y="3243582"/>
            <a:ext cx="3660529" cy="1810956"/>
          </a:xfrm>
        </p:spPr>
        <p:txBody>
          <a:bodyPr/>
          <a:lstStyle>
            <a:lvl1pPr marL="0" indent="0">
              <a:spcAft>
                <a:spcPts val="200"/>
              </a:spcAft>
              <a:buFontTx/>
              <a:buNone/>
              <a:defRPr sz="1200">
                <a:solidFill>
                  <a:srgbClr val="00005C"/>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Click to edit Summary</a:t>
            </a:r>
          </a:p>
        </p:txBody>
      </p:sp>
      <p:sp>
        <p:nvSpPr>
          <p:cNvPr id="69" name="Text Placeholder 3">
            <a:extLst>
              <a:ext uri="{FF2B5EF4-FFF2-40B4-BE49-F238E27FC236}">
                <a16:creationId xmlns:a16="http://schemas.microsoft.com/office/drawing/2014/main" id="{DFC24B06-9A7D-A46A-608E-6AC443F50503}"/>
              </a:ext>
            </a:extLst>
          </p:cNvPr>
          <p:cNvSpPr>
            <a:spLocks noGrp="1"/>
          </p:cNvSpPr>
          <p:nvPr>
            <p:ph type="body" sz="quarter" idx="45" hasCustomPrompt="1"/>
          </p:nvPr>
        </p:nvSpPr>
        <p:spPr>
          <a:xfrm>
            <a:off x="436909" y="5113079"/>
            <a:ext cx="3660529" cy="346904"/>
          </a:xfrm>
        </p:spPr>
        <p:txBody>
          <a:bodyPr anchor="ctr"/>
          <a:lstStyle>
            <a:lvl1pPr marL="0" indent="0">
              <a:buFontTx/>
              <a:buNone/>
              <a:defRPr lang="en-US" sz="1800" b="1" kern="1200" noProof="0" dirty="0" smtClean="0">
                <a:solidFill>
                  <a:srgbClr val="0073E6"/>
                </a:solidFill>
                <a:latin typeface="+mj-lt"/>
                <a:ea typeface="MS PGothic" pitchFamily="34" charset="-128"/>
                <a:cs typeface="+mn-cs"/>
              </a:defRPr>
            </a:lvl1pPr>
          </a:lstStyle>
          <a:p>
            <a:pPr algn="l">
              <a:lnSpc>
                <a:spcPct val="110000"/>
              </a:lnSpc>
              <a:defRPr/>
            </a:pPr>
            <a:r>
              <a:rPr lang="en-US" sz="1600" b="1" noProof="0">
                <a:solidFill>
                  <a:srgbClr val="0073E6"/>
                </a:solidFill>
                <a:latin typeface="+mj-lt"/>
                <a:cs typeface="+mn-cs"/>
              </a:rPr>
              <a:t>Languages</a:t>
            </a:r>
            <a:endParaRPr lang="en-US" sz="1400" noProof="0">
              <a:solidFill>
                <a:srgbClr val="0073E6"/>
              </a:solidFill>
              <a:latin typeface="+mj-lt"/>
              <a:cs typeface="+mn-cs"/>
            </a:endParaRPr>
          </a:p>
        </p:txBody>
      </p:sp>
      <p:sp>
        <p:nvSpPr>
          <p:cNvPr id="39" name="Text Placeholder 28">
            <a:extLst>
              <a:ext uri="{FF2B5EF4-FFF2-40B4-BE49-F238E27FC236}">
                <a16:creationId xmlns:a16="http://schemas.microsoft.com/office/drawing/2014/main" id="{B9111369-C4AB-C6AD-C404-DE77749484D9}"/>
              </a:ext>
            </a:extLst>
          </p:cNvPr>
          <p:cNvSpPr>
            <a:spLocks noGrp="1"/>
          </p:cNvSpPr>
          <p:nvPr>
            <p:ph type="body" sz="quarter" idx="35" hasCustomPrompt="1"/>
          </p:nvPr>
        </p:nvSpPr>
        <p:spPr>
          <a:xfrm>
            <a:off x="436909" y="5507118"/>
            <a:ext cx="3660529" cy="583902"/>
          </a:xfrm>
        </p:spPr>
        <p:txBody>
          <a:bodyPr/>
          <a:lstStyle>
            <a:lvl1pPr marL="0" indent="0">
              <a:spcAft>
                <a:spcPts val="200"/>
              </a:spcAft>
              <a:buFontTx/>
              <a:buNone/>
              <a:defRPr sz="1200">
                <a:solidFill>
                  <a:srgbClr val="00005C"/>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Click to edit languages. If you use flags or images: add alt text to each graphic</a:t>
            </a:r>
          </a:p>
        </p:txBody>
      </p:sp>
      <p:sp>
        <p:nvSpPr>
          <p:cNvPr id="25" name="Text Placeholder 3">
            <a:extLst>
              <a:ext uri="{FF2B5EF4-FFF2-40B4-BE49-F238E27FC236}">
                <a16:creationId xmlns:a16="http://schemas.microsoft.com/office/drawing/2014/main" id="{E66F3C00-4E75-245A-984B-8B18DB0D6D69}"/>
              </a:ext>
            </a:extLst>
          </p:cNvPr>
          <p:cNvSpPr>
            <a:spLocks noGrp="1"/>
          </p:cNvSpPr>
          <p:nvPr>
            <p:ph type="body" sz="quarter" idx="42" hasCustomPrompt="1"/>
          </p:nvPr>
        </p:nvSpPr>
        <p:spPr>
          <a:xfrm>
            <a:off x="4258088" y="1189796"/>
            <a:ext cx="3725255" cy="314213"/>
          </a:xfrm>
        </p:spPr>
        <p:txBody>
          <a:bodyPr anchor="ctr"/>
          <a:lstStyle>
            <a:lvl1pPr marL="0" indent="0">
              <a:buFontTx/>
              <a:buNone/>
              <a:defRPr lang="en-US" sz="1800" b="0" kern="1200" baseline="0" noProof="0" dirty="0">
                <a:solidFill>
                  <a:schemeClr val="accent1"/>
                </a:solidFill>
                <a:latin typeface="+mj-lt"/>
                <a:ea typeface="MS PGothic" pitchFamily="34" charset="-128"/>
                <a:cs typeface="+mn-cs"/>
              </a:defRPr>
            </a:lvl1pPr>
          </a:lstStyle>
          <a:p>
            <a:pPr eaLnBrk="1" hangingPunct="1">
              <a:spcAft>
                <a:spcPts val="800"/>
              </a:spcAft>
              <a:defRPr/>
            </a:pPr>
            <a:r>
              <a:rPr lang="en-US" sz="1600" b="1" noProof="0">
                <a:solidFill>
                  <a:srgbClr val="0073E6"/>
                </a:solidFill>
                <a:latin typeface="+mj-lt"/>
                <a:cs typeface="+mn-cs"/>
              </a:rPr>
              <a:t>Education</a:t>
            </a:r>
            <a:endParaRPr lang="en-US" sz="1600" noProof="0">
              <a:solidFill>
                <a:srgbClr val="0073E6"/>
              </a:solidFill>
              <a:latin typeface="+mj-lt"/>
              <a:cs typeface="+mn-cs"/>
            </a:endParaRPr>
          </a:p>
        </p:txBody>
      </p:sp>
      <p:sp>
        <p:nvSpPr>
          <p:cNvPr id="29" name="Text Placeholder 28">
            <a:extLst>
              <a:ext uri="{FF2B5EF4-FFF2-40B4-BE49-F238E27FC236}">
                <a16:creationId xmlns:a16="http://schemas.microsoft.com/office/drawing/2014/main" id="{B779871B-7F68-A96B-54E8-BA8714375523}"/>
              </a:ext>
            </a:extLst>
          </p:cNvPr>
          <p:cNvSpPr>
            <a:spLocks noGrp="1"/>
          </p:cNvSpPr>
          <p:nvPr>
            <p:ph type="body" sz="quarter" idx="30" hasCustomPrompt="1"/>
          </p:nvPr>
        </p:nvSpPr>
        <p:spPr>
          <a:xfrm>
            <a:off x="4258088" y="1542350"/>
            <a:ext cx="3725255" cy="2300446"/>
          </a:xfrm>
        </p:spPr>
        <p:txBody>
          <a:bodyPr/>
          <a:lstStyle>
            <a:lvl1pPr marL="0" indent="0">
              <a:spcAft>
                <a:spcPts val="200"/>
              </a:spcAft>
              <a:buFontTx/>
              <a:buNone/>
              <a:defRPr sz="1200">
                <a:solidFill>
                  <a:schemeClr val="accent3"/>
                </a:solidFill>
                <a:latin typeface="+mj-lt"/>
              </a:defRPr>
            </a:lvl1pPr>
            <a:lvl2pPr marL="0" indent="0">
              <a:spcAft>
                <a:spcPts val="200"/>
              </a:spcAft>
              <a:buNone/>
              <a:defRPr sz="1200">
                <a:solidFill>
                  <a:schemeClr val="accent3"/>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YYYY: Institution. City</a:t>
            </a:r>
          </a:p>
          <a:p>
            <a:pPr lvl="1"/>
            <a:r>
              <a:rPr lang="en-US" noProof="0"/>
              <a:t>Description</a:t>
            </a:r>
          </a:p>
        </p:txBody>
      </p:sp>
      <p:sp>
        <p:nvSpPr>
          <p:cNvPr id="72" name="Text Placeholder 3">
            <a:extLst>
              <a:ext uri="{FF2B5EF4-FFF2-40B4-BE49-F238E27FC236}">
                <a16:creationId xmlns:a16="http://schemas.microsoft.com/office/drawing/2014/main" id="{1C1F265D-FCB6-808F-BF90-B89F32A88201}"/>
              </a:ext>
            </a:extLst>
          </p:cNvPr>
          <p:cNvSpPr>
            <a:spLocks noGrp="1"/>
          </p:cNvSpPr>
          <p:nvPr>
            <p:ph type="body" sz="quarter" idx="47" hasCustomPrompt="1"/>
          </p:nvPr>
        </p:nvSpPr>
        <p:spPr>
          <a:xfrm>
            <a:off x="4258088" y="3933140"/>
            <a:ext cx="3725255" cy="346904"/>
          </a:xfrm>
        </p:spPr>
        <p:txBody>
          <a:bodyPr anchor="ctr"/>
          <a:lstStyle>
            <a:lvl1pPr marL="0" indent="0">
              <a:buFontTx/>
              <a:buNone/>
              <a:defRPr lang="en-US" sz="1800" b="1" kern="1200" baseline="0" noProof="0" dirty="0" smtClean="0">
                <a:solidFill>
                  <a:schemeClr val="accent1"/>
                </a:solidFill>
                <a:latin typeface="+mj-lt"/>
                <a:ea typeface="MS PGothic" pitchFamily="34" charset="-128"/>
                <a:cs typeface="+mn-cs"/>
              </a:defRPr>
            </a:lvl1pPr>
          </a:lstStyle>
          <a:p>
            <a:pPr algn="l" eaLnBrk="1" hangingPunct="1">
              <a:lnSpc>
                <a:spcPct val="110000"/>
              </a:lnSpc>
              <a:defRPr/>
            </a:pPr>
            <a:r>
              <a:rPr lang="en-US" sz="1600" noProof="0">
                <a:solidFill>
                  <a:srgbClr val="0073E6"/>
                </a:solidFill>
                <a:latin typeface="+mj-lt"/>
                <a:cs typeface="+mn-cs"/>
              </a:rPr>
              <a:t>Industry Expertise</a:t>
            </a:r>
          </a:p>
        </p:txBody>
      </p:sp>
      <p:sp>
        <p:nvSpPr>
          <p:cNvPr id="37" name="Text Placeholder 28">
            <a:extLst>
              <a:ext uri="{FF2B5EF4-FFF2-40B4-BE49-F238E27FC236}">
                <a16:creationId xmlns:a16="http://schemas.microsoft.com/office/drawing/2014/main" id="{FC467BED-11E1-7E0B-9A78-B431FDF4732A}"/>
              </a:ext>
            </a:extLst>
          </p:cNvPr>
          <p:cNvSpPr>
            <a:spLocks noGrp="1"/>
          </p:cNvSpPr>
          <p:nvPr>
            <p:ph type="body" sz="quarter" idx="33" hasCustomPrompt="1"/>
          </p:nvPr>
        </p:nvSpPr>
        <p:spPr>
          <a:xfrm>
            <a:off x="4258088" y="4326526"/>
            <a:ext cx="3725255" cy="728011"/>
          </a:xfrm>
        </p:spPr>
        <p:txBody>
          <a:bodyPr/>
          <a:lstStyle>
            <a:lvl1pPr marL="0" indent="0">
              <a:spcAft>
                <a:spcPts val="200"/>
              </a:spcAft>
              <a:buFontTx/>
              <a:buNone/>
              <a:defRPr sz="1200">
                <a:solidFill>
                  <a:srgbClr val="00005C"/>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Click to edit Industry Expertise</a:t>
            </a:r>
          </a:p>
          <a:p>
            <a:pPr lvl="0"/>
            <a:endParaRPr lang="en-US" noProof="0"/>
          </a:p>
        </p:txBody>
      </p:sp>
      <p:sp>
        <p:nvSpPr>
          <p:cNvPr id="71" name="Text Placeholder 3">
            <a:extLst>
              <a:ext uri="{FF2B5EF4-FFF2-40B4-BE49-F238E27FC236}">
                <a16:creationId xmlns:a16="http://schemas.microsoft.com/office/drawing/2014/main" id="{EE7C65D9-CD83-91F0-6A68-8A89F0102FD2}"/>
              </a:ext>
            </a:extLst>
          </p:cNvPr>
          <p:cNvSpPr>
            <a:spLocks noGrp="1"/>
          </p:cNvSpPr>
          <p:nvPr>
            <p:ph type="body" sz="quarter" idx="46" hasCustomPrompt="1"/>
          </p:nvPr>
        </p:nvSpPr>
        <p:spPr>
          <a:xfrm>
            <a:off x="4258088" y="5113079"/>
            <a:ext cx="3725255" cy="346904"/>
          </a:xfrm>
        </p:spPr>
        <p:txBody>
          <a:bodyPr anchor="ctr"/>
          <a:lstStyle>
            <a:lvl1pPr marL="0" indent="0">
              <a:buFontTx/>
              <a:buNone/>
              <a:defRPr lang="en-US" sz="1800" b="1" kern="1200" baseline="0" noProof="0" dirty="0" smtClean="0">
                <a:solidFill>
                  <a:schemeClr val="accent1"/>
                </a:solidFill>
                <a:latin typeface="+mj-lt"/>
                <a:ea typeface="MS PGothic" pitchFamily="34" charset="-128"/>
                <a:cs typeface="+mn-cs"/>
              </a:defRPr>
            </a:lvl1pPr>
          </a:lstStyle>
          <a:p>
            <a:pPr algn="l" eaLnBrk="1" hangingPunct="1">
              <a:lnSpc>
                <a:spcPct val="110000"/>
              </a:lnSpc>
              <a:defRPr/>
            </a:pPr>
            <a:r>
              <a:rPr lang="en-US" sz="1600" b="1" noProof="0">
                <a:solidFill>
                  <a:srgbClr val="0073E6"/>
                </a:solidFill>
                <a:latin typeface="+mj-lt"/>
                <a:cs typeface="+mn-cs"/>
              </a:rPr>
              <a:t>Certificates / Accreditations</a:t>
            </a:r>
            <a:endParaRPr lang="en-US" sz="1600" noProof="0">
              <a:solidFill>
                <a:srgbClr val="0073E6"/>
              </a:solidFill>
              <a:latin typeface="+mj-lt"/>
              <a:cs typeface="+mn-cs"/>
            </a:endParaRPr>
          </a:p>
        </p:txBody>
      </p:sp>
      <p:sp>
        <p:nvSpPr>
          <p:cNvPr id="38" name="Text Placeholder 28">
            <a:extLst>
              <a:ext uri="{FF2B5EF4-FFF2-40B4-BE49-F238E27FC236}">
                <a16:creationId xmlns:a16="http://schemas.microsoft.com/office/drawing/2014/main" id="{03919262-CF56-C9AD-8C74-CA1547F934AE}"/>
              </a:ext>
            </a:extLst>
          </p:cNvPr>
          <p:cNvSpPr>
            <a:spLocks noGrp="1"/>
          </p:cNvSpPr>
          <p:nvPr>
            <p:ph type="body" sz="quarter" idx="34" hasCustomPrompt="1"/>
          </p:nvPr>
        </p:nvSpPr>
        <p:spPr>
          <a:xfrm>
            <a:off x="4258088" y="5507118"/>
            <a:ext cx="3725255" cy="583902"/>
          </a:xfrm>
        </p:spPr>
        <p:txBody>
          <a:bodyPr/>
          <a:lstStyle>
            <a:lvl1pPr marL="0" indent="0">
              <a:spcAft>
                <a:spcPts val="200"/>
              </a:spcAft>
              <a:buFontTx/>
              <a:buNone/>
              <a:defRPr lang="en-US" sz="1200" kern="1200" dirty="0">
                <a:solidFill>
                  <a:srgbClr val="00005C"/>
                </a:solidFill>
                <a:latin typeface="+mn-lt"/>
                <a:ea typeface="+mn-ea"/>
                <a:cs typeface="+mn-cs"/>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Click to edit Certificates / Accreditations</a:t>
            </a:r>
          </a:p>
        </p:txBody>
      </p:sp>
      <p:sp>
        <p:nvSpPr>
          <p:cNvPr id="64" name="Text Placeholder 3">
            <a:extLst>
              <a:ext uri="{FF2B5EF4-FFF2-40B4-BE49-F238E27FC236}">
                <a16:creationId xmlns:a16="http://schemas.microsoft.com/office/drawing/2014/main" id="{E2303F15-2EEE-E407-2816-5B0A449FC214}"/>
              </a:ext>
            </a:extLst>
          </p:cNvPr>
          <p:cNvSpPr>
            <a:spLocks noGrp="1"/>
          </p:cNvSpPr>
          <p:nvPr>
            <p:ph type="body" sz="quarter" idx="43" hasCustomPrompt="1"/>
          </p:nvPr>
        </p:nvSpPr>
        <p:spPr>
          <a:xfrm>
            <a:off x="8116084" y="1189796"/>
            <a:ext cx="3650466" cy="314213"/>
          </a:xfrm>
        </p:spPr>
        <p:txBody>
          <a:bodyPr anchor="ctr"/>
          <a:lstStyle>
            <a:lvl1pPr marL="0" indent="0">
              <a:buFontTx/>
              <a:buNone/>
              <a:defRPr lang="en-US" sz="1800" b="0" kern="1200" baseline="0" noProof="0" dirty="0">
                <a:solidFill>
                  <a:schemeClr val="accent1"/>
                </a:solidFill>
                <a:latin typeface="+mj-lt"/>
                <a:ea typeface="MS PGothic" pitchFamily="34" charset="-128"/>
                <a:cs typeface="+mn-cs"/>
              </a:defRPr>
            </a:lvl1pPr>
          </a:lstStyle>
          <a:p>
            <a:pPr eaLnBrk="1" hangingPunct="1">
              <a:spcAft>
                <a:spcPts val="800"/>
              </a:spcAft>
              <a:defRPr/>
            </a:pPr>
            <a:r>
              <a:rPr lang="en-US" sz="1600" b="1" noProof="0">
                <a:solidFill>
                  <a:srgbClr val="0073E6"/>
                </a:solidFill>
                <a:latin typeface="+mj-lt"/>
                <a:cs typeface="+mn-cs"/>
              </a:rPr>
              <a:t>Professional Achievements</a:t>
            </a:r>
          </a:p>
        </p:txBody>
      </p:sp>
      <p:sp>
        <p:nvSpPr>
          <p:cNvPr id="30" name="Text Placeholder 28">
            <a:extLst>
              <a:ext uri="{FF2B5EF4-FFF2-40B4-BE49-F238E27FC236}">
                <a16:creationId xmlns:a16="http://schemas.microsoft.com/office/drawing/2014/main" id="{350F2CF5-469D-C575-9109-B970FD69F9E5}"/>
              </a:ext>
            </a:extLst>
          </p:cNvPr>
          <p:cNvSpPr>
            <a:spLocks noGrp="1"/>
          </p:cNvSpPr>
          <p:nvPr>
            <p:ph type="body" sz="quarter" idx="31" hasCustomPrompt="1"/>
          </p:nvPr>
        </p:nvSpPr>
        <p:spPr>
          <a:xfrm>
            <a:off x="8116084" y="1542349"/>
            <a:ext cx="3650466" cy="4534601"/>
          </a:xfrm>
        </p:spPr>
        <p:txBody>
          <a:bodyPr/>
          <a:lstStyle>
            <a:lvl1pPr marL="0" indent="0">
              <a:spcAft>
                <a:spcPts val="200"/>
              </a:spcAft>
              <a:buClr>
                <a:schemeClr val="bg1"/>
              </a:buClr>
              <a:buFont typeface="Arial" panose="020B0604020202020204" pitchFamily="34" charset="0"/>
              <a:buNone/>
              <a:defRPr sz="1200">
                <a:solidFill>
                  <a:schemeClr val="accent3"/>
                </a:solidFill>
                <a:latin typeface="+mj-lt"/>
              </a:defRPr>
            </a:lvl1pPr>
            <a:lvl2pPr marL="182880" indent="-182880">
              <a:spcAft>
                <a:spcPts val="200"/>
              </a:spcAft>
              <a:defRPr sz="1200">
                <a:solidFill>
                  <a:schemeClr val="accent3"/>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Company Name 1</a:t>
            </a:r>
          </a:p>
          <a:p>
            <a:pPr lvl="1"/>
            <a:r>
              <a:rPr lang="en-US" noProof="0"/>
              <a:t>Achievement 1</a:t>
            </a:r>
          </a:p>
          <a:p>
            <a:pPr marL="182880" marR="0" lvl="1" indent="-182880" algn="l" defTabSz="914400" rtl="0" eaLnBrk="1" fontAlgn="auto" latinLnBrk="0" hangingPunct="1">
              <a:lnSpc>
                <a:spcPct val="100000"/>
              </a:lnSpc>
              <a:spcBef>
                <a:spcPts val="0"/>
              </a:spcBef>
              <a:spcAft>
                <a:spcPts val="600"/>
              </a:spcAft>
              <a:buClr>
                <a:schemeClr val="accent3"/>
              </a:buClr>
              <a:buSzTx/>
              <a:buFont typeface="Arial" panose="020B0604020202020204" pitchFamily="34" charset="0"/>
              <a:buChar char="•"/>
              <a:tabLst/>
              <a:defRPr/>
            </a:pPr>
            <a:r>
              <a:rPr lang="en-US" noProof="0"/>
              <a:t>Achievement 2</a:t>
            </a:r>
          </a:p>
          <a:p>
            <a:pPr lvl="0"/>
            <a:r>
              <a:rPr lang="en-US" noProof="0"/>
              <a:t>Company Name 2 </a:t>
            </a:r>
          </a:p>
          <a:p>
            <a:pPr lvl="1"/>
            <a:r>
              <a:rPr lang="en-US" noProof="0"/>
              <a:t>Achievement 1</a:t>
            </a:r>
          </a:p>
        </p:txBody>
      </p:sp>
      <p:sp>
        <p:nvSpPr>
          <p:cNvPr id="67" name="Slide Number Placeholder 5">
            <a:extLst>
              <a:ext uri="{FF2B5EF4-FFF2-40B4-BE49-F238E27FC236}">
                <a16:creationId xmlns:a16="http://schemas.microsoft.com/office/drawing/2014/main" id="{54D4718F-C303-5B98-D8FC-8DAA206E604B}"/>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en-US" noProof="0" smtClean="0"/>
              <a:pPr/>
              <a:t>‹N°›</a:t>
            </a:fld>
            <a:endParaRPr lang="en-US" noProof="0"/>
          </a:p>
        </p:txBody>
      </p:sp>
      <p:sp>
        <p:nvSpPr>
          <p:cNvPr id="12" name="Picture Placeholder 11">
            <a:extLst>
              <a:ext uri="{FF2B5EF4-FFF2-40B4-BE49-F238E27FC236}">
                <a16:creationId xmlns:a16="http://schemas.microsoft.com/office/drawing/2014/main" id="{FCE3776D-9014-8A4F-0EE5-470C197905CE}"/>
              </a:ext>
              <a:ext uri="{C183D7F6-B498-43B3-948B-1728B52AA6E4}">
                <adec:decorative xmlns:adec="http://schemas.microsoft.com/office/drawing/2017/decorative" val="1"/>
              </a:ext>
            </a:extLst>
          </p:cNvPr>
          <p:cNvSpPr>
            <a:spLocks noGrp="1" noChangeAspect="1"/>
          </p:cNvSpPr>
          <p:nvPr>
            <p:ph type="pic" sz="quarter" idx="53"/>
          </p:nvPr>
        </p:nvSpPr>
        <p:spPr>
          <a:xfrm>
            <a:off x="876001" y="500472"/>
            <a:ext cx="1298448" cy="1298448"/>
          </a:xfrm>
          <a:prstGeom prst="ellipse">
            <a:avLst/>
          </a:prstGeom>
        </p:spPr>
        <p:txBody>
          <a:bodyPr anchor="b"/>
          <a:lstStyle>
            <a:lvl1pPr marL="0" indent="0" algn="ctr">
              <a:buNone/>
              <a:defRPr sz="1200"/>
            </a:lvl1pPr>
          </a:lstStyle>
          <a:p>
            <a:r>
              <a:rPr lang="fr-FR"/>
              <a:t>Cliquez sur l'icône pour ajouter une image</a:t>
            </a:r>
            <a:endParaRPr lang="en-US"/>
          </a:p>
        </p:txBody>
      </p:sp>
      <p:sp>
        <p:nvSpPr>
          <p:cNvPr id="41" name="Picture Placeholder 40">
            <a:extLst>
              <a:ext uri="{FF2B5EF4-FFF2-40B4-BE49-F238E27FC236}">
                <a16:creationId xmlns:a16="http://schemas.microsoft.com/office/drawing/2014/main" id="{9A1DCCCA-D724-F19A-C20F-0460DDD0D365}"/>
              </a:ext>
              <a:ext uri="{C183D7F6-B498-43B3-948B-1728B52AA6E4}">
                <adec:decorative xmlns:adec="http://schemas.microsoft.com/office/drawing/2017/decorative" val="1"/>
              </a:ext>
            </a:extLst>
          </p:cNvPr>
          <p:cNvSpPr>
            <a:spLocks noGrp="1"/>
          </p:cNvSpPr>
          <p:nvPr>
            <p:ph type="pic" sz="quarter" idx="36" hasCustomPrompt="1"/>
          </p:nvPr>
        </p:nvSpPr>
        <p:spPr>
          <a:xfrm>
            <a:off x="434086" y="2338724"/>
            <a:ext cx="547990" cy="445242"/>
          </a:xfrm>
        </p:spPr>
        <p:txBody>
          <a:bodyPr anchor="ctr"/>
          <a:lstStyle>
            <a:lvl1pPr marL="0" indent="0" algn="ctr">
              <a:buNone/>
              <a:defRPr sz="600">
                <a:solidFill>
                  <a:srgbClr val="00005C"/>
                </a:solidFill>
              </a:defRPr>
            </a:lvl1pPr>
          </a:lstStyle>
          <a:p>
            <a:r>
              <a:rPr lang="en-US" noProof="0"/>
              <a:t>Social media </a:t>
            </a:r>
            <a:r>
              <a:rPr lang="en-US" noProof="0" err="1"/>
              <a:t>icon+alt</a:t>
            </a:r>
            <a:r>
              <a:rPr lang="en-US" noProof="0"/>
              <a:t> +link</a:t>
            </a:r>
          </a:p>
        </p:txBody>
      </p:sp>
      <p:sp>
        <p:nvSpPr>
          <p:cNvPr id="9" name="Picture Placeholder 40">
            <a:extLst>
              <a:ext uri="{FF2B5EF4-FFF2-40B4-BE49-F238E27FC236}">
                <a16:creationId xmlns:a16="http://schemas.microsoft.com/office/drawing/2014/main" id="{9B37780F-BB3C-CB63-EF69-CE25D79C398E}"/>
              </a:ext>
              <a:ext uri="{C183D7F6-B498-43B3-948B-1728B52AA6E4}">
                <adec:decorative xmlns:adec="http://schemas.microsoft.com/office/drawing/2017/decorative" val="1"/>
              </a:ext>
            </a:extLst>
          </p:cNvPr>
          <p:cNvSpPr>
            <a:spLocks noGrp="1"/>
          </p:cNvSpPr>
          <p:nvPr>
            <p:ph type="pic" sz="quarter" idx="52" hasCustomPrompt="1"/>
          </p:nvPr>
        </p:nvSpPr>
        <p:spPr>
          <a:xfrm>
            <a:off x="1071257" y="2338724"/>
            <a:ext cx="547990" cy="445242"/>
          </a:xfrm>
        </p:spPr>
        <p:txBody>
          <a:bodyPr anchor="ctr"/>
          <a:lstStyle>
            <a:lvl1pPr marL="0" indent="0" algn="ctr">
              <a:buNone/>
              <a:defRPr sz="600">
                <a:solidFill>
                  <a:srgbClr val="00005C"/>
                </a:solidFill>
              </a:defRPr>
            </a:lvl1pPr>
          </a:lstStyle>
          <a:p>
            <a:r>
              <a:rPr lang="en-US" noProof="0"/>
              <a:t>Social media </a:t>
            </a:r>
            <a:r>
              <a:rPr lang="en-US" noProof="0" err="1"/>
              <a:t>icon+alt</a:t>
            </a:r>
            <a:r>
              <a:rPr lang="en-US" noProof="0"/>
              <a:t> +link</a:t>
            </a:r>
          </a:p>
        </p:txBody>
      </p:sp>
    </p:spTree>
    <p:extLst>
      <p:ext uri="{BB962C8B-B14F-4D97-AF65-F5344CB8AC3E}">
        <p14:creationId xmlns:p14="http://schemas.microsoft.com/office/powerpoint/2010/main" val="4040100186"/>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Org 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userDrawn="1">
            <p:ph type="title" hasCustomPrompt="1"/>
          </p:nvPr>
        </p:nvSpPr>
        <p:spPr>
          <a:xfrm>
            <a:off x="428624" y="291451"/>
            <a:ext cx="11337925" cy="912315"/>
          </a:xfrm>
        </p:spPr>
        <p:txBody>
          <a:bodyPr/>
          <a:lstStyle>
            <a:lvl1pPr>
              <a:defRPr/>
            </a:lvl1pPr>
          </a:lstStyle>
          <a:p>
            <a:r>
              <a:rPr lang="en-US"/>
              <a:t>Organizational chart</a:t>
            </a:r>
          </a:p>
        </p:txBody>
      </p:sp>
      <p:sp>
        <p:nvSpPr>
          <p:cNvPr id="8" name="Text Placeholder 7">
            <a:extLst>
              <a:ext uri="{FF2B5EF4-FFF2-40B4-BE49-F238E27FC236}">
                <a16:creationId xmlns:a16="http://schemas.microsoft.com/office/drawing/2014/main" id="{871AB7F8-D38E-A19C-99A8-93E4EC3A4F05}"/>
              </a:ext>
            </a:extLst>
          </p:cNvPr>
          <p:cNvSpPr>
            <a:spLocks noGrp="1"/>
          </p:cNvSpPr>
          <p:nvPr userDrawn="1">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7" name="Text Placeholder 6">
            <a:extLst>
              <a:ext uri="{FF2B5EF4-FFF2-40B4-BE49-F238E27FC236}">
                <a16:creationId xmlns:a16="http://schemas.microsoft.com/office/drawing/2014/main" id="{A3EFBEB8-5EC2-43D8-7347-FD1F6E6D4CEE}"/>
              </a:ext>
            </a:extLst>
          </p:cNvPr>
          <p:cNvSpPr>
            <a:spLocks noGrp="1"/>
          </p:cNvSpPr>
          <p:nvPr userDrawn="1">
            <p:ph type="body" sz="quarter" idx="11" hasCustomPrompt="1"/>
          </p:nvPr>
        </p:nvSpPr>
        <p:spPr>
          <a:xfrm>
            <a:off x="428623" y="1323102"/>
            <a:ext cx="3621024" cy="246221"/>
          </a:xfrm>
        </p:spPr>
        <p:txBody>
          <a:bodyPr wrap="none" anchor="ctr">
            <a:noAutofit/>
          </a:bodyPr>
          <a:lstStyle>
            <a:lvl1pPr marL="0" indent="0" algn="l">
              <a:buNone/>
              <a:defRPr sz="1400">
                <a:latin typeface="+mj-lt"/>
              </a:defRPr>
            </a:lvl1pPr>
          </a:lstStyle>
          <a:p>
            <a:pPr lvl="0"/>
            <a:r>
              <a:rPr lang="en-US"/>
              <a:t>Team name</a:t>
            </a:r>
          </a:p>
        </p:txBody>
      </p:sp>
      <p:sp>
        <p:nvSpPr>
          <p:cNvPr id="51" name="Text Placeholder 6">
            <a:extLst>
              <a:ext uri="{FF2B5EF4-FFF2-40B4-BE49-F238E27FC236}">
                <a16:creationId xmlns:a16="http://schemas.microsoft.com/office/drawing/2014/main" id="{F07D23FC-F816-2ACD-9BB6-8B4F4A2F773A}"/>
              </a:ext>
            </a:extLst>
          </p:cNvPr>
          <p:cNvSpPr>
            <a:spLocks noGrp="1"/>
          </p:cNvSpPr>
          <p:nvPr userDrawn="1">
            <p:ph type="body" sz="quarter" idx="25" hasCustomPrompt="1"/>
          </p:nvPr>
        </p:nvSpPr>
        <p:spPr>
          <a:xfrm>
            <a:off x="1350229" y="1737275"/>
            <a:ext cx="2596738" cy="777240"/>
          </a:xfrm>
          <a:ln w="19050">
            <a:noFill/>
          </a:ln>
        </p:spPr>
        <p:txBody>
          <a:bodyPr wrap="none" lIns="0" anchor="ctr">
            <a:noAutofit/>
          </a:bodyPr>
          <a:lstStyle>
            <a:lvl1pPr marL="0" indent="0" algn="l">
              <a:spcAft>
                <a:spcPts val="0"/>
              </a:spcAft>
              <a:buNone/>
              <a:defRPr sz="1200">
                <a:latin typeface="+mj-lt"/>
              </a:defRPr>
            </a:lvl1pPr>
            <a:lvl2pPr marL="0" indent="0">
              <a:spcAft>
                <a:spcPts val="0"/>
              </a:spcAft>
              <a:buNone/>
              <a:defRPr sz="1200">
                <a:latin typeface="+mn-lt"/>
              </a:defRPr>
            </a:lvl2pPr>
          </a:lstStyle>
          <a:p>
            <a:pPr lvl="0"/>
            <a:r>
              <a:rPr lang="en-US"/>
              <a:t>Name</a:t>
            </a:r>
          </a:p>
          <a:p>
            <a:pPr lvl="1"/>
            <a:r>
              <a:rPr lang="en-US"/>
              <a:t>Title</a:t>
            </a:r>
          </a:p>
        </p:txBody>
      </p:sp>
      <p:sp>
        <p:nvSpPr>
          <p:cNvPr id="13" name="Text Placeholder 6">
            <a:extLst>
              <a:ext uri="{FF2B5EF4-FFF2-40B4-BE49-F238E27FC236}">
                <a16:creationId xmlns:a16="http://schemas.microsoft.com/office/drawing/2014/main" id="{13F5F348-9BA5-D049-2A97-79B46D552C52}"/>
              </a:ext>
              <a:ext uri="{C183D7F6-B498-43B3-948B-1728B52AA6E4}">
                <adec:decorative xmlns:adec="http://schemas.microsoft.com/office/drawing/2017/decorative" val="0"/>
              </a:ext>
            </a:extLst>
          </p:cNvPr>
          <p:cNvSpPr>
            <a:spLocks noGrp="1"/>
          </p:cNvSpPr>
          <p:nvPr userDrawn="1">
            <p:ph type="body" sz="quarter" idx="14" hasCustomPrompt="1"/>
          </p:nvPr>
        </p:nvSpPr>
        <p:spPr>
          <a:xfrm>
            <a:off x="428623" y="2707712"/>
            <a:ext cx="3383280" cy="246221"/>
          </a:xfrm>
        </p:spPr>
        <p:txBody>
          <a:bodyPr wrap="none" anchor="ctr">
            <a:noAutofit/>
          </a:bodyPr>
          <a:lstStyle>
            <a:lvl1pPr marL="0" indent="0" algn="l">
              <a:buNone/>
              <a:defRPr sz="1400">
                <a:solidFill>
                  <a:schemeClr val="accent1"/>
                </a:solidFill>
                <a:latin typeface="+mj-lt"/>
              </a:defRPr>
            </a:lvl1pPr>
          </a:lstStyle>
          <a:p>
            <a:pPr lvl="0"/>
            <a:r>
              <a:rPr lang="en-US"/>
              <a:t>Team name</a:t>
            </a:r>
          </a:p>
        </p:txBody>
      </p:sp>
      <p:sp>
        <p:nvSpPr>
          <p:cNvPr id="20" name="Text Placeholder 6">
            <a:extLst>
              <a:ext uri="{FF2B5EF4-FFF2-40B4-BE49-F238E27FC236}">
                <a16:creationId xmlns:a16="http://schemas.microsoft.com/office/drawing/2014/main" id="{A2FDFADD-09F8-480A-C438-46B841A73F05}"/>
              </a:ext>
            </a:extLst>
          </p:cNvPr>
          <p:cNvSpPr>
            <a:spLocks noGrp="1"/>
          </p:cNvSpPr>
          <p:nvPr userDrawn="1">
            <p:ph type="body" sz="quarter" idx="15" hasCustomPrompt="1"/>
          </p:nvPr>
        </p:nvSpPr>
        <p:spPr>
          <a:xfrm>
            <a:off x="1504287" y="3183853"/>
            <a:ext cx="2331720" cy="777240"/>
          </a:xfrm>
          <a:ln w="19050">
            <a:noFill/>
          </a:ln>
        </p:spPr>
        <p:txBody>
          <a:bodyPr wrap="none" lIns="0" anchor="ctr">
            <a:noAutofit/>
          </a:bodyPr>
          <a:lstStyle>
            <a:lvl1pPr marL="0" indent="0" algn="l">
              <a:spcAft>
                <a:spcPts val="0"/>
              </a:spcAft>
              <a:buNone/>
              <a:defRPr sz="1200">
                <a:latin typeface="+mj-lt"/>
              </a:defRPr>
            </a:lvl1pPr>
            <a:lvl2pPr marL="0" indent="0">
              <a:spcAft>
                <a:spcPts val="0"/>
              </a:spcAft>
              <a:buNone/>
              <a:defRPr sz="1200">
                <a:latin typeface="+mn-lt"/>
              </a:defRPr>
            </a:lvl2pPr>
          </a:lstStyle>
          <a:p>
            <a:pPr lvl="0"/>
            <a:r>
              <a:rPr lang="en-US"/>
              <a:t>Name</a:t>
            </a:r>
          </a:p>
          <a:p>
            <a:pPr lvl="1"/>
            <a:r>
              <a:rPr lang="en-US"/>
              <a:t>Title</a:t>
            </a:r>
          </a:p>
        </p:txBody>
      </p:sp>
      <p:sp>
        <p:nvSpPr>
          <p:cNvPr id="33" name="Text Placeholder 6">
            <a:extLst>
              <a:ext uri="{FF2B5EF4-FFF2-40B4-BE49-F238E27FC236}">
                <a16:creationId xmlns:a16="http://schemas.microsoft.com/office/drawing/2014/main" id="{165DD077-F6B8-467F-772B-56F5FBA01588}"/>
              </a:ext>
            </a:extLst>
          </p:cNvPr>
          <p:cNvSpPr>
            <a:spLocks noGrp="1"/>
          </p:cNvSpPr>
          <p:nvPr userDrawn="1">
            <p:ph type="body" sz="quarter" idx="17" hasCustomPrompt="1"/>
          </p:nvPr>
        </p:nvSpPr>
        <p:spPr>
          <a:xfrm>
            <a:off x="1504287" y="4160969"/>
            <a:ext cx="2331720" cy="777240"/>
          </a:xfrm>
          <a:ln w="19050">
            <a:noFill/>
          </a:ln>
        </p:spPr>
        <p:txBody>
          <a:bodyPr wrap="none" lIns="0" anchor="ctr">
            <a:noAutofit/>
          </a:bodyPr>
          <a:lstStyle>
            <a:lvl1pPr marL="0" indent="0" algn="l">
              <a:spcAft>
                <a:spcPts val="0"/>
              </a:spcAft>
              <a:buNone/>
              <a:defRPr sz="1200">
                <a:latin typeface="+mj-lt"/>
              </a:defRPr>
            </a:lvl1pPr>
            <a:lvl2pPr marL="0" indent="0">
              <a:spcAft>
                <a:spcPts val="0"/>
              </a:spcAft>
              <a:buNone/>
              <a:defRPr sz="1200">
                <a:latin typeface="+mn-lt"/>
              </a:defRPr>
            </a:lvl2pPr>
          </a:lstStyle>
          <a:p>
            <a:pPr lvl="0"/>
            <a:r>
              <a:rPr lang="en-US"/>
              <a:t>Name</a:t>
            </a:r>
          </a:p>
          <a:p>
            <a:pPr lvl="1"/>
            <a:r>
              <a:rPr lang="en-US"/>
              <a:t>Title</a:t>
            </a:r>
          </a:p>
        </p:txBody>
      </p:sp>
      <p:sp>
        <p:nvSpPr>
          <p:cNvPr id="37" name="Text Placeholder 6">
            <a:extLst>
              <a:ext uri="{FF2B5EF4-FFF2-40B4-BE49-F238E27FC236}">
                <a16:creationId xmlns:a16="http://schemas.microsoft.com/office/drawing/2014/main" id="{9AFAAB85-366F-512B-302A-D3D97931D8F9}"/>
              </a:ext>
            </a:extLst>
          </p:cNvPr>
          <p:cNvSpPr>
            <a:spLocks noGrp="1"/>
          </p:cNvSpPr>
          <p:nvPr userDrawn="1">
            <p:ph type="body" sz="quarter" idx="19" hasCustomPrompt="1"/>
          </p:nvPr>
        </p:nvSpPr>
        <p:spPr>
          <a:xfrm>
            <a:off x="1504287" y="5138085"/>
            <a:ext cx="2331720" cy="777240"/>
          </a:xfrm>
          <a:ln w="19050">
            <a:noFill/>
          </a:ln>
        </p:spPr>
        <p:txBody>
          <a:bodyPr wrap="none" lIns="0" anchor="ctr">
            <a:noAutofit/>
          </a:bodyPr>
          <a:lstStyle>
            <a:lvl1pPr marL="0" indent="0" algn="l">
              <a:spcAft>
                <a:spcPts val="0"/>
              </a:spcAft>
              <a:buNone/>
              <a:defRPr sz="1200">
                <a:latin typeface="+mj-lt"/>
              </a:defRPr>
            </a:lvl1pPr>
            <a:lvl2pPr marL="0" indent="0">
              <a:spcAft>
                <a:spcPts val="0"/>
              </a:spcAft>
              <a:buNone/>
              <a:defRPr sz="1200">
                <a:latin typeface="+mn-lt"/>
              </a:defRPr>
            </a:lvl2pPr>
          </a:lstStyle>
          <a:p>
            <a:pPr lvl="0"/>
            <a:r>
              <a:rPr lang="en-US"/>
              <a:t>Name</a:t>
            </a:r>
          </a:p>
          <a:p>
            <a:pPr lvl="1"/>
            <a:r>
              <a:rPr lang="en-US"/>
              <a:t>Title</a:t>
            </a:r>
          </a:p>
        </p:txBody>
      </p:sp>
      <p:sp>
        <p:nvSpPr>
          <p:cNvPr id="41" name="Text Placeholder 6">
            <a:extLst>
              <a:ext uri="{FF2B5EF4-FFF2-40B4-BE49-F238E27FC236}">
                <a16:creationId xmlns:a16="http://schemas.microsoft.com/office/drawing/2014/main" id="{A4016C55-BC90-5C30-11A9-6B337DAC0A93}"/>
              </a:ext>
            </a:extLst>
          </p:cNvPr>
          <p:cNvSpPr>
            <a:spLocks noGrp="1"/>
          </p:cNvSpPr>
          <p:nvPr userDrawn="1">
            <p:ph type="body" sz="quarter" idx="21" hasCustomPrompt="1"/>
          </p:nvPr>
        </p:nvSpPr>
        <p:spPr>
          <a:xfrm>
            <a:off x="4340144" y="1323102"/>
            <a:ext cx="7426406" cy="246221"/>
          </a:xfrm>
        </p:spPr>
        <p:txBody>
          <a:bodyPr wrap="none" anchor="ctr">
            <a:noAutofit/>
          </a:bodyPr>
          <a:lstStyle>
            <a:lvl1pPr marL="0" indent="0" algn="l">
              <a:buNone/>
              <a:defRPr sz="1400">
                <a:solidFill>
                  <a:schemeClr val="accent4"/>
                </a:solidFill>
                <a:latin typeface="+mj-lt"/>
              </a:defRPr>
            </a:lvl1pPr>
          </a:lstStyle>
          <a:p>
            <a:pPr lvl="0"/>
            <a:r>
              <a:rPr lang="en-US"/>
              <a:t>Team name</a:t>
            </a:r>
          </a:p>
        </p:txBody>
      </p:sp>
      <p:sp>
        <p:nvSpPr>
          <p:cNvPr id="46" name="Text Placeholder 6">
            <a:extLst>
              <a:ext uri="{FF2B5EF4-FFF2-40B4-BE49-F238E27FC236}">
                <a16:creationId xmlns:a16="http://schemas.microsoft.com/office/drawing/2014/main" id="{44858C65-06DA-B4A7-4A89-1473891D5680}"/>
              </a:ext>
            </a:extLst>
          </p:cNvPr>
          <p:cNvSpPr>
            <a:spLocks noGrp="1"/>
          </p:cNvSpPr>
          <p:nvPr userDrawn="1">
            <p:ph type="body" sz="quarter" idx="22" hasCustomPrompt="1"/>
          </p:nvPr>
        </p:nvSpPr>
        <p:spPr>
          <a:xfrm>
            <a:off x="4496318" y="1797665"/>
            <a:ext cx="3337560" cy="246221"/>
          </a:xfrm>
        </p:spPr>
        <p:txBody>
          <a:bodyPr wrap="none" anchor="ctr">
            <a:noAutofit/>
          </a:bodyPr>
          <a:lstStyle>
            <a:lvl1pPr marL="0" indent="0" algn="l">
              <a:buNone/>
              <a:defRPr sz="1200">
                <a:solidFill>
                  <a:schemeClr val="accent3"/>
                </a:solidFill>
                <a:latin typeface="+mj-lt"/>
              </a:defRPr>
            </a:lvl1pPr>
          </a:lstStyle>
          <a:p>
            <a:pPr lvl="0"/>
            <a:r>
              <a:rPr lang="en-US"/>
              <a:t>Sub-team name</a:t>
            </a:r>
          </a:p>
        </p:txBody>
      </p:sp>
      <p:sp>
        <p:nvSpPr>
          <p:cNvPr id="49" name="Text Placeholder 6">
            <a:extLst>
              <a:ext uri="{FF2B5EF4-FFF2-40B4-BE49-F238E27FC236}">
                <a16:creationId xmlns:a16="http://schemas.microsoft.com/office/drawing/2014/main" id="{EFDAB5F1-0CF9-8ACE-C9BE-23C0A19EC334}"/>
              </a:ext>
            </a:extLst>
          </p:cNvPr>
          <p:cNvSpPr>
            <a:spLocks noGrp="1"/>
          </p:cNvSpPr>
          <p:nvPr userDrawn="1">
            <p:ph type="body" sz="quarter" idx="24" hasCustomPrompt="1"/>
          </p:nvPr>
        </p:nvSpPr>
        <p:spPr>
          <a:xfrm>
            <a:off x="5424711" y="2213245"/>
            <a:ext cx="2331720" cy="777240"/>
          </a:xfrm>
          <a:ln w="19050">
            <a:noFill/>
          </a:ln>
        </p:spPr>
        <p:txBody>
          <a:bodyPr wrap="none" lIns="0" anchor="ctr">
            <a:noAutofit/>
          </a:bodyPr>
          <a:lstStyle>
            <a:lvl1pPr marL="0" indent="0" algn="l">
              <a:spcAft>
                <a:spcPts val="0"/>
              </a:spcAft>
              <a:buNone/>
              <a:defRPr sz="1200">
                <a:latin typeface="+mj-lt"/>
              </a:defRPr>
            </a:lvl1pPr>
            <a:lvl2pPr marL="0" indent="0">
              <a:spcAft>
                <a:spcPts val="0"/>
              </a:spcAft>
              <a:buNone/>
              <a:defRPr sz="1200">
                <a:latin typeface="+mn-lt"/>
              </a:defRPr>
            </a:lvl2pPr>
          </a:lstStyle>
          <a:p>
            <a:pPr lvl="0"/>
            <a:r>
              <a:rPr lang="en-US"/>
              <a:t>Name</a:t>
            </a:r>
          </a:p>
          <a:p>
            <a:pPr lvl="1"/>
            <a:r>
              <a:rPr lang="en-US"/>
              <a:t>Title</a:t>
            </a:r>
          </a:p>
        </p:txBody>
      </p:sp>
      <p:sp>
        <p:nvSpPr>
          <p:cNvPr id="55" name="Text Placeholder 6">
            <a:extLst>
              <a:ext uri="{FF2B5EF4-FFF2-40B4-BE49-F238E27FC236}">
                <a16:creationId xmlns:a16="http://schemas.microsoft.com/office/drawing/2014/main" id="{DC3AE717-2F15-1481-2D99-88141D30BCAF}"/>
              </a:ext>
            </a:extLst>
          </p:cNvPr>
          <p:cNvSpPr>
            <a:spLocks noGrp="1"/>
          </p:cNvSpPr>
          <p:nvPr userDrawn="1">
            <p:ph type="body" sz="quarter" idx="27" hasCustomPrompt="1"/>
          </p:nvPr>
        </p:nvSpPr>
        <p:spPr>
          <a:xfrm>
            <a:off x="5424711" y="3183853"/>
            <a:ext cx="2331720" cy="777240"/>
          </a:xfrm>
          <a:ln w="19050">
            <a:noFill/>
          </a:ln>
        </p:spPr>
        <p:txBody>
          <a:bodyPr wrap="none" lIns="0" anchor="ctr">
            <a:noAutofit/>
          </a:bodyPr>
          <a:lstStyle>
            <a:lvl1pPr marL="0" indent="0" algn="l">
              <a:spcAft>
                <a:spcPts val="0"/>
              </a:spcAft>
              <a:buNone/>
              <a:defRPr sz="1200">
                <a:latin typeface="+mj-lt"/>
              </a:defRPr>
            </a:lvl1pPr>
            <a:lvl2pPr marL="0" indent="0">
              <a:spcAft>
                <a:spcPts val="0"/>
              </a:spcAft>
              <a:buNone/>
              <a:defRPr sz="1200">
                <a:latin typeface="+mn-lt"/>
              </a:defRPr>
            </a:lvl2pPr>
          </a:lstStyle>
          <a:p>
            <a:pPr lvl="0"/>
            <a:r>
              <a:rPr lang="en-US"/>
              <a:t>Name</a:t>
            </a:r>
          </a:p>
          <a:p>
            <a:pPr lvl="1"/>
            <a:r>
              <a:rPr lang="en-US"/>
              <a:t>Title</a:t>
            </a:r>
          </a:p>
        </p:txBody>
      </p:sp>
      <p:sp>
        <p:nvSpPr>
          <p:cNvPr id="57" name="Text Placeholder 6">
            <a:extLst>
              <a:ext uri="{FF2B5EF4-FFF2-40B4-BE49-F238E27FC236}">
                <a16:creationId xmlns:a16="http://schemas.microsoft.com/office/drawing/2014/main" id="{4BEB9F4A-751F-EF43-E9CE-48E503B05601}"/>
              </a:ext>
            </a:extLst>
          </p:cNvPr>
          <p:cNvSpPr>
            <a:spLocks noGrp="1"/>
          </p:cNvSpPr>
          <p:nvPr userDrawn="1">
            <p:ph type="body" sz="quarter" idx="29" hasCustomPrompt="1"/>
          </p:nvPr>
        </p:nvSpPr>
        <p:spPr>
          <a:xfrm>
            <a:off x="5424711" y="4160969"/>
            <a:ext cx="2331720" cy="777240"/>
          </a:xfrm>
          <a:ln w="19050">
            <a:noFill/>
          </a:ln>
        </p:spPr>
        <p:txBody>
          <a:bodyPr wrap="none" lIns="0" anchor="ctr">
            <a:noAutofit/>
          </a:bodyPr>
          <a:lstStyle>
            <a:lvl1pPr marL="0" indent="0" algn="l">
              <a:spcAft>
                <a:spcPts val="0"/>
              </a:spcAft>
              <a:buNone/>
              <a:defRPr sz="1200">
                <a:latin typeface="+mj-lt"/>
              </a:defRPr>
            </a:lvl1pPr>
            <a:lvl2pPr marL="0" indent="0">
              <a:spcAft>
                <a:spcPts val="0"/>
              </a:spcAft>
              <a:buNone/>
              <a:defRPr sz="1200">
                <a:latin typeface="+mn-lt"/>
              </a:defRPr>
            </a:lvl2pPr>
          </a:lstStyle>
          <a:p>
            <a:pPr lvl="0"/>
            <a:r>
              <a:rPr lang="en-US"/>
              <a:t>Name</a:t>
            </a:r>
          </a:p>
          <a:p>
            <a:pPr lvl="1"/>
            <a:r>
              <a:rPr lang="en-US"/>
              <a:t>Title</a:t>
            </a:r>
          </a:p>
        </p:txBody>
      </p:sp>
      <p:sp>
        <p:nvSpPr>
          <p:cNvPr id="59" name="Text Placeholder 6">
            <a:extLst>
              <a:ext uri="{FF2B5EF4-FFF2-40B4-BE49-F238E27FC236}">
                <a16:creationId xmlns:a16="http://schemas.microsoft.com/office/drawing/2014/main" id="{52FB666B-C90C-9842-4D5D-A7CBEDDCBA19}"/>
              </a:ext>
            </a:extLst>
          </p:cNvPr>
          <p:cNvSpPr>
            <a:spLocks noGrp="1"/>
          </p:cNvSpPr>
          <p:nvPr userDrawn="1">
            <p:ph type="body" sz="quarter" idx="31" hasCustomPrompt="1"/>
          </p:nvPr>
        </p:nvSpPr>
        <p:spPr>
          <a:xfrm>
            <a:off x="5424711" y="5138085"/>
            <a:ext cx="2331720" cy="777240"/>
          </a:xfrm>
          <a:ln w="19050">
            <a:noFill/>
          </a:ln>
        </p:spPr>
        <p:txBody>
          <a:bodyPr wrap="none" lIns="0" anchor="ctr">
            <a:noAutofit/>
          </a:bodyPr>
          <a:lstStyle>
            <a:lvl1pPr marL="0" indent="0" algn="l">
              <a:spcAft>
                <a:spcPts val="0"/>
              </a:spcAft>
              <a:buNone/>
              <a:defRPr sz="1200">
                <a:latin typeface="+mj-lt"/>
              </a:defRPr>
            </a:lvl1pPr>
            <a:lvl2pPr marL="0" indent="0">
              <a:spcAft>
                <a:spcPts val="0"/>
              </a:spcAft>
              <a:buNone/>
              <a:defRPr sz="1200">
                <a:latin typeface="+mn-lt"/>
              </a:defRPr>
            </a:lvl2pPr>
          </a:lstStyle>
          <a:p>
            <a:pPr lvl="0"/>
            <a:r>
              <a:rPr lang="en-US"/>
              <a:t>Name</a:t>
            </a:r>
          </a:p>
          <a:p>
            <a:pPr lvl="1"/>
            <a:r>
              <a:rPr lang="en-US"/>
              <a:t>Title</a:t>
            </a:r>
          </a:p>
        </p:txBody>
      </p:sp>
      <p:sp>
        <p:nvSpPr>
          <p:cNvPr id="112" name="Text Placeholder 6">
            <a:extLst>
              <a:ext uri="{FF2B5EF4-FFF2-40B4-BE49-F238E27FC236}">
                <a16:creationId xmlns:a16="http://schemas.microsoft.com/office/drawing/2014/main" id="{A17170B6-51B8-B4DB-4902-7E77055393DA}"/>
              </a:ext>
            </a:extLst>
          </p:cNvPr>
          <p:cNvSpPr>
            <a:spLocks noGrp="1"/>
          </p:cNvSpPr>
          <p:nvPr userDrawn="1">
            <p:ph type="body" sz="quarter" idx="40" hasCustomPrompt="1"/>
          </p:nvPr>
        </p:nvSpPr>
        <p:spPr>
          <a:xfrm>
            <a:off x="8295266" y="1797665"/>
            <a:ext cx="3337560" cy="246221"/>
          </a:xfrm>
        </p:spPr>
        <p:txBody>
          <a:bodyPr wrap="none" anchor="ctr">
            <a:noAutofit/>
          </a:bodyPr>
          <a:lstStyle>
            <a:lvl1pPr marL="0" indent="0" algn="l">
              <a:buNone/>
              <a:defRPr sz="1200">
                <a:solidFill>
                  <a:schemeClr val="accent3"/>
                </a:solidFill>
                <a:latin typeface="+mj-lt"/>
              </a:defRPr>
            </a:lvl1pPr>
          </a:lstStyle>
          <a:p>
            <a:pPr lvl="0"/>
            <a:r>
              <a:rPr lang="en-US"/>
              <a:t>Sub-team name</a:t>
            </a:r>
          </a:p>
        </p:txBody>
      </p:sp>
      <p:sp>
        <p:nvSpPr>
          <p:cNvPr id="67" name="Text Placeholder 6">
            <a:extLst>
              <a:ext uri="{FF2B5EF4-FFF2-40B4-BE49-F238E27FC236}">
                <a16:creationId xmlns:a16="http://schemas.microsoft.com/office/drawing/2014/main" id="{EC9D4DBF-905D-9298-2F8B-17D02F713EB0}"/>
              </a:ext>
            </a:extLst>
          </p:cNvPr>
          <p:cNvSpPr>
            <a:spLocks noGrp="1"/>
          </p:cNvSpPr>
          <p:nvPr userDrawn="1">
            <p:ph type="body" sz="quarter" idx="33" hasCustomPrompt="1"/>
          </p:nvPr>
        </p:nvSpPr>
        <p:spPr>
          <a:xfrm>
            <a:off x="9242636" y="2213245"/>
            <a:ext cx="2331720" cy="777240"/>
          </a:xfrm>
          <a:ln w="19050">
            <a:noFill/>
          </a:ln>
        </p:spPr>
        <p:txBody>
          <a:bodyPr wrap="none" lIns="0" anchor="ctr">
            <a:noAutofit/>
          </a:bodyPr>
          <a:lstStyle>
            <a:lvl1pPr marL="0" indent="0" algn="l">
              <a:spcAft>
                <a:spcPts val="0"/>
              </a:spcAft>
              <a:buNone/>
              <a:defRPr sz="1200">
                <a:latin typeface="+mj-lt"/>
              </a:defRPr>
            </a:lvl1pPr>
            <a:lvl2pPr marL="0" indent="0">
              <a:spcAft>
                <a:spcPts val="0"/>
              </a:spcAft>
              <a:buNone/>
              <a:defRPr sz="1200">
                <a:latin typeface="+mn-lt"/>
              </a:defRPr>
            </a:lvl2pPr>
          </a:lstStyle>
          <a:p>
            <a:pPr lvl="0"/>
            <a:r>
              <a:rPr lang="en-US"/>
              <a:t>Name</a:t>
            </a:r>
          </a:p>
          <a:p>
            <a:pPr lvl="1"/>
            <a:r>
              <a:rPr lang="en-US"/>
              <a:t>Title</a:t>
            </a:r>
          </a:p>
        </p:txBody>
      </p:sp>
      <p:sp>
        <p:nvSpPr>
          <p:cNvPr id="69" name="Text Placeholder 6">
            <a:extLst>
              <a:ext uri="{FF2B5EF4-FFF2-40B4-BE49-F238E27FC236}">
                <a16:creationId xmlns:a16="http://schemas.microsoft.com/office/drawing/2014/main" id="{82AABC4F-DA0D-1B6C-F10D-7912F3E22EA7}"/>
              </a:ext>
            </a:extLst>
          </p:cNvPr>
          <p:cNvSpPr>
            <a:spLocks noGrp="1"/>
          </p:cNvSpPr>
          <p:nvPr userDrawn="1">
            <p:ph type="body" sz="quarter" idx="35" hasCustomPrompt="1"/>
          </p:nvPr>
        </p:nvSpPr>
        <p:spPr>
          <a:xfrm>
            <a:off x="9242636" y="3183853"/>
            <a:ext cx="2331720" cy="777240"/>
          </a:xfrm>
          <a:ln w="19050">
            <a:noFill/>
          </a:ln>
        </p:spPr>
        <p:txBody>
          <a:bodyPr wrap="none" lIns="0" anchor="ctr">
            <a:noAutofit/>
          </a:bodyPr>
          <a:lstStyle>
            <a:lvl1pPr marL="0" indent="0" algn="l">
              <a:spcAft>
                <a:spcPts val="0"/>
              </a:spcAft>
              <a:buNone/>
              <a:defRPr sz="1200">
                <a:latin typeface="+mj-lt"/>
              </a:defRPr>
            </a:lvl1pPr>
            <a:lvl2pPr marL="0" indent="0">
              <a:spcAft>
                <a:spcPts val="0"/>
              </a:spcAft>
              <a:buNone/>
              <a:defRPr sz="1200">
                <a:latin typeface="+mn-lt"/>
              </a:defRPr>
            </a:lvl2pPr>
          </a:lstStyle>
          <a:p>
            <a:pPr lvl="0"/>
            <a:r>
              <a:rPr lang="en-US"/>
              <a:t>Name</a:t>
            </a:r>
          </a:p>
          <a:p>
            <a:pPr lvl="1"/>
            <a:r>
              <a:rPr lang="en-US"/>
              <a:t>Title</a:t>
            </a:r>
          </a:p>
        </p:txBody>
      </p:sp>
      <p:sp>
        <p:nvSpPr>
          <p:cNvPr id="71" name="Text Placeholder 6">
            <a:extLst>
              <a:ext uri="{FF2B5EF4-FFF2-40B4-BE49-F238E27FC236}">
                <a16:creationId xmlns:a16="http://schemas.microsoft.com/office/drawing/2014/main" id="{94BDEC68-8B99-777A-CEDA-84311C5BB236}"/>
              </a:ext>
            </a:extLst>
          </p:cNvPr>
          <p:cNvSpPr>
            <a:spLocks noGrp="1"/>
          </p:cNvSpPr>
          <p:nvPr userDrawn="1">
            <p:ph type="body" sz="quarter" idx="37" hasCustomPrompt="1"/>
          </p:nvPr>
        </p:nvSpPr>
        <p:spPr>
          <a:xfrm>
            <a:off x="9242636" y="4160969"/>
            <a:ext cx="2331720" cy="777240"/>
          </a:xfrm>
          <a:ln w="19050">
            <a:noFill/>
          </a:ln>
        </p:spPr>
        <p:txBody>
          <a:bodyPr wrap="none" lIns="0" anchor="ctr">
            <a:noAutofit/>
          </a:bodyPr>
          <a:lstStyle>
            <a:lvl1pPr marL="0" indent="0" algn="l">
              <a:spcAft>
                <a:spcPts val="0"/>
              </a:spcAft>
              <a:buNone/>
              <a:defRPr sz="1200">
                <a:latin typeface="+mj-lt"/>
              </a:defRPr>
            </a:lvl1pPr>
            <a:lvl2pPr marL="0" indent="0">
              <a:spcAft>
                <a:spcPts val="0"/>
              </a:spcAft>
              <a:buNone/>
              <a:defRPr sz="1200">
                <a:latin typeface="+mn-lt"/>
              </a:defRPr>
            </a:lvl2pPr>
          </a:lstStyle>
          <a:p>
            <a:pPr lvl="0"/>
            <a:r>
              <a:rPr lang="en-US"/>
              <a:t>Name</a:t>
            </a:r>
          </a:p>
          <a:p>
            <a:pPr lvl="1"/>
            <a:r>
              <a:rPr lang="en-US"/>
              <a:t>Title</a:t>
            </a:r>
          </a:p>
        </p:txBody>
      </p:sp>
      <p:sp>
        <p:nvSpPr>
          <p:cNvPr id="73" name="Text Placeholder 6">
            <a:extLst>
              <a:ext uri="{FF2B5EF4-FFF2-40B4-BE49-F238E27FC236}">
                <a16:creationId xmlns:a16="http://schemas.microsoft.com/office/drawing/2014/main" id="{91A2C454-6D2E-AEEA-3CC4-F6D6F4EBA57B}"/>
              </a:ext>
            </a:extLst>
          </p:cNvPr>
          <p:cNvSpPr>
            <a:spLocks noGrp="1"/>
          </p:cNvSpPr>
          <p:nvPr userDrawn="1">
            <p:ph type="body" sz="quarter" idx="39" hasCustomPrompt="1"/>
          </p:nvPr>
        </p:nvSpPr>
        <p:spPr>
          <a:xfrm>
            <a:off x="9242636" y="5138085"/>
            <a:ext cx="2331720" cy="777240"/>
          </a:xfrm>
          <a:ln w="19050">
            <a:noFill/>
          </a:ln>
        </p:spPr>
        <p:txBody>
          <a:bodyPr wrap="none" lIns="0" anchor="ctr">
            <a:noAutofit/>
          </a:bodyPr>
          <a:lstStyle>
            <a:lvl1pPr marL="0" indent="0" algn="l">
              <a:spcAft>
                <a:spcPts val="0"/>
              </a:spcAft>
              <a:buNone/>
              <a:defRPr sz="1200">
                <a:latin typeface="+mj-lt"/>
              </a:defRPr>
            </a:lvl1pPr>
            <a:lvl2pPr marL="0" indent="0">
              <a:spcAft>
                <a:spcPts val="0"/>
              </a:spcAft>
              <a:buNone/>
              <a:defRPr sz="1200">
                <a:latin typeface="+mn-lt"/>
              </a:defRPr>
            </a:lvl2pPr>
          </a:lstStyle>
          <a:p>
            <a:pPr lvl="0"/>
            <a:r>
              <a:rPr lang="en-US"/>
              <a:t>Name</a:t>
            </a:r>
          </a:p>
          <a:p>
            <a:pPr lvl="1"/>
            <a:r>
              <a:rPr lang="en-US"/>
              <a:t>Title</a:t>
            </a:r>
          </a:p>
        </p:txBody>
      </p:sp>
      <p:sp>
        <p:nvSpPr>
          <p:cNvPr id="5" name="Slide Number Placeholder 5">
            <a:extLst>
              <a:ext uri="{FF2B5EF4-FFF2-40B4-BE49-F238E27FC236}">
                <a16:creationId xmlns:a16="http://schemas.microsoft.com/office/drawing/2014/main" id="{E7BCF086-E0BB-3B67-3C11-E0716AC53D0A}"/>
              </a:ext>
            </a:extLst>
          </p:cNvPr>
          <p:cNvSpPr>
            <a:spLocks noGrp="1"/>
          </p:cNvSpPr>
          <p:nvPr userDrawn="1">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grpSp>
        <p:nvGrpSpPr>
          <p:cNvPr id="14" name="Group 13">
            <a:extLst>
              <a:ext uri="{FF2B5EF4-FFF2-40B4-BE49-F238E27FC236}">
                <a16:creationId xmlns:a16="http://schemas.microsoft.com/office/drawing/2014/main" id="{DECFFDCD-5DBA-4316-718F-2745EBCA88BF}"/>
              </a:ext>
              <a:ext uri="{C183D7F6-B498-43B3-948B-1728B52AA6E4}">
                <adec:decorative xmlns:adec="http://schemas.microsoft.com/office/drawing/2017/decorative" val="1"/>
              </a:ext>
            </a:extLst>
          </p:cNvPr>
          <p:cNvGrpSpPr/>
          <p:nvPr userDrawn="1"/>
        </p:nvGrpSpPr>
        <p:grpSpPr>
          <a:xfrm>
            <a:off x="433386" y="1670635"/>
            <a:ext cx="11333161" cy="4406313"/>
            <a:chOff x="433386" y="1670635"/>
            <a:chExt cx="11333161" cy="4406313"/>
          </a:xfrm>
        </p:grpSpPr>
        <p:cxnSp>
          <p:nvCxnSpPr>
            <p:cNvPr id="42" name="Straight Connector 41">
              <a:extLst>
                <a:ext uri="{FF2B5EF4-FFF2-40B4-BE49-F238E27FC236}">
                  <a16:creationId xmlns:a16="http://schemas.microsoft.com/office/drawing/2014/main" id="{0A3955EF-1A6D-E65F-5443-7E5D271F7EA5}"/>
                </a:ext>
                <a:ext uri="{C183D7F6-B498-43B3-948B-1728B52AA6E4}">
                  <adec:decorative xmlns:adec="http://schemas.microsoft.com/office/drawing/2017/decorative" val="1"/>
                </a:ext>
              </a:extLst>
            </p:cNvPr>
            <p:cNvCxnSpPr>
              <a:cxnSpLocks/>
            </p:cNvCxnSpPr>
            <p:nvPr userDrawn="1"/>
          </p:nvCxnSpPr>
          <p:spPr>
            <a:xfrm>
              <a:off x="4057651" y="2125895"/>
              <a:ext cx="276646" cy="0"/>
            </a:xfrm>
            <a:prstGeom prst="line">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sp>
          <p:nvSpPr>
            <p:cNvPr id="44" name="Rectangle 43">
              <a:extLst>
                <a:ext uri="{FF2B5EF4-FFF2-40B4-BE49-F238E27FC236}">
                  <a16:creationId xmlns:a16="http://schemas.microsoft.com/office/drawing/2014/main" id="{06D415BD-718B-F120-BCD8-4FAB982AAC0F}"/>
                </a:ext>
                <a:ext uri="{C183D7F6-B498-43B3-948B-1728B52AA6E4}">
                  <adec:decorative xmlns:adec="http://schemas.microsoft.com/office/drawing/2017/decorative" val="1"/>
                </a:ext>
              </a:extLst>
            </p:cNvPr>
            <p:cNvSpPr/>
            <p:nvPr userDrawn="1"/>
          </p:nvSpPr>
          <p:spPr>
            <a:xfrm>
              <a:off x="4340144" y="1670635"/>
              <a:ext cx="7426403" cy="4406313"/>
            </a:xfrm>
            <a:prstGeom prst="rect">
              <a:avLst/>
            </a:prstGeom>
            <a:noFill/>
            <a:ln w="1905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1" name="Straight Connector 60">
              <a:extLst>
                <a:ext uri="{FF2B5EF4-FFF2-40B4-BE49-F238E27FC236}">
                  <a16:creationId xmlns:a16="http://schemas.microsoft.com/office/drawing/2014/main" id="{D1581C0F-60B3-0E65-75A7-D2FDAFD894D6}"/>
                </a:ext>
                <a:ext uri="{C183D7F6-B498-43B3-948B-1728B52AA6E4}">
                  <adec:decorative xmlns:adec="http://schemas.microsoft.com/office/drawing/2017/decorative" val="1"/>
                </a:ext>
              </a:extLst>
            </p:cNvPr>
            <p:cNvCxnSpPr>
              <a:cxnSpLocks/>
            </p:cNvCxnSpPr>
            <p:nvPr userDrawn="1"/>
          </p:nvCxnSpPr>
          <p:spPr>
            <a:xfrm>
              <a:off x="4340507" y="2601865"/>
              <a:ext cx="155448" cy="0"/>
            </a:xfrm>
            <a:prstGeom prst="line">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21C567F5-77B2-AC97-C110-9B8FB7B6C2A9}"/>
                </a:ext>
                <a:ext uri="{C183D7F6-B498-43B3-948B-1728B52AA6E4}">
                  <adec:decorative xmlns:adec="http://schemas.microsoft.com/office/drawing/2017/decorative" val="1"/>
                </a:ext>
              </a:extLst>
            </p:cNvPr>
            <p:cNvCxnSpPr>
              <a:cxnSpLocks/>
            </p:cNvCxnSpPr>
            <p:nvPr userDrawn="1"/>
          </p:nvCxnSpPr>
          <p:spPr>
            <a:xfrm>
              <a:off x="4340507" y="3572473"/>
              <a:ext cx="155448" cy="0"/>
            </a:xfrm>
            <a:prstGeom prst="line">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A85A3E01-2D09-BD45-3E1A-BACBED42AB9E}"/>
                </a:ext>
                <a:ext uri="{C183D7F6-B498-43B3-948B-1728B52AA6E4}">
                  <adec:decorative xmlns:adec="http://schemas.microsoft.com/office/drawing/2017/decorative" val="1"/>
                </a:ext>
              </a:extLst>
            </p:cNvPr>
            <p:cNvCxnSpPr>
              <a:cxnSpLocks/>
            </p:cNvCxnSpPr>
            <p:nvPr userDrawn="1"/>
          </p:nvCxnSpPr>
          <p:spPr>
            <a:xfrm>
              <a:off x="4340507" y="4549589"/>
              <a:ext cx="155448" cy="0"/>
            </a:xfrm>
            <a:prstGeom prst="line">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91028D47-4AB5-DFC8-6C77-E7FC1E09EFA1}"/>
                </a:ext>
                <a:ext uri="{C183D7F6-B498-43B3-948B-1728B52AA6E4}">
                  <adec:decorative xmlns:adec="http://schemas.microsoft.com/office/drawing/2017/decorative" val="1"/>
                </a:ext>
              </a:extLst>
            </p:cNvPr>
            <p:cNvCxnSpPr>
              <a:cxnSpLocks/>
            </p:cNvCxnSpPr>
            <p:nvPr userDrawn="1"/>
          </p:nvCxnSpPr>
          <p:spPr>
            <a:xfrm>
              <a:off x="4340507" y="5526705"/>
              <a:ext cx="155448" cy="0"/>
            </a:xfrm>
            <a:prstGeom prst="line">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75" name="Connector: Elbow 74">
              <a:extLst>
                <a:ext uri="{FF2B5EF4-FFF2-40B4-BE49-F238E27FC236}">
                  <a16:creationId xmlns:a16="http://schemas.microsoft.com/office/drawing/2014/main" id="{763DA31E-4EC6-9665-B9C6-1FFBBF61B74B}"/>
                </a:ext>
              </a:extLst>
            </p:cNvPr>
            <p:cNvCxnSpPr>
              <a:cxnSpLocks/>
            </p:cNvCxnSpPr>
            <p:nvPr userDrawn="1"/>
          </p:nvCxnSpPr>
          <p:spPr>
            <a:xfrm>
              <a:off x="7830089" y="2601865"/>
              <a:ext cx="465177" cy="0"/>
            </a:xfrm>
            <a:prstGeom prst="straightConnector1">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78" name="Connector: Elbow 74">
              <a:extLst>
                <a:ext uri="{FF2B5EF4-FFF2-40B4-BE49-F238E27FC236}">
                  <a16:creationId xmlns:a16="http://schemas.microsoft.com/office/drawing/2014/main" id="{5070A3AC-2A71-858F-D9F1-A99CE2A9B0D9}"/>
                </a:ext>
              </a:extLst>
            </p:cNvPr>
            <p:cNvCxnSpPr>
              <a:cxnSpLocks/>
              <a:stCxn id="136" idx="3"/>
              <a:endCxn id="149" idx="1"/>
            </p:cNvCxnSpPr>
            <p:nvPr userDrawn="1"/>
          </p:nvCxnSpPr>
          <p:spPr>
            <a:xfrm>
              <a:off x="7830089" y="2601865"/>
              <a:ext cx="465177" cy="970608"/>
            </a:xfrm>
            <a:prstGeom prst="bentConnector3">
              <a:avLst>
                <a:gd name="adj1" fmla="val 50000"/>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81" name="Connector: Elbow 74">
              <a:extLst>
                <a:ext uri="{FF2B5EF4-FFF2-40B4-BE49-F238E27FC236}">
                  <a16:creationId xmlns:a16="http://schemas.microsoft.com/office/drawing/2014/main" id="{3E872E58-1C1B-11A7-BD01-200F2FBF1D61}"/>
                </a:ext>
              </a:extLst>
            </p:cNvPr>
            <p:cNvCxnSpPr>
              <a:cxnSpLocks/>
              <a:stCxn id="136" idx="3"/>
              <a:endCxn id="150" idx="1"/>
            </p:cNvCxnSpPr>
            <p:nvPr userDrawn="1"/>
          </p:nvCxnSpPr>
          <p:spPr>
            <a:xfrm>
              <a:off x="7830089" y="2601865"/>
              <a:ext cx="465177" cy="1947724"/>
            </a:xfrm>
            <a:prstGeom prst="bentConnector3">
              <a:avLst>
                <a:gd name="adj1" fmla="val 50000"/>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84" name="Connector: Elbow 74">
              <a:extLst>
                <a:ext uri="{FF2B5EF4-FFF2-40B4-BE49-F238E27FC236}">
                  <a16:creationId xmlns:a16="http://schemas.microsoft.com/office/drawing/2014/main" id="{B2EF44E4-CB5F-CA89-600B-FE95A1E53D53}"/>
                </a:ext>
              </a:extLst>
            </p:cNvPr>
            <p:cNvCxnSpPr>
              <a:cxnSpLocks/>
              <a:stCxn id="136" idx="3"/>
              <a:endCxn id="151" idx="1"/>
            </p:cNvCxnSpPr>
            <p:nvPr userDrawn="1"/>
          </p:nvCxnSpPr>
          <p:spPr>
            <a:xfrm>
              <a:off x="7830089" y="2601865"/>
              <a:ext cx="465177" cy="2924840"/>
            </a:xfrm>
            <a:prstGeom prst="bentConnector3">
              <a:avLst>
                <a:gd name="adj1" fmla="val 50000"/>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91D5AA8A-A45A-9776-A98C-B4AE24E4F0B4}"/>
                </a:ext>
                <a:ext uri="{C183D7F6-B498-43B3-948B-1728B52AA6E4}">
                  <adec:decorative xmlns:adec="http://schemas.microsoft.com/office/drawing/2017/decorative" val="1"/>
                </a:ext>
              </a:extLst>
            </p:cNvPr>
            <p:cNvCxnSpPr>
              <a:cxnSpLocks/>
            </p:cNvCxnSpPr>
            <p:nvPr userDrawn="1"/>
          </p:nvCxnSpPr>
          <p:spPr>
            <a:xfrm>
              <a:off x="3910527" y="2591227"/>
              <a:ext cx="0" cy="444867"/>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52" name="Rectangle 51">
              <a:extLst>
                <a:ext uri="{FF2B5EF4-FFF2-40B4-BE49-F238E27FC236}">
                  <a16:creationId xmlns:a16="http://schemas.microsoft.com/office/drawing/2014/main" id="{50B8FF83-E3BC-D966-D239-4D784EB2BABC}"/>
                </a:ext>
                <a:ext uri="{C183D7F6-B498-43B3-948B-1728B52AA6E4}">
                  <adec:decorative xmlns:adec="http://schemas.microsoft.com/office/drawing/2017/decorative" val="1"/>
                </a:ext>
              </a:extLst>
            </p:cNvPr>
            <p:cNvSpPr>
              <a:spLocks/>
            </p:cNvSpPr>
            <p:nvPr userDrawn="1"/>
          </p:nvSpPr>
          <p:spPr>
            <a:xfrm>
              <a:off x="433387" y="1670636"/>
              <a:ext cx="3621024" cy="910518"/>
            </a:xfrm>
            <a:prstGeom prst="rect">
              <a:avLst/>
            </a:prstGeom>
            <a:noFill/>
            <a:ln w="190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E33B3B71-8843-CF0E-F8EF-7A1271C4AF30}"/>
                </a:ext>
                <a:ext uri="{C183D7F6-B498-43B3-948B-1728B52AA6E4}">
                  <adec:decorative xmlns:adec="http://schemas.microsoft.com/office/drawing/2017/decorative" val="1"/>
                </a:ext>
              </a:extLst>
            </p:cNvPr>
            <p:cNvSpPr>
              <a:spLocks/>
            </p:cNvSpPr>
            <p:nvPr userDrawn="1"/>
          </p:nvSpPr>
          <p:spPr>
            <a:xfrm>
              <a:off x="433386" y="3032759"/>
              <a:ext cx="3621024" cy="3044189"/>
            </a:xfrm>
            <a:prstGeom prst="rect">
              <a:avLst/>
            </a:prstGeom>
            <a:noFill/>
            <a:ln w="190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 name="Straight Connector 28">
              <a:extLst>
                <a:ext uri="{FF2B5EF4-FFF2-40B4-BE49-F238E27FC236}">
                  <a16:creationId xmlns:a16="http://schemas.microsoft.com/office/drawing/2014/main" id="{FC1CFEBA-F1D6-1D2F-A1B7-FDEA54DFE7CE}"/>
                </a:ext>
                <a:ext uri="{C183D7F6-B498-43B3-948B-1728B52AA6E4}">
                  <adec:decorative xmlns:adec="http://schemas.microsoft.com/office/drawing/2017/decorative" val="1"/>
                </a:ext>
              </a:extLst>
            </p:cNvPr>
            <p:cNvCxnSpPr>
              <a:cxnSpLocks/>
            </p:cNvCxnSpPr>
            <p:nvPr userDrawn="1"/>
          </p:nvCxnSpPr>
          <p:spPr>
            <a:xfrm>
              <a:off x="433388" y="3572473"/>
              <a:ext cx="157162"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5804F7F1-57CD-71DB-4415-A4D688CE5315}"/>
                </a:ext>
                <a:ext uri="{C183D7F6-B498-43B3-948B-1728B52AA6E4}">
                  <adec:decorative xmlns:adec="http://schemas.microsoft.com/office/drawing/2017/decorative" val="1"/>
                </a:ext>
              </a:extLst>
            </p:cNvPr>
            <p:cNvCxnSpPr>
              <a:cxnSpLocks/>
            </p:cNvCxnSpPr>
            <p:nvPr userDrawn="1"/>
          </p:nvCxnSpPr>
          <p:spPr>
            <a:xfrm>
              <a:off x="433388" y="4549589"/>
              <a:ext cx="157162"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9AD2112C-999B-0D97-9CB0-EB81090112EB}"/>
                </a:ext>
                <a:ext uri="{C183D7F6-B498-43B3-948B-1728B52AA6E4}">
                  <adec:decorative xmlns:adec="http://schemas.microsoft.com/office/drawing/2017/decorative" val="1"/>
                </a:ext>
              </a:extLst>
            </p:cNvPr>
            <p:cNvCxnSpPr>
              <a:cxnSpLocks/>
            </p:cNvCxnSpPr>
            <p:nvPr userDrawn="1"/>
          </p:nvCxnSpPr>
          <p:spPr>
            <a:xfrm>
              <a:off x="433388" y="5526705"/>
              <a:ext cx="157162"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31" name="Rectangle 130">
              <a:extLst>
                <a:ext uri="{FF2B5EF4-FFF2-40B4-BE49-F238E27FC236}">
                  <a16:creationId xmlns:a16="http://schemas.microsoft.com/office/drawing/2014/main" id="{518C56B5-718A-AC05-D836-5229A01D8ACF}"/>
                </a:ext>
                <a:ext uri="{C183D7F6-B498-43B3-948B-1728B52AA6E4}">
                  <adec:decorative xmlns:adec="http://schemas.microsoft.com/office/drawing/2017/decorative" val="0"/>
                </a:ext>
              </a:extLst>
            </p:cNvPr>
            <p:cNvSpPr/>
            <p:nvPr userDrawn="1"/>
          </p:nvSpPr>
          <p:spPr>
            <a:xfrm>
              <a:off x="590529" y="3138133"/>
              <a:ext cx="3333771" cy="868680"/>
            </a:xfrm>
            <a:prstGeom prst="rect">
              <a:avLst/>
            </a:prstGeom>
            <a:noFill/>
            <a:ln w="63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 name="Rectangle 131">
              <a:extLst>
                <a:ext uri="{FF2B5EF4-FFF2-40B4-BE49-F238E27FC236}">
                  <a16:creationId xmlns:a16="http://schemas.microsoft.com/office/drawing/2014/main" id="{BA4F066E-E4DC-64F0-0ECA-224686E5F720}"/>
                </a:ext>
              </a:extLst>
            </p:cNvPr>
            <p:cNvSpPr/>
            <p:nvPr userDrawn="1"/>
          </p:nvSpPr>
          <p:spPr>
            <a:xfrm>
              <a:off x="590529" y="4115249"/>
              <a:ext cx="3333771" cy="868680"/>
            </a:xfrm>
            <a:prstGeom prst="rect">
              <a:avLst/>
            </a:prstGeom>
            <a:noFill/>
            <a:ln w="63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 name="Rectangle 132">
              <a:extLst>
                <a:ext uri="{FF2B5EF4-FFF2-40B4-BE49-F238E27FC236}">
                  <a16:creationId xmlns:a16="http://schemas.microsoft.com/office/drawing/2014/main" id="{B67BB006-7017-5178-6EE4-BB29EFC5AE69}"/>
                </a:ext>
              </a:extLst>
            </p:cNvPr>
            <p:cNvSpPr/>
            <p:nvPr userDrawn="1"/>
          </p:nvSpPr>
          <p:spPr>
            <a:xfrm>
              <a:off x="590529" y="5092365"/>
              <a:ext cx="3333771" cy="868680"/>
            </a:xfrm>
            <a:prstGeom prst="rect">
              <a:avLst/>
            </a:prstGeom>
            <a:noFill/>
            <a:ln w="63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6" name="Rectangle 135">
              <a:extLst>
                <a:ext uri="{FF2B5EF4-FFF2-40B4-BE49-F238E27FC236}">
                  <a16:creationId xmlns:a16="http://schemas.microsoft.com/office/drawing/2014/main" id="{1799FEC5-440F-DB9C-4439-820D2DDA7027}"/>
                </a:ext>
              </a:extLst>
            </p:cNvPr>
            <p:cNvSpPr/>
            <p:nvPr userDrawn="1"/>
          </p:nvSpPr>
          <p:spPr>
            <a:xfrm>
              <a:off x="4496318" y="2167525"/>
              <a:ext cx="3333771" cy="868680"/>
            </a:xfrm>
            <a:prstGeom prst="rect">
              <a:avLst/>
            </a:prstGeom>
            <a:noFill/>
            <a:ln w="63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7" name="Rectangle 136">
              <a:extLst>
                <a:ext uri="{FF2B5EF4-FFF2-40B4-BE49-F238E27FC236}">
                  <a16:creationId xmlns:a16="http://schemas.microsoft.com/office/drawing/2014/main" id="{568554AA-A886-609B-FE06-DFA1262890D7}"/>
                </a:ext>
              </a:extLst>
            </p:cNvPr>
            <p:cNvSpPr/>
            <p:nvPr userDrawn="1"/>
          </p:nvSpPr>
          <p:spPr>
            <a:xfrm>
              <a:off x="4496318" y="3138133"/>
              <a:ext cx="3333771" cy="868680"/>
            </a:xfrm>
            <a:prstGeom prst="rect">
              <a:avLst/>
            </a:prstGeom>
            <a:noFill/>
            <a:ln w="63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8" name="Rectangle 137">
              <a:extLst>
                <a:ext uri="{FF2B5EF4-FFF2-40B4-BE49-F238E27FC236}">
                  <a16:creationId xmlns:a16="http://schemas.microsoft.com/office/drawing/2014/main" id="{22E4FE78-DCAF-9601-3B2B-125348D2DA61}"/>
                </a:ext>
              </a:extLst>
            </p:cNvPr>
            <p:cNvSpPr/>
            <p:nvPr userDrawn="1"/>
          </p:nvSpPr>
          <p:spPr>
            <a:xfrm>
              <a:off x="4496318" y="4115249"/>
              <a:ext cx="3333771" cy="868680"/>
            </a:xfrm>
            <a:prstGeom prst="rect">
              <a:avLst/>
            </a:prstGeom>
            <a:noFill/>
            <a:ln w="63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9" name="Rectangle 138">
              <a:extLst>
                <a:ext uri="{FF2B5EF4-FFF2-40B4-BE49-F238E27FC236}">
                  <a16:creationId xmlns:a16="http://schemas.microsoft.com/office/drawing/2014/main" id="{9A180A1D-B2FF-91D8-8348-D241D9D99FC8}"/>
                </a:ext>
              </a:extLst>
            </p:cNvPr>
            <p:cNvSpPr/>
            <p:nvPr userDrawn="1"/>
          </p:nvSpPr>
          <p:spPr>
            <a:xfrm>
              <a:off x="4496318" y="5092365"/>
              <a:ext cx="3333771" cy="868680"/>
            </a:xfrm>
            <a:prstGeom prst="rect">
              <a:avLst/>
            </a:prstGeom>
            <a:noFill/>
            <a:ln w="63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8" name="Rectangle 147">
              <a:extLst>
                <a:ext uri="{FF2B5EF4-FFF2-40B4-BE49-F238E27FC236}">
                  <a16:creationId xmlns:a16="http://schemas.microsoft.com/office/drawing/2014/main" id="{941B5E44-D0C0-6307-13C6-34AEAEF9271B}"/>
                </a:ext>
              </a:extLst>
            </p:cNvPr>
            <p:cNvSpPr/>
            <p:nvPr userDrawn="1"/>
          </p:nvSpPr>
          <p:spPr>
            <a:xfrm>
              <a:off x="8295266" y="2167525"/>
              <a:ext cx="3333771" cy="868680"/>
            </a:xfrm>
            <a:prstGeom prst="rect">
              <a:avLst/>
            </a:prstGeom>
            <a:noFill/>
            <a:ln w="63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9" name="Rectangle 148">
              <a:extLst>
                <a:ext uri="{FF2B5EF4-FFF2-40B4-BE49-F238E27FC236}">
                  <a16:creationId xmlns:a16="http://schemas.microsoft.com/office/drawing/2014/main" id="{FCDC84B4-BF53-2DB3-2F7C-225A72A926C1}"/>
                </a:ext>
              </a:extLst>
            </p:cNvPr>
            <p:cNvSpPr/>
            <p:nvPr userDrawn="1"/>
          </p:nvSpPr>
          <p:spPr>
            <a:xfrm>
              <a:off x="8295266" y="3138133"/>
              <a:ext cx="3333771" cy="868680"/>
            </a:xfrm>
            <a:prstGeom prst="rect">
              <a:avLst/>
            </a:prstGeom>
            <a:noFill/>
            <a:ln w="63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0" name="Rectangle 149">
              <a:extLst>
                <a:ext uri="{FF2B5EF4-FFF2-40B4-BE49-F238E27FC236}">
                  <a16:creationId xmlns:a16="http://schemas.microsoft.com/office/drawing/2014/main" id="{6FC82B9C-3BFC-4FA5-606E-3E06B6613C89}"/>
                </a:ext>
              </a:extLst>
            </p:cNvPr>
            <p:cNvSpPr/>
            <p:nvPr userDrawn="1"/>
          </p:nvSpPr>
          <p:spPr>
            <a:xfrm>
              <a:off x="8295266" y="4115249"/>
              <a:ext cx="3333771" cy="868680"/>
            </a:xfrm>
            <a:prstGeom prst="rect">
              <a:avLst/>
            </a:prstGeom>
            <a:noFill/>
            <a:ln w="63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 name="Rectangle 150">
              <a:extLst>
                <a:ext uri="{FF2B5EF4-FFF2-40B4-BE49-F238E27FC236}">
                  <a16:creationId xmlns:a16="http://schemas.microsoft.com/office/drawing/2014/main" id="{42ECE3CF-7EE8-E288-D6A7-193C21EE3916}"/>
                </a:ext>
              </a:extLst>
            </p:cNvPr>
            <p:cNvSpPr/>
            <p:nvPr userDrawn="1"/>
          </p:nvSpPr>
          <p:spPr>
            <a:xfrm>
              <a:off x="8295266" y="5092365"/>
              <a:ext cx="3333771" cy="868680"/>
            </a:xfrm>
            <a:prstGeom prst="rect">
              <a:avLst/>
            </a:prstGeom>
            <a:noFill/>
            <a:ln w="63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 name="Picture Placeholder 9">
            <a:extLst>
              <a:ext uri="{FF2B5EF4-FFF2-40B4-BE49-F238E27FC236}">
                <a16:creationId xmlns:a16="http://schemas.microsoft.com/office/drawing/2014/main" id="{7FB0BDD5-63F4-3E72-BDE3-1523CA581CEF}"/>
              </a:ext>
              <a:ext uri="{C183D7F6-B498-43B3-948B-1728B52AA6E4}">
                <adec:decorative xmlns:adec="http://schemas.microsoft.com/office/drawing/2017/decorative" val="1"/>
              </a:ext>
            </a:extLst>
          </p:cNvPr>
          <p:cNvSpPr>
            <a:spLocks noGrp="1" noChangeAspect="1"/>
          </p:cNvSpPr>
          <p:nvPr userDrawn="1">
            <p:ph type="pic" sz="quarter" idx="12"/>
          </p:nvPr>
        </p:nvSpPr>
        <p:spPr>
          <a:xfrm>
            <a:off x="517923" y="1762159"/>
            <a:ext cx="727472" cy="727472"/>
          </a:xfrm>
          <a:prstGeom prst="ellipse">
            <a:avLst/>
          </a:prstGeom>
        </p:spPr>
        <p:txBody>
          <a:bodyPr anchor="ctr"/>
          <a:lstStyle>
            <a:lvl1pPr marL="0" indent="0" algn="ctr">
              <a:buNone/>
              <a:defRPr sz="900"/>
            </a:lvl1pPr>
          </a:lstStyle>
          <a:p>
            <a:r>
              <a:rPr lang="fr-FR"/>
              <a:t>Cliquez sur l'icône pour ajouter une image</a:t>
            </a:r>
            <a:endParaRPr lang="en-US"/>
          </a:p>
        </p:txBody>
      </p:sp>
      <p:sp>
        <p:nvSpPr>
          <p:cNvPr id="22" name="Picture Placeholder 9">
            <a:extLst>
              <a:ext uri="{FF2B5EF4-FFF2-40B4-BE49-F238E27FC236}">
                <a16:creationId xmlns:a16="http://schemas.microsoft.com/office/drawing/2014/main" id="{40812BA0-53B3-D14C-4335-E16230815AA8}"/>
              </a:ext>
              <a:ext uri="{C183D7F6-B498-43B3-948B-1728B52AA6E4}">
                <adec:decorative xmlns:adec="http://schemas.microsoft.com/office/drawing/2017/decorative" val="1"/>
              </a:ext>
            </a:extLst>
          </p:cNvPr>
          <p:cNvSpPr>
            <a:spLocks noGrp="1" noChangeAspect="1"/>
          </p:cNvSpPr>
          <p:nvPr userDrawn="1">
            <p:ph type="pic" sz="quarter" idx="16"/>
          </p:nvPr>
        </p:nvSpPr>
        <p:spPr>
          <a:xfrm>
            <a:off x="661113" y="3206713"/>
            <a:ext cx="731520" cy="731520"/>
          </a:xfrm>
          <a:prstGeom prst="ellipse">
            <a:avLst/>
          </a:prstGeom>
        </p:spPr>
        <p:txBody>
          <a:bodyPr anchor="ctr"/>
          <a:lstStyle>
            <a:lvl1pPr marL="0" indent="0" algn="ctr">
              <a:buNone/>
              <a:defRPr sz="900"/>
            </a:lvl1pPr>
          </a:lstStyle>
          <a:p>
            <a:r>
              <a:rPr lang="fr-FR"/>
              <a:t>Cliquez sur l'icône pour ajouter une image</a:t>
            </a:r>
            <a:endParaRPr lang="en-US"/>
          </a:p>
        </p:txBody>
      </p:sp>
      <p:sp>
        <p:nvSpPr>
          <p:cNvPr id="35" name="Picture Placeholder 9">
            <a:extLst>
              <a:ext uri="{FF2B5EF4-FFF2-40B4-BE49-F238E27FC236}">
                <a16:creationId xmlns:a16="http://schemas.microsoft.com/office/drawing/2014/main" id="{81F1C53A-FD91-A166-8127-D11F7959B6BD}"/>
              </a:ext>
              <a:ext uri="{C183D7F6-B498-43B3-948B-1728B52AA6E4}">
                <adec:decorative xmlns:adec="http://schemas.microsoft.com/office/drawing/2017/decorative" val="1"/>
              </a:ext>
            </a:extLst>
          </p:cNvPr>
          <p:cNvSpPr>
            <a:spLocks noGrp="1" noChangeAspect="1"/>
          </p:cNvSpPr>
          <p:nvPr userDrawn="1">
            <p:ph type="pic" sz="quarter" idx="18"/>
          </p:nvPr>
        </p:nvSpPr>
        <p:spPr>
          <a:xfrm>
            <a:off x="661113" y="4183829"/>
            <a:ext cx="731520" cy="731520"/>
          </a:xfrm>
          <a:prstGeom prst="ellipse">
            <a:avLst/>
          </a:prstGeom>
        </p:spPr>
        <p:txBody>
          <a:bodyPr anchor="ctr"/>
          <a:lstStyle>
            <a:lvl1pPr marL="0" indent="0" algn="ctr">
              <a:buNone/>
              <a:defRPr sz="900"/>
            </a:lvl1pPr>
          </a:lstStyle>
          <a:p>
            <a:r>
              <a:rPr lang="fr-FR"/>
              <a:t>Cliquez sur l'icône pour ajouter une image</a:t>
            </a:r>
            <a:endParaRPr lang="en-US"/>
          </a:p>
        </p:txBody>
      </p:sp>
      <p:sp>
        <p:nvSpPr>
          <p:cNvPr id="39" name="Picture Placeholder 9">
            <a:extLst>
              <a:ext uri="{FF2B5EF4-FFF2-40B4-BE49-F238E27FC236}">
                <a16:creationId xmlns:a16="http://schemas.microsoft.com/office/drawing/2014/main" id="{EC7738B5-50FD-A42F-1BCF-CF7340F10CDD}"/>
              </a:ext>
              <a:ext uri="{C183D7F6-B498-43B3-948B-1728B52AA6E4}">
                <adec:decorative xmlns:adec="http://schemas.microsoft.com/office/drawing/2017/decorative" val="1"/>
              </a:ext>
            </a:extLst>
          </p:cNvPr>
          <p:cNvSpPr>
            <a:spLocks noGrp="1" noChangeAspect="1"/>
          </p:cNvSpPr>
          <p:nvPr userDrawn="1">
            <p:ph type="pic" sz="quarter" idx="20"/>
          </p:nvPr>
        </p:nvSpPr>
        <p:spPr>
          <a:xfrm>
            <a:off x="661113" y="5160945"/>
            <a:ext cx="731520" cy="731520"/>
          </a:xfrm>
          <a:prstGeom prst="ellipse">
            <a:avLst/>
          </a:prstGeom>
        </p:spPr>
        <p:txBody>
          <a:bodyPr anchor="ctr"/>
          <a:lstStyle>
            <a:lvl1pPr marL="0" indent="0" algn="ctr">
              <a:buNone/>
              <a:defRPr sz="900"/>
            </a:lvl1pPr>
          </a:lstStyle>
          <a:p>
            <a:r>
              <a:rPr lang="fr-FR"/>
              <a:t>Cliquez sur l'icône pour ajouter une image</a:t>
            </a:r>
            <a:endParaRPr lang="en-US"/>
          </a:p>
        </p:txBody>
      </p:sp>
      <p:sp>
        <p:nvSpPr>
          <p:cNvPr id="48" name="Picture Placeholder 9">
            <a:extLst>
              <a:ext uri="{FF2B5EF4-FFF2-40B4-BE49-F238E27FC236}">
                <a16:creationId xmlns:a16="http://schemas.microsoft.com/office/drawing/2014/main" id="{EB5AC177-7EE2-FFFB-6431-6F1ABCAE2643}"/>
              </a:ext>
              <a:ext uri="{C183D7F6-B498-43B3-948B-1728B52AA6E4}">
                <adec:decorative xmlns:adec="http://schemas.microsoft.com/office/drawing/2017/decorative" val="1"/>
              </a:ext>
            </a:extLst>
          </p:cNvPr>
          <p:cNvSpPr>
            <a:spLocks noGrp="1" noChangeAspect="1"/>
          </p:cNvSpPr>
          <p:nvPr userDrawn="1">
            <p:ph type="pic" sz="quarter" idx="23"/>
          </p:nvPr>
        </p:nvSpPr>
        <p:spPr>
          <a:xfrm>
            <a:off x="4567755" y="2236105"/>
            <a:ext cx="731520" cy="731520"/>
          </a:xfrm>
          <a:prstGeom prst="ellipse">
            <a:avLst/>
          </a:prstGeom>
        </p:spPr>
        <p:txBody>
          <a:bodyPr anchor="ctr"/>
          <a:lstStyle>
            <a:lvl1pPr marL="0" indent="0" algn="ctr">
              <a:buNone/>
              <a:defRPr sz="900"/>
            </a:lvl1pPr>
          </a:lstStyle>
          <a:p>
            <a:r>
              <a:rPr lang="fr-FR"/>
              <a:t>Cliquez sur l'icône pour ajouter une image</a:t>
            </a:r>
            <a:endParaRPr lang="en-US"/>
          </a:p>
        </p:txBody>
      </p:sp>
      <p:sp>
        <p:nvSpPr>
          <p:cNvPr id="54" name="Picture Placeholder 9">
            <a:extLst>
              <a:ext uri="{FF2B5EF4-FFF2-40B4-BE49-F238E27FC236}">
                <a16:creationId xmlns:a16="http://schemas.microsoft.com/office/drawing/2014/main" id="{3C63F2F2-F2AE-9A78-12BC-69037BFEEE8D}"/>
              </a:ext>
              <a:ext uri="{C183D7F6-B498-43B3-948B-1728B52AA6E4}">
                <adec:decorative xmlns:adec="http://schemas.microsoft.com/office/drawing/2017/decorative" val="1"/>
              </a:ext>
            </a:extLst>
          </p:cNvPr>
          <p:cNvSpPr>
            <a:spLocks noGrp="1" noChangeAspect="1"/>
          </p:cNvSpPr>
          <p:nvPr userDrawn="1">
            <p:ph type="pic" sz="quarter" idx="26"/>
          </p:nvPr>
        </p:nvSpPr>
        <p:spPr>
          <a:xfrm>
            <a:off x="4567755" y="3206713"/>
            <a:ext cx="731520" cy="731520"/>
          </a:xfrm>
          <a:prstGeom prst="ellipse">
            <a:avLst/>
          </a:prstGeom>
        </p:spPr>
        <p:txBody>
          <a:bodyPr anchor="ctr"/>
          <a:lstStyle>
            <a:lvl1pPr marL="0" indent="0" algn="ctr">
              <a:buNone/>
              <a:defRPr sz="900"/>
            </a:lvl1pPr>
          </a:lstStyle>
          <a:p>
            <a:r>
              <a:rPr lang="fr-FR"/>
              <a:t>Cliquez sur l'icône pour ajouter une image</a:t>
            </a:r>
            <a:endParaRPr lang="en-US"/>
          </a:p>
        </p:txBody>
      </p:sp>
      <p:sp>
        <p:nvSpPr>
          <p:cNvPr id="56" name="Picture Placeholder 9">
            <a:extLst>
              <a:ext uri="{FF2B5EF4-FFF2-40B4-BE49-F238E27FC236}">
                <a16:creationId xmlns:a16="http://schemas.microsoft.com/office/drawing/2014/main" id="{F862E2C9-2BEE-E10B-6297-44CC739C1D2F}"/>
              </a:ext>
              <a:ext uri="{C183D7F6-B498-43B3-948B-1728B52AA6E4}">
                <adec:decorative xmlns:adec="http://schemas.microsoft.com/office/drawing/2017/decorative" val="1"/>
              </a:ext>
            </a:extLst>
          </p:cNvPr>
          <p:cNvSpPr>
            <a:spLocks noGrp="1" noChangeAspect="1"/>
          </p:cNvSpPr>
          <p:nvPr userDrawn="1">
            <p:ph type="pic" sz="quarter" idx="28"/>
          </p:nvPr>
        </p:nvSpPr>
        <p:spPr>
          <a:xfrm>
            <a:off x="4567755" y="4183829"/>
            <a:ext cx="731520" cy="731520"/>
          </a:xfrm>
          <a:prstGeom prst="ellipse">
            <a:avLst/>
          </a:prstGeom>
        </p:spPr>
        <p:txBody>
          <a:bodyPr anchor="ctr"/>
          <a:lstStyle>
            <a:lvl1pPr marL="0" indent="0" algn="ctr">
              <a:buNone/>
              <a:defRPr sz="900"/>
            </a:lvl1pPr>
          </a:lstStyle>
          <a:p>
            <a:r>
              <a:rPr lang="fr-FR"/>
              <a:t>Cliquez sur l'icône pour ajouter une image</a:t>
            </a:r>
            <a:endParaRPr lang="en-US"/>
          </a:p>
        </p:txBody>
      </p:sp>
      <p:sp>
        <p:nvSpPr>
          <p:cNvPr id="58" name="Picture Placeholder 9">
            <a:extLst>
              <a:ext uri="{FF2B5EF4-FFF2-40B4-BE49-F238E27FC236}">
                <a16:creationId xmlns:a16="http://schemas.microsoft.com/office/drawing/2014/main" id="{594C80DB-2D50-A87B-2ED2-09183D49DD58}"/>
              </a:ext>
              <a:ext uri="{C183D7F6-B498-43B3-948B-1728B52AA6E4}">
                <adec:decorative xmlns:adec="http://schemas.microsoft.com/office/drawing/2017/decorative" val="1"/>
              </a:ext>
            </a:extLst>
          </p:cNvPr>
          <p:cNvSpPr>
            <a:spLocks noGrp="1" noChangeAspect="1"/>
          </p:cNvSpPr>
          <p:nvPr userDrawn="1">
            <p:ph type="pic" sz="quarter" idx="30"/>
          </p:nvPr>
        </p:nvSpPr>
        <p:spPr>
          <a:xfrm>
            <a:off x="4567755" y="5160945"/>
            <a:ext cx="731520" cy="731520"/>
          </a:xfrm>
          <a:prstGeom prst="ellipse">
            <a:avLst/>
          </a:prstGeom>
        </p:spPr>
        <p:txBody>
          <a:bodyPr anchor="ctr"/>
          <a:lstStyle>
            <a:lvl1pPr marL="0" indent="0" algn="ctr">
              <a:buNone/>
              <a:defRPr sz="900"/>
            </a:lvl1pPr>
          </a:lstStyle>
          <a:p>
            <a:r>
              <a:rPr lang="fr-FR"/>
              <a:t>Cliquez sur l'icône pour ajouter une image</a:t>
            </a:r>
            <a:endParaRPr lang="en-US"/>
          </a:p>
        </p:txBody>
      </p:sp>
      <p:sp>
        <p:nvSpPr>
          <p:cNvPr id="66" name="Picture Placeholder 9">
            <a:extLst>
              <a:ext uri="{FF2B5EF4-FFF2-40B4-BE49-F238E27FC236}">
                <a16:creationId xmlns:a16="http://schemas.microsoft.com/office/drawing/2014/main" id="{CD8C94D3-25E6-AC72-C43C-EC84DBCF21C3}"/>
              </a:ext>
              <a:ext uri="{C183D7F6-B498-43B3-948B-1728B52AA6E4}">
                <adec:decorative xmlns:adec="http://schemas.microsoft.com/office/drawing/2017/decorative" val="1"/>
              </a:ext>
            </a:extLst>
          </p:cNvPr>
          <p:cNvSpPr>
            <a:spLocks noGrp="1" noChangeAspect="1"/>
          </p:cNvSpPr>
          <p:nvPr userDrawn="1">
            <p:ph type="pic" sz="quarter" idx="32"/>
          </p:nvPr>
        </p:nvSpPr>
        <p:spPr>
          <a:xfrm>
            <a:off x="8385680" y="2236105"/>
            <a:ext cx="731520" cy="731520"/>
          </a:xfrm>
          <a:prstGeom prst="ellipse">
            <a:avLst/>
          </a:prstGeom>
        </p:spPr>
        <p:txBody>
          <a:bodyPr anchor="ctr"/>
          <a:lstStyle>
            <a:lvl1pPr marL="0" indent="0" algn="ctr">
              <a:buNone/>
              <a:defRPr sz="900"/>
            </a:lvl1pPr>
          </a:lstStyle>
          <a:p>
            <a:r>
              <a:rPr lang="fr-FR"/>
              <a:t>Cliquez sur l'icône pour ajouter une image</a:t>
            </a:r>
            <a:endParaRPr lang="en-US"/>
          </a:p>
        </p:txBody>
      </p:sp>
      <p:sp>
        <p:nvSpPr>
          <p:cNvPr id="68" name="Picture Placeholder 9">
            <a:extLst>
              <a:ext uri="{FF2B5EF4-FFF2-40B4-BE49-F238E27FC236}">
                <a16:creationId xmlns:a16="http://schemas.microsoft.com/office/drawing/2014/main" id="{D8A0B903-445A-04D2-9051-997BD4B78284}"/>
              </a:ext>
              <a:ext uri="{C183D7F6-B498-43B3-948B-1728B52AA6E4}">
                <adec:decorative xmlns:adec="http://schemas.microsoft.com/office/drawing/2017/decorative" val="1"/>
              </a:ext>
            </a:extLst>
          </p:cNvPr>
          <p:cNvSpPr>
            <a:spLocks noGrp="1" noChangeAspect="1"/>
          </p:cNvSpPr>
          <p:nvPr userDrawn="1">
            <p:ph type="pic" sz="quarter" idx="34"/>
          </p:nvPr>
        </p:nvSpPr>
        <p:spPr>
          <a:xfrm>
            <a:off x="8385680" y="3206713"/>
            <a:ext cx="731520" cy="731520"/>
          </a:xfrm>
          <a:prstGeom prst="ellipse">
            <a:avLst/>
          </a:prstGeom>
        </p:spPr>
        <p:txBody>
          <a:bodyPr anchor="ctr"/>
          <a:lstStyle>
            <a:lvl1pPr marL="0" indent="0" algn="ctr">
              <a:buNone/>
              <a:defRPr sz="900"/>
            </a:lvl1pPr>
          </a:lstStyle>
          <a:p>
            <a:r>
              <a:rPr lang="fr-FR"/>
              <a:t>Cliquez sur l'icône pour ajouter une image</a:t>
            </a:r>
            <a:endParaRPr lang="en-US"/>
          </a:p>
        </p:txBody>
      </p:sp>
      <p:sp>
        <p:nvSpPr>
          <p:cNvPr id="70" name="Picture Placeholder 9">
            <a:extLst>
              <a:ext uri="{FF2B5EF4-FFF2-40B4-BE49-F238E27FC236}">
                <a16:creationId xmlns:a16="http://schemas.microsoft.com/office/drawing/2014/main" id="{AE20F12B-3F12-CE55-A442-7C33547A74D3}"/>
              </a:ext>
              <a:ext uri="{C183D7F6-B498-43B3-948B-1728B52AA6E4}">
                <adec:decorative xmlns:adec="http://schemas.microsoft.com/office/drawing/2017/decorative" val="1"/>
              </a:ext>
            </a:extLst>
          </p:cNvPr>
          <p:cNvSpPr>
            <a:spLocks noGrp="1" noChangeAspect="1"/>
          </p:cNvSpPr>
          <p:nvPr userDrawn="1">
            <p:ph type="pic" sz="quarter" idx="36"/>
          </p:nvPr>
        </p:nvSpPr>
        <p:spPr>
          <a:xfrm>
            <a:off x="8385680" y="4183829"/>
            <a:ext cx="731520" cy="731520"/>
          </a:xfrm>
          <a:prstGeom prst="ellipse">
            <a:avLst/>
          </a:prstGeom>
        </p:spPr>
        <p:txBody>
          <a:bodyPr anchor="ctr"/>
          <a:lstStyle>
            <a:lvl1pPr marL="0" indent="0" algn="ctr">
              <a:buNone/>
              <a:defRPr sz="900"/>
            </a:lvl1pPr>
          </a:lstStyle>
          <a:p>
            <a:r>
              <a:rPr lang="fr-FR"/>
              <a:t>Cliquez sur l'icône pour ajouter une image</a:t>
            </a:r>
            <a:endParaRPr lang="en-US"/>
          </a:p>
        </p:txBody>
      </p:sp>
      <p:sp>
        <p:nvSpPr>
          <p:cNvPr id="72" name="Picture Placeholder 9">
            <a:extLst>
              <a:ext uri="{FF2B5EF4-FFF2-40B4-BE49-F238E27FC236}">
                <a16:creationId xmlns:a16="http://schemas.microsoft.com/office/drawing/2014/main" id="{A8339BD8-8A5D-A7E3-3FA9-9B8F33AF6880}"/>
              </a:ext>
              <a:ext uri="{C183D7F6-B498-43B3-948B-1728B52AA6E4}">
                <adec:decorative xmlns:adec="http://schemas.microsoft.com/office/drawing/2017/decorative" val="1"/>
              </a:ext>
            </a:extLst>
          </p:cNvPr>
          <p:cNvSpPr>
            <a:spLocks noGrp="1" noChangeAspect="1"/>
          </p:cNvSpPr>
          <p:nvPr userDrawn="1">
            <p:ph type="pic" sz="quarter" idx="38"/>
          </p:nvPr>
        </p:nvSpPr>
        <p:spPr>
          <a:xfrm>
            <a:off x="8385680" y="5160945"/>
            <a:ext cx="731520" cy="731520"/>
          </a:xfrm>
          <a:prstGeom prst="ellipse">
            <a:avLst/>
          </a:prstGeom>
        </p:spPr>
        <p:txBody>
          <a:bodyPr anchor="ctr"/>
          <a:lstStyle>
            <a:lvl1pPr marL="0" indent="0" algn="ctr">
              <a:buNone/>
              <a:defRPr sz="900"/>
            </a:lvl1pPr>
          </a:lstStyle>
          <a:p>
            <a:r>
              <a:rPr lang="fr-FR"/>
              <a:t>Cliquez sur l'icône pour ajouter une image</a:t>
            </a:r>
            <a:endParaRPr lang="en-US"/>
          </a:p>
        </p:txBody>
      </p:sp>
      <p:sp>
        <p:nvSpPr>
          <p:cNvPr id="3" name="TextBox 2">
            <a:extLst>
              <a:ext uri="{FF2B5EF4-FFF2-40B4-BE49-F238E27FC236}">
                <a16:creationId xmlns:a16="http://schemas.microsoft.com/office/drawing/2014/main" id="{1AACC200-DB22-16D3-3E61-CDC27B2BBA12}"/>
              </a:ext>
              <a:ext uri="{C183D7F6-B498-43B3-948B-1728B52AA6E4}">
                <adec:decorative xmlns:adec="http://schemas.microsoft.com/office/drawing/2017/decorative" val="0"/>
              </a:ext>
            </a:extLst>
          </p:cNvPr>
          <p:cNvSpPr txBox="1"/>
          <p:nvPr userDrawn="1"/>
        </p:nvSpPr>
        <p:spPr>
          <a:xfrm>
            <a:off x="12377339" y="4453708"/>
            <a:ext cx="2519761" cy="954107"/>
          </a:xfrm>
          <a:prstGeom prst="rect">
            <a:avLst/>
          </a:prstGeom>
          <a:solidFill>
            <a:srgbClr val="FFFF00"/>
          </a:solidFill>
        </p:spPr>
        <p:txBody>
          <a:bodyPr wrap="square" rtlCol="0">
            <a:spAutoFit/>
          </a:bodyPr>
          <a:lstStyle/>
          <a:p>
            <a:pPr algn="l"/>
            <a:r>
              <a:rPr lang="en-US" sz="1400">
                <a:solidFill>
                  <a:schemeClr val="accent3"/>
                </a:solidFill>
              </a:rPr>
              <a:t>To customize the Org-Chart Layout to your individual needs, edits have to be done in the Slide Master.</a:t>
            </a:r>
          </a:p>
        </p:txBody>
      </p:sp>
    </p:spTree>
    <p:extLst>
      <p:ext uri="{BB962C8B-B14F-4D97-AF65-F5344CB8AC3E}">
        <p14:creationId xmlns:p14="http://schemas.microsoft.com/office/powerpoint/2010/main" val="1910830139"/>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showMasterSp="0" preserve="1" userDrawn="1">
  <p:cSld name="Chapter 1">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9F1980C0-6A48-0964-29D9-8CE2BAC63544}"/>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334000" y="0"/>
            <a:ext cx="6858000" cy="6858000"/>
          </a:xfrm>
          <a:prstGeom prst="rect">
            <a:avLst/>
          </a:prstGeom>
        </p:spPr>
      </p:pic>
      <p:sp>
        <p:nvSpPr>
          <p:cNvPr id="2" name="Title 4">
            <a:extLst>
              <a:ext uri="{FF2B5EF4-FFF2-40B4-BE49-F238E27FC236}">
                <a16:creationId xmlns:a16="http://schemas.microsoft.com/office/drawing/2014/main" id="{C2E9A8E4-56D0-8BA2-6294-9611E2381FE2}"/>
              </a:ext>
            </a:extLst>
          </p:cNvPr>
          <p:cNvSpPr>
            <a:spLocks noGrp="1"/>
          </p:cNvSpPr>
          <p:nvPr>
            <p:ph type="title" hasCustomPrompt="1"/>
          </p:nvPr>
        </p:nvSpPr>
        <p:spPr>
          <a:xfrm>
            <a:off x="1786976" y="1866946"/>
            <a:ext cx="7095744" cy="1929384"/>
          </a:xfrm>
        </p:spPr>
        <p:txBody>
          <a:bodyPr/>
          <a:lstStyle>
            <a:lvl1pPr>
              <a:spcAft>
                <a:spcPts val="300"/>
              </a:spcAft>
              <a:defRPr lang="en-US" sz="5400" kern="1200" dirty="0">
                <a:solidFill>
                  <a:schemeClr val="accent3"/>
                </a:solidFill>
                <a:latin typeface="+mj-lt"/>
                <a:ea typeface="+mn-ea"/>
                <a:cs typeface="+mn-cs"/>
              </a:defRPr>
            </a:lvl1pPr>
          </a:lstStyle>
          <a:p>
            <a:pPr lvl="0"/>
            <a:r>
              <a:rPr lang="en-US"/>
              <a:t>Chapter title</a:t>
            </a:r>
            <a:br>
              <a:rPr lang="en-US"/>
            </a:br>
            <a:r>
              <a:rPr lang="en-US"/>
              <a:t>two lines</a:t>
            </a:r>
          </a:p>
        </p:txBody>
      </p:sp>
      <p:sp>
        <p:nvSpPr>
          <p:cNvPr id="3" name="Text Placeholder 8">
            <a:extLst>
              <a:ext uri="{FF2B5EF4-FFF2-40B4-BE49-F238E27FC236}">
                <a16:creationId xmlns:a16="http://schemas.microsoft.com/office/drawing/2014/main" id="{61A45F6D-44ED-7655-1FF0-4BD4658B4918}"/>
              </a:ext>
            </a:extLst>
          </p:cNvPr>
          <p:cNvSpPr>
            <a:spLocks noGrp="1"/>
          </p:cNvSpPr>
          <p:nvPr>
            <p:ph type="body" sz="quarter" idx="13" hasCustomPrompt="1"/>
          </p:nvPr>
        </p:nvSpPr>
        <p:spPr>
          <a:xfrm>
            <a:off x="390098" y="389618"/>
            <a:ext cx="1376980"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01</a:t>
            </a:r>
          </a:p>
        </p:txBody>
      </p:sp>
      <p:sp>
        <p:nvSpPr>
          <p:cNvPr id="7" name="Graphique 10" descr="Atos logo">
            <a:extLst>
              <a:ext uri="{FF2B5EF4-FFF2-40B4-BE49-F238E27FC236}">
                <a16:creationId xmlns:a16="http://schemas.microsoft.com/office/drawing/2014/main" id="{5AE5FC5D-9FC3-FFFD-D4D3-5589BB12B008}"/>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accent1"/>
          </a:solidFill>
          <a:ln w="5690" cap="flat">
            <a:noFill/>
            <a:prstDash val="solid"/>
            <a:miter/>
          </a:ln>
        </p:spPr>
        <p:txBody>
          <a:bodyPr rtlCol="0" anchor="ctr"/>
          <a:lstStyle/>
          <a:p>
            <a:endParaRPr lang="fr-FR"/>
          </a:p>
        </p:txBody>
      </p:sp>
    </p:spTree>
    <p:extLst>
      <p:ext uri="{BB962C8B-B14F-4D97-AF65-F5344CB8AC3E}">
        <p14:creationId xmlns:p14="http://schemas.microsoft.com/office/powerpoint/2010/main" val="2986023221"/>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preserve="1" userDrawn="1">
  <p:cSld name="Chapter 2">
    <p:bg>
      <p:bgPr>
        <a:solidFill>
          <a:schemeClr val="accent2"/>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9F1980C0-6A48-0964-29D9-8CE2BAC63544}"/>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334000" y="0"/>
            <a:ext cx="6858000" cy="6858000"/>
          </a:xfrm>
          <a:prstGeom prst="rect">
            <a:avLst/>
          </a:prstGeom>
        </p:spPr>
      </p:pic>
      <p:sp>
        <p:nvSpPr>
          <p:cNvPr id="2" name="Title 4">
            <a:extLst>
              <a:ext uri="{FF2B5EF4-FFF2-40B4-BE49-F238E27FC236}">
                <a16:creationId xmlns:a16="http://schemas.microsoft.com/office/drawing/2014/main" id="{92683593-22E8-3263-2712-45C2A9D997C7}"/>
              </a:ext>
            </a:extLst>
          </p:cNvPr>
          <p:cNvSpPr>
            <a:spLocks noGrp="1"/>
          </p:cNvSpPr>
          <p:nvPr>
            <p:ph type="title" hasCustomPrompt="1"/>
          </p:nvPr>
        </p:nvSpPr>
        <p:spPr>
          <a:xfrm>
            <a:off x="1786976" y="1866946"/>
            <a:ext cx="7095744" cy="1929384"/>
          </a:xfrm>
        </p:spPr>
        <p:txBody>
          <a:bodyPr/>
          <a:lstStyle>
            <a:lvl1pPr>
              <a:spcAft>
                <a:spcPts val="300"/>
              </a:spcAft>
              <a:defRPr lang="en-US" sz="5400" kern="1200" dirty="0">
                <a:solidFill>
                  <a:schemeClr val="accent3"/>
                </a:solidFill>
                <a:latin typeface="+mj-lt"/>
                <a:ea typeface="+mn-ea"/>
                <a:cs typeface="+mn-cs"/>
              </a:defRPr>
            </a:lvl1pPr>
          </a:lstStyle>
          <a:p>
            <a:pPr lvl="0"/>
            <a:r>
              <a:rPr lang="en-US"/>
              <a:t>Chapter title</a:t>
            </a:r>
            <a:br>
              <a:rPr lang="en-US"/>
            </a:br>
            <a:r>
              <a:rPr lang="en-US"/>
              <a:t>two lines</a:t>
            </a:r>
          </a:p>
        </p:txBody>
      </p:sp>
      <p:sp>
        <p:nvSpPr>
          <p:cNvPr id="3" name="Text Placeholder 8">
            <a:extLst>
              <a:ext uri="{FF2B5EF4-FFF2-40B4-BE49-F238E27FC236}">
                <a16:creationId xmlns:a16="http://schemas.microsoft.com/office/drawing/2014/main" id="{F9F0D4EE-1621-8A5D-46B2-3D77C6F3DB86}"/>
              </a:ext>
            </a:extLst>
          </p:cNvPr>
          <p:cNvSpPr>
            <a:spLocks noGrp="1"/>
          </p:cNvSpPr>
          <p:nvPr>
            <p:ph type="body" sz="quarter" idx="13" hasCustomPrompt="1"/>
          </p:nvPr>
        </p:nvSpPr>
        <p:spPr>
          <a:xfrm>
            <a:off x="390098" y="389618"/>
            <a:ext cx="1583767"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02</a:t>
            </a:r>
          </a:p>
        </p:txBody>
      </p:sp>
      <p:sp>
        <p:nvSpPr>
          <p:cNvPr id="7" name="Graphique 10" descr="Atos logo">
            <a:extLst>
              <a:ext uri="{FF2B5EF4-FFF2-40B4-BE49-F238E27FC236}">
                <a16:creationId xmlns:a16="http://schemas.microsoft.com/office/drawing/2014/main" id="{5AE5FC5D-9FC3-FFFD-D4D3-5589BB12B008}"/>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Tree>
    <p:extLst>
      <p:ext uri="{BB962C8B-B14F-4D97-AF65-F5344CB8AC3E}">
        <p14:creationId xmlns:p14="http://schemas.microsoft.com/office/powerpoint/2010/main" val="3324259103"/>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showMasterSp="0" preserve="1" userDrawn="1">
  <p:cSld name="Chapter 3">
    <p:bg>
      <p:bgPr>
        <a:solidFill>
          <a:schemeClr val="accent1"/>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9F1980C0-6A48-0964-29D9-8CE2BAC63544}"/>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334000" y="0"/>
            <a:ext cx="6858000" cy="6858000"/>
          </a:xfrm>
          <a:prstGeom prst="rect">
            <a:avLst/>
          </a:prstGeom>
        </p:spPr>
      </p:pic>
      <p:sp>
        <p:nvSpPr>
          <p:cNvPr id="2" name="Title 4">
            <a:extLst>
              <a:ext uri="{FF2B5EF4-FFF2-40B4-BE49-F238E27FC236}">
                <a16:creationId xmlns:a16="http://schemas.microsoft.com/office/drawing/2014/main" id="{CB2993BA-81B4-4C7B-B5D4-6F3A84230FD2}"/>
              </a:ext>
            </a:extLst>
          </p:cNvPr>
          <p:cNvSpPr>
            <a:spLocks noGrp="1"/>
          </p:cNvSpPr>
          <p:nvPr>
            <p:ph type="title" hasCustomPrompt="1"/>
          </p:nvPr>
        </p:nvSpPr>
        <p:spPr>
          <a:xfrm>
            <a:off x="1786976" y="1866946"/>
            <a:ext cx="7095744" cy="1929384"/>
          </a:xfrm>
        </p:spPr>
        <p:txBody>
          <a:bodyPr/>
          <a:lstStyle>
            <a:lvl1pPr>
              <a:spcAft>
                <a:spcPts val="300"/>
              </a:spcAft>
              <a:defRPr lang="en-US" sz="5400" kern="1200" dirty="0">
                <a:solidFill>
                  <a:schemeClr val="bg1"/>
                </a:solidFill>
                <a:latin typeface="+mj-lt"/>
                <a:ea typeface="+mn-ea"/>
                <a:cs typeface="+mn-cs"/>
              </a:defRPr>
            </a:lvl1pPr>
          </a:lstStyle>
          <a:p>
            <a:pPr lvl="0"/>
            <a:r>
              <a:rPr lang="en-US"/>
              <a:t>Chapter title</a:t>
            </a:r>
            <a:br>
              <a:rPr lang="en-US"/>
            </a:br>
            <a:r>
              <a:rPr lang="en-US"/>
              <a:t>two lines</a:t>
            </a:r>
          </a:p>
        </p:txBody>
      </p:sp>
      <p:sp>
        <p:nvSpPr>
          <p:cNvPr id="3" name="Text Placeholder 8">
            <a:extLst>
              <a:ext uri="{FF2B5EF4-FFF2-40B4-BE49-F238E27FC236}">
                <a16:creationId xmlns:a16="http://schemas.microsoft.com/office/drawing/2014/main" id="{ADC44308-D4B4-C78F-0AA7-3CE513D88738}"/>
              </a:ext>
            </a:extLst>
          </p:cNvPr>
          <p:cNvSpPr>
            <a:spLocks noGrp="1"/>
          </p:cNvSpPr>
          <p:nvPr>
            <p:ph type="body" sz="quarter" idx="13" hasCustomPrompt="1"/>
          </p:nvPr>
        </p:nvSpPr>
        <p:spPr>
          <a:xfrm>
            <a:off x="390098" y="389618"/>
            <a:ext cx="1590179"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03</a:t>
            </a:r>
          </a:p>
        </p:txBody>
      </p:sp>
      <p:sp>
        <p:nvSpPr>
          <p:cNvPr id="7" name="Graphique 10" descr="Atos logo">
            <a:extLst>
              <a:ext uri="{FF2B5EF4-FFF2-40B4-BE49-F238E27FC236}">
                <a16:creationId xmlns:a16="http://schemas.microsoft.com/office/drawing/2014/main" id="{5AE5FC5D-9FC3-FFFD-D4D3-5589BB12B008}"/>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Tree>
    <p:extLst>
      <p:ext uri="{BB962C8B-B14F-4D97-AF65-F5344CB8AC3E}">
        <p14:creationId xmlns:p14="http://schemas.microsoft.com/office/powerpoint/2010/main" val="1603944306"/>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preserve="1" userDrawn="1">
  <p:cSld name="Chapter 4">
    <p:bg>
      <p:bgPr>
        <a:solidFill>
          <a:schemeClr val="accent3"/>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9F1980C0-6A48-0964-29D9-8CE2BAC63544}"/>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334000" y="0"/>
            <a:ext cx="6858000" cy="6858000"/>
          </a:xfrm>
          <a:prstGeom prst="rect">
            <a:avLst/>
          </a:prstGeom>
        </p:spPr>
      </p:pic>
      <p:sp>
        <p:nvSpPr>
          <p:cNvPr id="2" name="Title 4">
            <a:extLst>
              <a:ext uri="{FF2B5EF4-FFF2-40B4-BE49-F238E27FC236}">
                <a16:creationId xmlns:a16="http://schemas.microsoft.com/office/drawing/2014/main" id="{51C3D4EA-8ADF-9D91-6576-7CC6D63311BB}"/>
              </a:ext>
            </a:extLst>
          </p:cNvPr>
          <p:cNvSpPr>
            <a:spLocks noGrp="1"/>
          </p:cNvSpPr>
          <p:nvPr>
            <p:ph type="title" hasCustomPrompt="1"/>
          </p:nvPr>
        </p:nvSpPr>
        <p:spPr>
          <a:xfrm>
            <a:off x="1786976" y="1866946"/>
            <a:ext cx="7095744" cy="1929384"/>
          </a:xfrm>
        </p:spPr>
        <p:txBody>
          <a:bodyPr/>
          <a:lstStyle>
            <a:lvl1pPr>
              <a:spcAft>
                <a:spcPts val="300"/>
              </a:spcAft>
              <a:defRPr lang="en-US" sz="5400" kern="1200" dirty="0">
                <a:solidFill>
                  <a:schemeClr val="bg1"/>
                </a:solidFill>
                <a:latin typeface="+mj-lt"/>
                <a:ea typeface="+mn-ea"/>
                <a:cs typeface="+mn-cs"/>
              </a:defRPr>
            </a:lvl1pPr>
          </a:lstStyle>
          <a:p>
            <a:pPr lvl="0"/>
            <a:r>
              <a:rPr lang="en-US"/>
              <a:t>Chapter title</a:t>
            </a:r>
            <a:br>
              <a:rPr lang="en-US"/>
            </a:br>
            <a:r>
              <a:rPr lang="en-US"/>
              <a:t>two lines</a:t>
            </a:r>
          </a:p>
        </p:txBody>
      </p:sp>
      <p:sp>
        <p:nvSpPr>
          <p:cNvPr id="3" name="Text Placeholder 8">
            <a:extLst>
              <a:ext uri="{FF2B5EF4-FFF2-40B4-BE49-F238E27FC236}">
                <a16:creationId xmlns:a16="http://schemas.microsoft.com/office/drawing/2014/main" id="{F0B70B6B-96EE-A86E-6097-04A102D4038F}"/>
              </a:ext>
            </a:extLst>
          </p:cNvPr>
          <p:cNvSpPr>
            <a:spLocks noGrp="1"/>
          </p:cNvSpPr>
          <p:nvPr>
            <p:ph type="body" sz="quarter" idx="13" hasCustomPrompt="1"/>
          </p:nvPr>
        </p:nvSpPr>
        <p:spPr>
          <a:xfrm>
            <a:off x="390098" y="389618"/>
            <a:ext cx="1617430"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04</a:t>
            </a:r>
          </a:p>
        </p:txBody>
      </p:sp>
      <p:sp>
        <p:nvSpPr>
          <p:cNvPr id="7" name="Graphique 10" descr="Atos logo">
            <a:extLst>
              <a:ext uri="{FF2B5EF4-FFF2-40B4-BE49-F238E27FC236}">
                <a16:creationId xmlns:a16="http://schemas.microsoft.com/office/drawing/2014/main" id="{5AE5FC5D-9FC3-FFFD-D4D3-5589BB12B008}"/>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Tree>
    <p:extLst>
      <p:ext uri="{BB962C8B-B14F-4D97-AF65-F5344CB8AC3E}">
        <p14:creationId xmlns:p14="http://schemas.microsoft.com/office/powerpoint/2010/main" val="2556356155"/>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showMasterSp="0" preserve="1" userDrawn="1">
  <p:cSld name="Chapter 5">
    <p:spTree>
      <p:nvGrpSpPr>
        <p:cNvPr id="1" name=""/>
        <p:cNvGrpSpPr/>
        <p:nvPr/>
      </p:nvGrpSpPr>
      <p:grpSpPr>
        <a:xfrm>
          <a:off x="0" y="0"/>
          <a:ext cx="0" cy="0"/>
          <a:chOff x="0" y="0"/>
          <a:chExt cx="0" cy="0"/>
        </a:xfrm>
      </p:grpSpPr>
      <p:sp>
        <p:nvSpPr>
          <p:cNvPr id="4" name="Title 4">
            <a:extLst>
              <a:ext uri="{FF2B5EF4-FFF2-40B4-BE49-F238E27FC236}">
                <a16:creationId xmlns:a16="http://schemas.microsoft.com/office/drawing/2014/main" id="{1E2B2CFE-4909-414D-0919-C72426343E09}"/>
              </a:ext>
            </a:extLst>
          </p:cNvPr>
          <p:cNvSpPr>
            <a:spLocks noGrp="1"/>
          </p:cNvSpPr>
          <p:nvPr>
            <p:ph type="title" hasCustomPrompt="1"/>
          </p:nvPr>
        </p:nvSpPr>
        <p:spPr>
          <a:xfrm>
            <a:off x="6528122" y="2669997"/>
            <a:ext cx="5239512" cy="1929384"/>
          </a:xfrm>
        </p:spPr>
        <p:txBody>
          <a:bodyPr/>
          <a:lstStyle>
            <a:lvl1pPr>
              <a:spcAft>
                <a:spcPts val="300"/>
              </a:spcAft>
              <a:defRPr lang="en-US" sz="5400" kern="1200" dirty="0">
                <a:solidFill>
                  <a:schemeClr val="accent3"/>
                </a:solidFill>
                <a:latin typeface="+mj-lt"/>
                <a:ea typeface="+mn-ea"/>
                <a:cs typeface="+mn-cs"/>
              </a:defRPr>
            </a:lvl1pPr>
          </a:lstStyle>
          <a:p>
            <a:pPr lvl="0"/>
            <a:r>
              <a:rPr lang="en-US"/>
              <a:t>Chapter title</a:t>
            </a:r>
            <a:br>
              <a:rPr lang="en-US"/>
            </a:br>
            <a:r>
              <a:rPr lang="en-US"/>
              <a:t>two lines</a:t>
            </a:r>
          </a:p>
        </p:txBody>
      </p:sp>
      <p:sp>
        <p:nvSpPr>
          <p:cNvPr id="3" name="Text Placeholder 8">
            <a:extLst>
              <a:ext uri="{FF2B5EF4-FFF2-40B4-BE49-F238E27FC236}">
                <a16:creationId xmlns:a16="http://schemas.microsoft.com/office/drawing/2014/main" id="{4920FE09-D53D-58F2-14F2-F828E88C2F01}"/>
              </a:ext>
            </a:extLst>
          </p:cNvPr>
          <p:cNvSpPr>
            <a:spLocks noGrp="1"/>
          </p:cNvSpPr>
          <p:nvPr>
            <p:ph type="body" sz="quarter" idx="14" hasCustomPrompt="1"/>
          </p:nvPr>
        </p:nvSpPr>
        <p:spPr>
          <a:xfrm>
            <a:off x="390098" y="389618"/>
            <a:ext cx="1574149"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05</a:t>
            </a:r>
          </a:p>
        </p:txBody>
      </p:sp>
      <p:sp>
        <p:nvSpPr>
          <p:cNvPr id="7" name="Graphique 10" descr="Atos logo">
            <a:extLst>
              <a:ext uri="{FF2B5EF4-FFF2-40B4-BE49-F238E27FC236}">
                <a16:creationId xmlns:a16="http://schemas.microsoft.com/office/drawing/2014/main" id="{5AE5FC5D-9FC3-FFFD-D4D3-5589BB12B008}"/>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accent1"/>
          </a:solidFill>
          <a:ln w="5690" cap="flat">
            <a:noFill/>
            <a:prstDash val="solid"/>
            <a:miter/>
          </a:ln>
        </p:spPr>
        <p:txBody>
          <a:bodyPr rtlCol="0" anchor="ctr"/>
          <a:lstStyle/>
          <a:p>
            <a:endParaRPr lang="fr-FR"/>
          </a:p>
        </p:txBody>
      </p:sp>
      <p:pic>
        <p:nvPicPr>
          <p:cNvPr id="2" name="Graphic 1">
            <a:extLst>
              <a:ext uri="{FF2B5EF4-FFF2-40B4-BE49-F238E27FC236}">
                <a16:creationId xmlns:a16="http://schemas.microsoft.com/office/drawing/2014/main" id="{E31A63B0-F56F-4FFC-27C3-566A79317B9A}"/>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flipV="1">
            <a:off x="0" y="0"/>
            <a:ext cx="6858000" cy="6858000"/>
          </a:xfrm>
          <a:prstGeom prst="rect">
            <a:avLst/>
          </a:prstGeom>
        </p:spPr>
      </p:pic>
    </p:spTree>
    <p:extLst>
      <p:ext uri="{BB962C8B-B14F-4D97-AF65-F5344CB8AC3E}">
        <p14:creationId xmlns:p14="http://schemas.microsoft.com/office/powerpoint/2010/main" val="4267020256"/>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showMasterSp="0" preserve="1" userDrawn="1">
  <p:cSld name="Chapter 6">
    <p:bg>
      <p:bgPr>
        <a:solidFill>
          <a:schemeClr val="accent2"/>
        </a:solidFill>
        <a:effectLst/>
      </p:bgPr>
    </p:bg>
    <p:spTree>
      <p:nvGrpSpPr>
        <p:cNvPr id="1" name=""/>
        <p:cNvGrpSpPr/>
        <p:nvPr/>
      </p:nvGrpSpPr>
      <p:grpSpPr>
        <a:xfrm>
          <a:off x="0" y="0"/>
          <a:ext cx="0" cy="0"/>
          <a:chOff x="0" y="0"/>
          <a:chExt cx="0" cy="0"/>
        </a:xfrm>
      </p:grpSpPr>
      <p:sp>
        <p:nvSpPr>
          <p:cNvPr id="3" name="Title 4">
            <a:extLst>
              <a:ext uri="{FF2B5EF4-FFF2-40B4-BE49-F238E27FC236}">
                <a16:creationId xmlns:a16="http://schemas.microsoft.com/office/drawing/2014/main" id="{3EDA4A70-09D2-81E9-6BDE-760FB49226DD}"/>
              </a:ext>
            </a:extLst>
          </p:cNvPr>
          <p:cNvSpPr>
            <a:spLocks noGrp="1"/>
          </p:cNvSpPr>
          <p:nvPr>
            <p:ph type="title" hasCustomPrompt="1"/>
          </p:nvPr>
        </p:nvSpPr>
        <p:spPr>
          <a:xfrm>
            <a:off x="6528122" y="2669997"/>
            <a:ext cx="5239512" cy="1929384"/>
          </a:xfrm>
        </p:spPr>
        <p:txBody>
          <a:bodyPr/>
          <a:lstStyle>
            <a:lvl1pPr>
              <a:spcAft>
                <a:spcPts val="300"/>
              </a:spcAft>
              <a:defRPr lang="en-US" sz="5400" kern="1200" dirty="0">
                <a:solidFill>
                  <a:schemeClr val="accent3"/>
                </a:solidFill>
                <a:latin typeface="+mj-lt"/>
                <a:ea typeface="+mn-ea"/>
                <a:cs typeface="+mn-cs"/>
              </a:defRPr>
            </a:lvl1pPr>
          </a:lstStyle>
          <a:p>
            <a:pPr lvl="0"/>
            <a:r>
              <a:rPr lang="en-US"/>
              <a:t>Chapter title</a:t>
            </a:r>
            <a:br>
              <a:rPr lang="en-US"/>
            </a:br>
            <a:r>
              <a:rPr lang="en-US"/>
              <a:t>two lines</a:t>
            </a:r>
          </a:p>
        </p:txBody>
      </p:sp>
      <p:sp>
        <p:nvSpPr>
          <p:cNvPr id="4" name="Text Placeholder 8">
            <a:extLst>
              <a:ext uri="{FF2B5EF4-FFF2-40B4-BE49-F238E27FC236}">
                <a16:creationId xmlns:a16="http://schemas.microsoft.com/office/drawing/2014/main" id="{F6922402-EF68-49F2-4A3F-B5653B6E20DB}"/>
              </a:ext>
            </a:extLst>
          </p:cNvPr>
          <p:cNvSpPr>
            <a:spLocks noGrp="1"/>
          </p:cNvSpPr>
          <p:nvPr>
            <p:ph type="body" sz="quarter" idx="14" hasCustomPrompt="1"/>
          </p:nvPr>
        </p:nvSpPr>
        <p:spPr>
          <a:xfrm>
            <a:off x="390098" y="389618"/>
            <a:ext cx="1596591"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06</a:t>
            </a:r>
          </a:p>
        </p:txBody>
      </p:sp>
      <p:sp>
        <p:nvSpPr>
          <p:cNvPr id="7" name="Graphique 10" descr="Atos logo">
            <a:extLst>
              <a:ext uri="{FF2B5EF4-FFF2-40B4-BE49-F238E27FC236}">
                <a16:creationId xmlns:a16="http://schemas.microsoft.com/office/drawing/2014/main" id="{5AE5FC5D-9FC3-FFFD-D4D3-5589BB12B008}"/>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pic>
        <p:nvPicPr>
          <p:cNvPr id="2" name="Graphic 1">
            <a:extLst>
              <a:ext uri="{FF2B5EF4-FFF2-40B4-BE49-F238E27FC236}">
                <a16:creationId xmlns:a16="http://schemas.microsoft.com/office/drawing/2014/main" id="{E4E14169-5DA2-05CD-4E0B-FFA9D622AA70}"/>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flipV="1">
            <a:off x="0" y="0"/>
            <a:ext cx="6858000" cy="6858000"/>
          </a:xfrm>
          <a:prstGeom prst="rect">
            <a:avLst/>
          </a:prstGeom>
        </p:spPr>
      </p:pic>
    </p:spTree>
    <p:extLst>
      <p:ext uri="{BB962C8B-B14F-4D97-AF65-F5344CB8AC3E}">
        <p14:creationId xmlns:p14="http://schemas.microsoft.com/office/powerpoint/2010/main" val="9143776"/>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showMasterSp="0" preserve="1" userDrawn="1">
  <p:cSld name="Chapter 7">
    <p:bg>
      <p:bgPr>
        <a:solidFill>
          <a:schemeClr val="accent1"/>
        </a:solidFill>
        <a:effectLst/>
      </p:bgPr>
    </p:bg>
    <p:spTree>
      <p:nvGrpSpPr>
        <p:cNvPr id="1" name=""/>
        <p:cNvGrpSpPr/>
        <p:nvPr/>
      </p:nvGrpSpPr>
      <p:grpSpPr>
        <a:xfrm>
          <a:off x="0" y="0"/>
          <a:ext cx="0" cy="0"/>
          <a:chOff x="0" y="0"/>
          <a:chExt cx="0" cy="0"/>
        </a:xfrm>
      </p:grpSpPr>
      <p:sp>
        <p:nvSpPr>
          <p:cNvPr id="3" name="Title 4">
            <a:extLst>
              <a:ext uri="{FF2B5EF4-FFF2-40B4-BE49-F238E27FC236}">
                <a16:creationId xmlns:a16="http://schemas.microsoft.com/office/drawing/2014/main" id="{7E8F55A3-EE25-9B7F-476D-2683FD6653C6}"/>
              </a:ext>
            </a:extLst>
          </p:cNvPr>
          <p:cNvSpPr>
            <a:spLocks noGrp="1"/>
          </p:cNvSpPr>
          <p:nvPr>
            <p:ph type="title" hasCustomPrompt="1"/>
          </p:nvPr>
        </p:nvSpPr>
        <p:spPr>
          <a:xfrm>
            <a:off x="6528122" y="2669997"/>
            <a:ext cx="5239512" cy="1929384"/>
          </a:xfrm>
        </p:spPr>
        <p:txBody>
          <a:bodyPr/>
          <a:lstStyle>
            <a:lvl1pPr>
              <a:spcAft>
                <a:spcPts val="300"/>
              </a:spcAft>
              <a:defRPr lang="en-US" sz="5400" kern="1200" dirty="0">
                <a:solidFill>
                  <a:schemeClr val="bg1"/>
                </a:solidFill>
                <a:latin typeface="+mj-lt"/>
                <a:ea typeface="+mn-ea"/>
                <a:cs typeface="+mn-cs"/>
              </a:defRPr>
            </a:lvl1pPr>
          </a:lstStyle>
          <a:p>
            <a:pPr lvl="0"/>
            <a:r>
              <a:rPr lang="en-US"/>
              <a:t>Chapter title</a:t>
            </a:r>
            <a:br>
              <a:rPr lang="en-US"/>
            </a:br>
            <a:r>
              <a:rPr lang="en-US"/>
              <a:t>two lines</a:t>
            </a:r>
          </a:p>
        </p:txBody>
      </p:sp>
      <p:sp>
        <p:nvSpPr>
          <p:cNvPr id="4" name="Text Placeholder 8">
            <a:extLst>
              <a:ext uri="{FF2B5EF4-FFF2-40B4-BE49-F238E27FC236}">
                <a16:creationId xmlns:a16="http://schemas.microsoft.com/office/drawing/2014/main" id="{156E34D6-D000-E6B8-A74F-ABBE92A126F4}"/>
              </a:ext>
            </a:extLst>
          </p:cNvPr>
          <p:cNvSpPr>
            <a:spLocks noGrp="1"/>
          </p:cNvSpPr>
          <p:nvPr>
            <p:ph type="body" sz="quarter" idx="14" hasCustomPrompt="1"/>
          </p:nvPr>
        </p:nvSpPr>
        <p:spPr>
          <a:xfrm>
            <a:off x="390098" y="389618"/>
            <a:ext cx="1497205"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07</a:t>
            </a:r>
          </a:p>
        </p:txBody>
      </p:sp>
      <p:sp>
        <p:nvSpPr>
          <p:cNvPr id="7" name="Graphique 10" descr="Atos logo">
            <a:extLst>
              <a:ext uri="{FF2B5EF4-FFF2-40B4-BE49-F238E27FC236}">
                <a16:creationId xmlns:a16="http://schemas.microsoft.com/office/drawing/2014/main" id="{5AE5FC5D-9FC3-FFFD-D4D3-5589BB12B008}"/>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pic>
        <p:nvPicPr>
          <p:cNvPr id="2" name="Graphic 1">
            <a:extLst>
              <a:ext uri="{FF2B5EF4-FFF2-40B4-BE49-F238E27FC236}">
                <a16:creationId xmlns:a16="http://schemas.microsoft.com/office/drawing/2014/main" id="{6E4E7D65-52B3-610C-1413-747405523C11}"/>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flipV="1">
            <a:off x="0" y="0"/>
            <a:ext cx="6858000" cy="6858000"/>
          </a:xfrm>
          <a:prstGeom prst="rect">
            <a:avLst/>
          </a:prstGeom>
        </p:spPr>
      </p:pic>
    </p:spTree>
    <p:extLst>
      <p:ext uri="{BB962C8B-B14F-4D97-AF65-F5344CB8AC3E}">
        <p14:creationId xmlns:p14="http://schemas.microsoft.com/office/powerpoint/2010/main" val="2130937490"/>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showMasterSp="0" preserve="1" userDrawn="1">
  <p:cSld name="Chapter 8">
    <p:bg>
      <p:bgPr>
        <a:solidFill>
          <a:schemeClr val="accent3"/>
        </a:solidFill>
        <a:effectLst/>
      </p:bgPr>
    </p:bg>
    <p:spTree>
      <p:nvGrpSpPr>
        <p:cNvPr id="1" name=""/>
        <p:cNvGrpSpPr/>
        <p:nvPr/>
      </p:nvGrpSpPr>
      <p:grpSpPr>
        <a:xfrm>
          <a:off x="0" y="0"/>
          <a:ext cx="0" cy="0"/>
          <a:chOff x="0" y="0"/>
          <a:chExt cx="0" cy="0"/>
        </a:xfrm>
      </p:grpSpPr>
      <p:sp>
        <p:nvSpPr>
          <p:cNvPr id="3" name="Title 4">
            <a:extLst>
              <a:ext uri="{FF2B5EF4-FFF2-40B4-BE49-F238E27FC236}">
                <a16:creationId xmlns:a16="http://schemas.microsoft.com/office/drawing/2014/main" id="{2BFDF0E7-1C79-FBA3-FBFE-0F62B0F09A2A}"/>
              </a:ext>
            </a:extLst>
          </p:cNvPr>
          <p:cNvSpPr>
            <a:spLocks noGrp="1"/>
          </p:cNvSpPr>
          <p:nvPr>
            <p:ph type="title" hasCustomPrompt="1"/>
          </p:nvPr>
        </p:nvSpPr>
        <p:spPr>
          <a:xfrm>
            <a:off x="6528122" y="2669997"/>
            <a:ext cx="5239512" cy="1929384"/>
          </a:xfrm>
        </p:spPr>
        <p:txBody>
          <a:bodyPr/>
          <a:lstStyle>
            <a:lvl1pPr>
              <a:spcAft>
                <a:spcPts val="300"/>
              </a:spcAft>
              <a:defRPr lang="en-US" sz="5400" kern="1200" dirty="0">
                <a:solidFill>
                  <a:schemeClr val="bg1"/>
                </a:solidFill>
                <a:latin typeface="+mj-lt"/>
                <a:ea typeface="+mn-ea"/>
                <a:cs typeface="+mn-cs"/>
              </a:defRPr>
            </a:lvl1pPr>
          </a:lstStyle>
          <a:p>
            <a:pPr lvl="0"/>
            <a:r>
              <a:rPr lang="en-US"/>
              <a:t>Chapter title</a:t>
            </a:r>
            <a:br>
              <a:rPr lang="en-US"/>
            </a:br>
            <a:r>
              <a:rPr lang="en-US"/>
              <a:t>two lines</a:t>
            </a:r>
          </a:p>
        </p:txBody>
      </p:sp>
      <p:sp>
        <p:nvSpPr>
          <p:cNvPr id="4" name="Text Placeholder 8">
            <a:extLst>
              <a:ext uri="{FF2B5EF4-FFF2-40B4-BE49-F238E27FC236}">
                <a16:creationId xmlns:a16="http://schemas.microsoft.com/office/drawing/2014/main" id="{247EB606-D6A4-CC4D-DEF3-67E1E635A3C8}"/>
              </a:ext>
            </a:extLst>
          </p:cNvPr>
          <p:cNvSpPr>
            <a:spLocks noGrp="1"/>
          </p:cNvSpPr>
          <p:nvPr>
            <p:ph type="body" sz="quarter" idx="14" hasCustomPrompt="1"/>
          </p:nvPr>
        </p:nvSpPr>
        <p:spPr>
          <a:xfrm>
            <a:off x="390098" y="389618"/>
            <a:ext cx="1596591"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08</a:t>
            </a:r>
          </a:p>
        </p:txBody>
      </p:sp>
      <p:sp>
        <p:nvSpPr>
          <p:cNvPr id="7" name="Graphique 10" descr="Atos logo">
            <a:extLst>
              <a:ext uri="{FF2B5EF4-FFF2-40B4-BE49-F238E27FC236}">
                <a16:creationId xmlns:a16="http://schemas.microsoft.com/office/drawing/2014/main" id="{5AE5FC5D-9FC3-FFFD-D4D3-5589BB12B008}"/>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pic>
        <p:nvPicPr>
          <p:cNvPr id="2" name="Graphic 1">
            <a:extLst>
              <a:ext uri="{FF2B5EF4-FFF2-40B4-BE49-F238E27FC236}">
                <a16:creationId xmlns:a16="http://schemas.microsoft.com/office/drawing/2014/main" id="{74490CF5-6E1C-B670-6877-0573039B7C02}"/>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flipV="1">
            <a:off x="0" y="0"/>
            <a:ext cx="6858000" cy="6858000"/>
          </a:xfrm>
          <a:prstGeom prst="rect">
            <a:avLst/>
          </a:prstGeom>
        </p:spPr>
      </p:pic>
    </p:spTree>
    <p:extLst>
      <p:ext uri="{BB962C8B-B14F-4D97-AF65-F5344CB8AC3E}">
        <p14:creationId xmlns:p14="http://schemas.microsoft.com/office/powerpoint/2010/main" val="3316841011"/>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showMasterSp="0" preserve="1" userDrawn="1">
  <p:cSld name="Chapter 9">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7647457B-1BAA-07D6-5533-5602F3764C3F}"/>
              </a:ext>
              <a:ext uri="{C183D7F6-B498-43B3-948B-1728B52AA6E4}">
                <adec:decorative xmlns:adec="http://schemas.microsoft.com/office/drawing/2017/decorative" val="1"/>
              </a:ext>
            </a:extLst>
          </p:cNvPr>
          <p:cNvGrpSpPr/>
          <p:nvPr userDrawn="1"/>
        </p:nvGrpSpPr>
        <p:grpSpPr>
          <a:xfrm>
            <a:off x="5334000" y="0"/>
            <a:ext cx="6858000" cy="6858000"/>
            <a:chOff x="5334000" y="0"/>
            <a:chExt cx="6858000" cy="6858000"/>
          </a:xfrm>
        </p:grpSpPr>
        <p:pic>
          <p:nvPicPr>
            <p:cNvPr id="2" name="Graphic 1">
              <a:extLst>
                <a:ext uri="{FF2B5EF4-FFF2-40B4-BE49-F238E27FC236}">
                  <a16:creationId xmlns:a16="http://schemas.microsoft.com/office/drawing/2014/main" id="{6E971FD5-44A1-DFD7-5CAE-AE2F9A67A085}"/>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334000" y="3429000"/>
              <a:ext cx="3429000" cy="3429000"/>
            </a:xfrm>
            <a:prstGeom prst="rect">
              <a:avLst/>
            </a:prstGeom>
          </p:spPr>
        </p:pic>
        <p:pic>
          <p:nvPicPr>
            <p:cNvPr id="3" name="Graphic 2">
              <a:extLst>
                <a:ext uri="{FF2B5EF4-FFF2-40B4-BE49-F238E27FC236}">
                  <a16:creationId xmlns:a16="http://schemas.microsoft.com/office/drawing/2014/main" id="{CE8FF695-DA70-72B7-7FCB-B03764695CB6}"/>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a:off x="8763000" y="0"/>
              <a:ext cx="3429000" cy="3429000"/>
            </a:xfrm>
            <a:prstGeom prst="rect">
              <a:avLst/>
            </a:prstGeom>
          </p:spPr>
        </p:pic>
      </p:grpSp>
      <p:sp>
        <p:nvSpPr>
          <p:cNvPr id="5" name="Title 4">
            <a:extLst>
              <a:ext uri="{FF2B5EF4-FFF2-40B4-BE49-F238E27FC236}">
                <a16:creationId xmlns:a16="http://schemas.microsoft.com/office/drawing/2014/main" id="{8AA0434C-987B-C3BE-1B1A-37A1792CCEB5}"/>
              </a:ext>
            </a:extLst>
          </p:cNvPr>
          <p:cNvSpPr>
            <a:spLocks noGrp="1"/>
          </p:cNvSpPr>
          <p:nvPr>
            <p:ph type="title" hasCustomPrompt="1"/>
          </p:nvPr>
        </p:nvSpPr>
        <p:spPr>
          <a:xfrm>
            <a:off x="1786976" y="1866946"/>
            <a:ext cx="6858000" cy="1929384"/>
          </a:xfrm>
        </p:spPr>
        <p:txBody>
          <a:bodyPr/>
          <a:lstStyle>
            <a:lvl1pPr>
              <a:spcAft>
                <a:spcPts val="300"/>
              </a:spcAft>
              <a:defRPr lang="en-US" sz="5400" kern="1200" dirty="0">
                <a:solidFill>
                  <a:schemeClr val="accent3"/>
                </a:solidFill>
                <a:latin typeface="+mj-lt"/>
                <a:ea typeface="+mn-ea"/>
                <a:cs typeface="+mn-cs"/>
              </a:defRPr>
            </a:lvl1pPr>
          </a:lstStyle>
          <a:p>
            <a:pPr lvl="0"/>
            <a:r>
              <a:rPr lang="en-US"/>
              <a:t>Chapter title</a:t>
            </a:r>
            <a:br>
              <a:rPr lang="en-US"/>
            </a:br>
            <a:r>
              <a:rPr lang="en-US"/>
              <a:t>two lines</a:t>
            </a:r>
          </a:p>
        </p:txBody>
      </p:sp>
      <p:sp>
        <p:nvSpPr>
          <p:cNvPr id="6" name="Text Placeholder 8">
            <a:extLst>
              <a:ext uri="{FF2B5EF4-FFF2-40B4-BE49-F238E27FC236}">
                <a16:creationId xmlns:a16="http://schemas.microsoft.com/office/drawing/2014/main" id="{F9DD7213-40BA-724D-890D-5EC783B05964}"/>
              </a:ext>
            </a:extLst>
          </p:cNvPr>
          <p:cNvSpPr>
            <a:spLocks noGrp="1"/>
          </p:cNvSpPr>
          <p:nvPr>
            <p:ph type="body" sz="quarter" idx="13" hasCustomPrompt="1"/>
          </p:nvPr>
        </p:nvSpPr>
        <p:spPr>
          <a:xfrm>
            <a:off x="390098" y="389618"/>
            <a:ext cx="1594988"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09</a:t>
            </a:r>
          </a:p>
        </p:txBody>
      </p:sp>
      <p:sp>
        <p:nvSpPr>
          <p:cNvPr id="7" name="Graphique 10" descr="Atos logo">
            <a:extLst>
              <a:ext uri="{FF2B5EF4-FFF2-40B4-BE49-F238E27FC236}">
                <a16:creationId xmlns:a16="http://schemas.microsoft.com/office/drawing/2014/main" id="{5AE5FC5D-9FC3-FFFD-D4D3-5589BB12B008}"/>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accent1"/>
          </a:solidFill>
          <a:ln w="5690" cap="flat">
            <a:noFill/>
            <a:prstDash val="solid"/>
            <a:miter/>
          </a:ln>
        </p:spPr>
        <p:txBody>
          <a:bodyPr rtlCol="0" anchor="ctr"/>
          <a:lstStyle/>
          <a:p>
            <a:endParaRPr lang="fr-FR"/>
          </a:p>
        </p:txBody>
      </p:sp>
    </p:spTree>
    <p:extLst>
      <p:ext uri="{BB962C8B-B14F-4D97-AF65-F5344CB8AC3E}">
        <p14:creationId xmlns:p14="http://schemas.microsoft.com/office/powerpoint/2010/main" val="1395714237"/>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showMasterSp="0" preserve="1" userDrawn="1">
  <p:cSld name="Chapter 10">
    <p:bg>
      <p:bgPr>
        <a:solidFill>
          <a:schemeClr val="accent2"/>
        </a:solidFill>
        <a:effectLst/>
      </p:bgPr>
    </p:bg>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F2F82A12-00BD-E5BC-6150-78237533B4AD}"/>
              </a:ext>
              <a:ext uri="{C183D7F6-B498-43B3-948B-1728B52AA6E4}">
                <adec:decorative xmlns:adec="http://schemas.microsoft.com/office/drawing/2017/decorative" val="1"/>
              </a:ext>
            </a:extLst>
          </p:cNvPr>
          <p:cNvGrpSpPr/>
          <p:nvPr userDrawn="1"/>
        </p:nvGrpSpPr>
        <p:grpSpPr>
          <a:xfrm>
            <a:off x="5334000" y="0"/>
            <a:ext cx="6858000" cy="6858000"/>
            <a:chOff x="5334000" y="0"/>
            <a:chExt cx="6858000" cy="6858000"/>
          </a:xfrm>
        </p:grpSpPr>
        <p:pic>
          <p:nvPicPr>
            <p:cNvPr id="2" name="Graphic 1">
              <a:extLst>
                <a:ext uri="{FF2B5EF4-FFF2-40B4-BE49-F238E27FC236}">
                  <a16:creationId xmlns:a16="http://schemas.microsoft.com/office/drawing/2014/main" id="{875FE9B1-776A-FD80-F50D-0BC55D3E418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334000" y="3429000"/>
              <a:ext cx="3429000" cy="3429000"/>
            </a:xfrm>
            <a:prstGeom prst="rect">
              <a:avLst/>
            </a:prstGeom>
          </p:spPr>
        </p:pic>
        <p:pic>
          <p:nvPicPr>
            <p:cNvPr id="3" name="Graphic 2">
              <a:extLst>
                <a:ext uri="{FF2B5EF4-FFF2-40B4-BE49-F238E27FC236}">
                  <a16:creationId xmlns:a16="http://schemas.microsoft.com/office/drawing/2014/main" id="{D35F74F3-7759-C46C-C97D-B71F33E53E9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a:off x="8763000" y="0"/>
              <a:ext cx="3429000" cy="3429000"/>
            </a:xfrm>
            <a:prstGeom prst="rect">
              <a:avLst/>
            </a:prstGeom>
          </p:spPr>
        </p:pic>
      </p:grpSp>
      <p:sp>
        <p:nvSpPr>
          <p:cNvPr id="5" name="Title 4">
            <a:extLst>
              <a:ext uri="{FF2B5EF4-FFF2-40B4-BE49-F238E27FC236}">
                <a16:creationId xmlns:a16="http://schemas.microsoft.com/office/drawing/2014/main" id="{D5904DAA-DB4E-9C5F-F3BE-6360D735200C}"/>
              </a:ext>
            </a:extLst>
          </p:cNvPr>
          <p:cNvSpPr>
            <a:spLocks noGrp="1"/>
          </p:cNvSpPr>
          <p:nvPr>
            <p:ph type="title" hasCustomPrompt="1"/>
          </p:nvPr>
        </p:nvSpPr>
        <p:spPr>
          <a:xfrm>
            <a:off x="1786976" y="1866946"/>
            <a:ext cx="6858000" cy="1929384"/>
          </a:xfrm>
        </p:spPr>
        <p:txBody>
          <a:bodyPr/>
          <a:lstStyle>
            <a:lvl1pPr>
              <a:spcAft>
                <a:spcPts val="300"/>
              </a:spcAft>
              <a:defRPr lang="en-US" sz="5400" kern="1200" dirty="0">
                <a:solidFill>
                  <a:schemeClr val="accent3"/>
                </a:solidFill>
                <a:latin typeface="+mj-lt"/>
                <a:ea typeface="+mn-ea"/>
                <a:cs typeface="+mn-cs"/>
              </a:defRPr>
            </a:lvl1pPr>
          </a:lstStyle>
          <a:p>
            <a:pPr lvl="0"/>
            <a:r>
              <a:rPr lang="en-US"/>
              <a:t>Chapter title</a:t>
            </a:r>
            <a:br>
              <a:rPr lang="en-US"/>
            </a:br>
            <a:r>
              <a:rPr lang="en-US"/>
              <a:t>two lines</a:t>
            </a:r>
          </a:p>
        </p:txBody>
      </p:sp>
      <p:sp>
        <p:nvSpPr>
          <p:cNvPr id="6" name="Text Placeholder 8">
            <a:extLst>
              <a:ext uri="{FF2B5EF4-FFF2-40B4-BE49-F238E27FC236}">
                <a16:creationId xmlns:a16="http://schemas.microsoft.com/office/drawing/2014/main" id="{B0A99158-310E-72C4-D4ED-6A7AEC2E68A5}"/>
              </a:ext>
            </a:extLst>
          </p:cNvPr>
          <p:cNvSpPr>
            <a:spLocks noGrp="1"/>
          </p:cNvSpPr>
          <p:nvPr>
            <p:ph type="body" sz="quarter" idx="13" hasCustomPrompt="1"/>
          </p:nvPr>
        </p:nvSpPr>
        <p:spPr>
          <a:xfrm>
            <a:off x="390098" y="389618"/>
            <a:ext cx="1376980"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10</a:t>
            </a:r>
          </a:p>
        </p:txBody>
      </p:sp>
      <p:sp>
        <p:nvSpPr>
          <p:cNvPr id="7" name="Graphique 10" descr="Atos logo">
            <a:extLst>
              <a:ext uri="{FF2B5EF4-FFF2-40B4-BE49-F238E27FC236}">
                <a16:creationId xmlns:a16="http://schemas.microsoft.com/office/drawing/2014/main" id="{5AE5FC5D-9FC3-FFFD-D4D3-5589BB12B008}"/>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Tree>
    <p:extLst>
      <p:ext uri="{BB962C8B-B14F-4D97-AF65-F5344CB8AC3E}">
        <p14:creationId xmlns:p14="http://schemas.microsoft.com/office/powerpoint/2010/main" val="1455623845"/>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showMasterSp="0" preserve="1" userDrawn="1">
  <p:cSld name="Chapter 11">
    <p:bg>
      <p:bgPr>
        <a:solidFill>
          <a:schemeClr val="accent1"/>
        </a:solidFill>
        <a:effectLst/>
      </p:bgPr>
    </p:bg>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8BCDB6E9-7750-80C4-3499-B30263BF1500}"/>
              </a:ext>
              <a:ext uri="{C183D7F6-B498-43B3-948B-1728B52AA6E4}">
                <adec:decorative xmlns:adec="http://schemas.microsoft.com/office/drawing/2017/decorative" val="1"/>
              </a:ext>
            </a:extLst>
          </p:cNvPr>
          <p:cNvGrpSpPr/>
          <p:nvPr userDrawn="1"/>
        </p:nvGrpSpPr>
        <p:grpSpPr>
          <a:xfrm>
            <a:off x="5334000" y="0"/>
            <a:ext cx="6858000" cy="6858000"/>
            <a:chOff x="5334000" y="0"/>
            <a:chExt cx="6858000" cy="6858000"/>
          </a:xfrm>
        </p:grpSpPr>
        <p:pic>
          <p:nvPicPr>
            <p:cNvPr id="2" name="Graphic 1">
              <a:extLst>
                <a:ext uri="{FF2B5EF4-FFF2-40B4-BE49-F238E27FC236}">
                  <a16:creationId xmlns:a16="http://schemas.microsoft.com/office/drawing/2014/main" id="{83B106FD-F518-D49F-A7FE-01216452D836}"/>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334000" y="3429000"/>
              <a:ext cx="3429000" cy="3429000"/>
            </a:xfrm>
            <a:prstGeom prst="rect">
              <a:avLst/>
            </a:prstGeom>
          </p:spPr>
        </p:pic>
        <p:pic>
          <p:nvPicPr>
            <p:cNvPr id="3" name="Graphic 2">
              <a:extLst>
                <a:ext uri="{FF2B5EF4-FFF2-40B4-BE49-F238E27FC236}">
                  <a16:creationId xmlns:a16="http://schemas.microsoft.com/office/drawing/2014/main" id="{68E8A64C-3291-2AC4-6FED-865DB127F1F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a:off x="8763000" y="0"/>
              <a:ext cx="3429000" cy="3429000"/>
            </a:xfrm>
            <a:prstGeom prst="rect">
              <a:avLst/>
            </a:prstGeom>
          </p:spPr>
        </p:pic>
      </p:grpSp>
      <p:sp>
        <p:nvSpPr>
          <p:cNvPr id="5" name="Title 4">
            <a:extLst>
              <a:ext uri="{FF2B5EF4-FFF2-40B4-BE49-F238E27FC236}">
                <a16:creationId xmlns:a16="http://schemas.microsoft.com/office/drawing/2014/main" id="{91CDEE5D-8443-4D8D-83C5-66407D3EADFB}"/>
              </a:ext>
            </a:extLst>
          </p:cNvPr>
          <p:cNvSpPr>
            <a:spLocks noGrp="1"/>
          </p:cNvSpPr>
          <p:nvPr>
            <p:ph type="title" hasCustomPrompt="1"/>
          </p:nvPr>
        </p:nvSpPr>
        <p:spPr>
          <a:xfrm>
            <a:off x="1786976" y="1866946"/>
            <a:ext cx="6858000" cy="1929384"/>
          </a:xfrm>
        </p:spPr>
        <p:txBody>
          <a:bodyPr/>
          <a:lstStyle>
            <a:lvl1pPr>
              <a:spcAft>
                <a:spcPts val="300"/>
              </a:spcAft>
              <a:defRPr lang="en-US" sz="5400" kern="1200" dirty="0">
                <a:solidFill>
                  <a:schemeClr val="bg1"/>
                </a:solidFill>
                <a:latin typeface="+mj-lt"/>
                <a:ea typeface="+mn-ea"/>
                <a:cs typeface="+mn-cs"/>
              </a:defRPr>
            </a:lvl1pPr>
          </a:lstStyle>
          <a:p>
            <a:pPr lvl="0"/>
            <a:r>
              <a:rPr lang="en-US"/>
              <a:t>Chapter title</a:t>
            </a:r>
            <a:br>
              <a:rPr lang="en-US"/>
            </a:br>
            <a:r>
              <a:rPr lang="en-US"/>
              <a:t>two lines</a:t>
            </a:r>
          </a:p>
        </p:txBody>
      </p:sp>
      <p:sp>
        <p:nvSpPr>
          <p:cNvPr id="6" name="Text Placeholder 8">
            <a:extLst>
              <a:ext uri="{FF2B5EF4-FFF2-40B4-BE49-F238E27FC236}">
                <a16:creationId xmlns:a16="http://schemas.microsoft.com/office/drawing/2014/main" id="{ADB93994-D828-56A8-BED0-EF84265FC1B0}"/>
              </a:ext>
            </a:extLst>
          </p:cNvPr>
          <p:cNvSpPr>
            <a:spLocks noGrp="1"/>
          </p:cNvSpPr>
          <p:nvPr>
            <p:ph type="body" sz="quarter" idx="13" hasCustomPrompt="1"/>
          </p:nvPr>
        </p:nvSpPr>
        <p:spPr>
          <a:xfrm>
            <a:off x="390098" y="389618"/>
            <a:ext cx="1019510"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11</a:t>
            </a:r>
          </a:p>
        </p:txBody>
      </p:sp>
      <p:sp>
        <p:nvSpPr>
          <p:cNvPr id="7" name="Graphique 10" descr="Atos logo">
            <a:extLst>
              <a:ext uri="{FF2B5EF4-FFF2-40B4-BE49-F238E27FC236}">
                <a16:creationId xmlns:a16="http://schemas.microsoft.com/office/drawing/2014/main" id="{5AE5FC5D-9FC3-FFFD-D4D3-5589BB12B008}"/>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Tree>
    <p:extLst>
      <p:ext uri="{BB962C8B-B14F-4D97-AF65-F5344CB8AC3E}">
        <p14:creationId xmlns:p14="http://schemas.microsoft.com/office/powerpoint/2010/main" val="2851174456"/>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showMasterSp="0" preserve="1" userDrawn="1">
  <p:cSld name="Chapter 12">
    <p:bg>
      <p:bgPr>
        <a:solidFill>
          <a:schemeClr val="accent3"/>
        </a:solidFill>
        <a:effectLst/>
      </p:bgPr>
    </p:bg>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A767D5C2-9986-CD8F-00AE-75139A4AF826}"/>
              </a:ext>
              <a:ext uri="{C183D7F6-B498-43B3-948B-1728B52AA6E4}">
                <adec:decorative xmlns:adec="http://schemas.microsoft.com/office/drawing/2017/decorative" val="1"/>
              </a:ext>
            </a:extLst>
          </p:cNvPr>
          <p:cNvGrpSpPr/>
          <p:nvPr userDrawn="1"/>
        </p:nvGrpSpPr>
        <p:grpSpPr>
          <a:xfrm>
            <a:off x="5334000" y="0"/>
            <a:ext cx="6858000" cy="6858000"/>
            <a:chOff x="5334000" y="0"/>
            <a:chExt cx="6858000" cy="6858000"/>
          </a:xfrm>
        </p:grpSpPr>
        <p:pic>
          <p:nvPicPr>
            <p:cNvPr id="2" name="Graphic 1">
              <a:extLst>
                <a:ext uri="{FF2B5EF4-FFF2-40B4-BE49-F238E27FC236}">
                  <a16:creationId xmlns:a16="http://schemas.microsoft.com/office/drawing/2014/main" id="{2CA64CC4-4124-A2D6-1C55-8136B44A894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334000" y="3429000"/>
              <a:ext cx="3429000" cy="3429000"/>
            </a:xfrm>
            <a:prstGeom prst="rect">
              <a:avLst/>
            </a:prstGeom>
          </p:spPr>
        </p:pic>
        <p:pic>
          <p:nvPicPr>
            <p:cNvPr id="3" name="Graphic 2">
              <a:extLst>
                <a:ext uri="{FF2B5EF4-FFF2-40B4-BE49-F238E27FC236}">
                  <a16:creationId xmlns:a16="http://schemas.microsoft.com/office/drawing/2014/main" id="{AC106A42-60D3-8E3F-CCE8-EE6AEEE4962A}"/>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a:off x="8763000" y="0"/>
              <a:ext cx="3429000" cy="3429000"/>
            </a:xfrm>
            <a:prstGeom prst="rect">
              <a:avLst/>
            </a:prstGeom>
          </p:spPr>
        </p:pic>
      </p:grpSp>
      <p:sp>
        <p:nvSpPr>
          <p:cNvPr id="5" name="Title 4">
            <a:extLst>
              <a:ext uri="{FF2B5EF4-FFF2-40B4-BE49-F238E27FC236}">
                <a16:creationId xmlns:a16="http://schemas.microsoft.com/office/drawing/2014/main" id="{8B96D442-CD53-D8A3-2AD5-89D2E6F3396F}"/>
              </a:ext>
            </a:extLst>
          </p:cNvPr>
          <p:cNvSpPr>
            <a:spLocks noGrp="1"/>
          </p:cNvSpPr>
          <p:nvPr>
            <p:ph type="title" hasCustomPrompt="1"/>
          </p:nvPr>
        </p:nvSpPr>
        <p:spPr>
          <a:xfrm>
            <a:off x="1786976" y="1866946"/>
            <a:ext cx="6858000" cy="1929384"/>
          </a:xfrm>
        </p:spPr>
        <p:txBody>
          <a:bodyPr/>
          <a:lstStyle>
            <a:lvl1pPr>
              <a:spcAft>
                <a:spcPts val="300"/>
              </a:spcAft>
              <a:defRPr lang="en-US" sz="5400" kern="1200" dirty="0">
                <a:solidFill>
                  <a:schemeClr val="bg1"/>
                </a:solidFill>
                <a:latin typeface="+mj-lt"/>
                <a:ea typeface="+mn-ea"/>
                <a:cs typeface="+mn-cs"/>
              </a:defRPr>
            </a:lvl1pPr>
          </a:lstStyle>
          <a:p>
            <a:pPr lvl="0"/>
            <a:r>
              <a:rPr lang="en-US"/>
              <a:t>Chapter title</a:t>
            </a:r>
            <a:br>
              <a:rPr lang="en-US"/>
            </a:br>
            <a:r>
              <a:rPr lang="en-US"/>
              <a:t>two lines</a:t>
            </a:r>
          </a:p>
        </p:txBody>
      </p:sp>
      <p:sp>
        <p:nvSpPr>
          <p:cNvPr id="6" name="Text Placeholder 8">
            <a:extLst>
              <a:ext uri="{FF2B5EF4-FFF2-40B4-BE49-F238E27FC236}">
                <a16:creationId xmlns:a16="http://schemas.microsoft.com/office/drawing/2014/main" id="{7BF3B5C5-5158-C007-0F54-FED60550C187}"/>
              </a:ext>
            </a:extLst>
          </p:cNvPr>
          <p:cNvSpPr>
            <a:spLocks noGrp="1"/>
          </p:cNvSpPr>
          <p:nvPr>
            <p:ph type="body" sz="quarter" idx="13" hasCustomPrompt="1"/>
          </p:nvPr>
        </p:nvSpPr>
        <p:spPr>
          <a:xfrm>
            <a:off x="390098" y="389618"/>
            <a:ext cx="1226298"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12</a:t>
            </a:r>
          </a:p>
        </p:txBody>
      </p:sp>
      <p:sp>
        <p:nvSpPr>
          <p:cNvPr id="7" name="Graphique 10" descr="Atos logo">
            <a:extLst>
              <a:ext uri="{FF2B5EF4-FFF2-40B4-BE49-F238E27FC236}">
                <a16:creationId xmlns:a16="http://schemas.microsoft.com/office/drawing/2014/main" id="{5AE5FC5D-9FC3-FFFD-D4D3-5589BB12B008}"/>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Tree>
    <p:extLst>
      <p:ext uri="{BB962C8B-B14F-4D97-AF65-F5344CB8AC3E}">
        <p14:creationId xmlns:p14="http://schemas.microsoft.com/office/powerpoint/2010/main" val="3069204421"/>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showMasterSp="0" preserve="1" userDrawn="1">
  <p:cSld name="Chapter 13">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8FBCF81C-1DA3-24A3-8E55-9CA5BC839F7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a:off x="0" y="3916907"/>
            <a:ext cx="2941093" cy="2941093"/>
          </a:xfrm>
          <a:prstGeom prst="rect">
            <a:avLst/>
          </a:prstGeom>
        </p:spPr>
      </p:pic>
      <p:sp>
        <p:nvSpPr>
          <p:cNvPr id="6" name="Title 4">
            <a:extLst>
              <a:ext uri="{FF2B5EF4-FFF2-40B4-BE49-F238E27FC236}">
                <a16:creationId xmlns:a16="http://schemas.microsoft.com/office/drawing/2014/main" id="{485E392D-70EC-31BF-DDFC-2F3DAA4B3577}"/>
              </a:ext>
            </a:extLst>
          </p:cNvPr>
          <p:cNvSpPr>
            <a:spLocks noGrp="1"/>
          </p:cNvSpPr>
          <p:nvPr>
            <p:ph type="title" hasCustomPrompt="1"/>
          </p:nvPr>
        </p:nvSpPr>
        <p:spPr>
          <a:xfrm>
            <a:off x="413247" y="1895312"/>
            <a:ext cx="5422392" cy="1929384"/>
          </a:xfrm>
        </p:spPr>
        <p:txBody>
          <a:bodyPr/>
          <a:lstStyle>
            <a:lvl1pPr>
              <a:spcAft>
                <a:spcPts val="300"/>
              </a:spcAft>
              <a:defRPr lang="en-US" sz="4800" kern="1200" dirty="0">
                <a:solidFill>
                  <a:schemeClr val="accent3"/>
                </a:solidFill>
                <a:latin typeface="+mj-lt"/>
                <a:ea typeface="+mn-ea"/>
                <a:cs typeface="+mn-cs"/>
              </a:defRPr>
            </a:lvl1pPr>
          </a:lstStyle>
          <a:p>
            <a:pPr lvl="0"/>
            <a:r>
              <a:rPr lang="en-US"/>
              <a:t>Chapter title</a:t>
            </a:r>
            <a:br>
              <a:rPr lang="en-US"/>
            </a:br>
            <a:r>
              <a:rPr lang="en-US"/>
              <a:t>two lines</a:t>
            </a:r>
          </a:p>
        </p:txBody>
      </p:sp>
      <p:sp>
        <p:nvSpPr>
          <p:cNvPr id="4" name="Text Placeholder 8">
            <a:extLst>
              <a:ext uri="{FF2B5EF4-FFF2-40B4-BE49-F238E27FC236}">
                <a16:creationId xmlns:a16="http://schemas.microsoft.com/office/drawing/2014/main" id="{7DB40ADA-EF2C-3637-5278-E0BFE62AB21A}"/>
              </a:ext>
            </a:extLst>
          </p:cNvPr>
          <p:cNvSpPr>
            <a:spLocks noGrp="1"/>
          </p:cNvSpPr>
          <p:nvPr>
            <p:ph type="body" sz="quarter" idx="13" hasCustomPrompt="1"/>
          </p:nvPr>
        </p:nvSpPr>
        <p:spPr>
          <a:xfrm>
            <a:off x="390098" y="389618"/>
            <a:ext cx="1225296" cy="1481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13</a:t>
            </a:r>
          </a:p>
        </p:txBody>
      </p:sp>
      <p:sp>
        <p:nvSpPr>
          <p:cNvPr id="7" name="Picture Placeholder 6">
            <a:extLst>
              <a:ext uri="{FF2B5EF4-FFF2-40B4-BE49-F238E27FC236}">
                <a16:creationId xmlns:a16="http://schemas.microsoft.com/office/drawing/2014/main" id="{8A5AEFA2-DD77-7344-3047-A0816989267B}"/>
              </a:ext>
              <a:ext uri="{C183D7F6-B498-43B3-948B-1728B52AA6E4}">
                <adec:decorative xmlns:adec="http://schemas.microsoft.com/office/drawing/2017/decorative" val="1"/>
              </a:ext>
            </a:extLst>
          </p:cNvPr>
          <p:cNvSpPr>
            <a:spLocks noGrp="1"/>
          </p:cNvSpPr>
          <p:nvPr>
            <p:ph type="pic" sz="quarter" idx="11"/>
          </p:nvPr>
        </p:nvSpPr>
        <p:spPr>
          <a:xfrm>
            <a:off x="6092952" y="0"/>
            <a:ext cx="6099048" cy="6858000"/>
          </a:xfrm>
        </p:spPr>
        <p:txBody>
          <a:bodyPr tIns="822960" bIns="0" anchor="ctr"/>
          <a:lstStyle>
            <a:lvl1pPr marL="0" indent="0" algn="ctr">
              <a:buNone/>
              <a:defRPr>
                <a:solidFill>
                  <a:schemeClr val="accent3"/>
                </a:solidFill>
              </a:defRPr>
            </a:lvl1pPr>
          </a:lstStyle>
          <a:p>
            <a:r>
              <a:rPr lang="fr-FR"/>
              <a:t>Cliquez sur l'icône pour ajouter une image</a:t>
            </a:r>
            <a:endParaRPr lang="en-US"/>
          </a:p>
        </p:txBody>
      </p:sp>
      <p:sp>
        <p:nvSpPr>
          <p:cNvPr id="3" name="Graphique 10" descr="Atos logo">
            <a:extLst>
              <a:ext uri="{FF2B5EF4-FFF2-40B4-BE49-F238E27FC236}">
                <a16:creationId xmlns:a16="http://schemas.microsoft.com/office/drawing/2014/main" id="{33E0A80D-3C82-E23B-A40B-C1BC24590A1F}"/>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Tree>
    <p:extLst>
      <p:ext uri="{BB962C8B-B14F-4D97-AF65-F5344CB8AC3E}">
        <p14:creationId xmlns:p14="http://schemas.microsoft.com/office/powerpoint/2010/main" val="2494835693"/>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showMasterSp="0" preserve="1" userDrawn="1">
  <p:cSld name="Chapter 14">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8FBCF81C-1DA3-24A3-8E55-9CA5BC839F7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a:off x="0" y="3916907"/>
            <a:ext cx="2941093" cy="2941093"/>
          </a:xfrm>
          <a:prstGeom prst="rect">
            <a:avLst/>
          </a:prstGeom>
        </p:spPr>
      </p:pic>
      <p:sp>
        <p:nvSpPr>
          <p:cNvPr id="3" name="Title 4">
            <a:extLst>
              <a:ext uri="{FF2B5EF4-FFF2-40B4-BE49-F238E27FC236}">
                <a16:creationId xmlns:a16="http://schemas.microsoft.com/office/drawing/2014/main" id="{93A188F9-28B6-6720-476D-8C87303C23AC}"/>
              </a:ext>
            </a:extLst>
          </p:cNvPr>
          <p:cNvSpPr>
            <a:spLocks noGrp="1"/>
          </p:cNvSpPr>
          <p:nvPr>
            <p:ph type="title" hasCustomPrompt="1"/>
          </p:nvPr>
        </p:nvSpPr>
        <p:spPr>
          <a:xfrm>
            <a:off x="413247" y="1895312"/>
            <a:ext cx="5422392" cy="1929384"/>
          </a:xfrm>
        </p:spPr>
        <p:txBody>
          <a:bodyPr/>
          <a:lstStyle>
            <a:lvl1pPr>
              <a:spcAft>
                <a:spcPts val="300"/>
              </a:spcAft>
              <a:defRPr lang="en-US" sz="4800" kern="1200" dirty="0">
                <a:solidFill>
                  <a:schemeClr val="accent3"/>
                </a:solidFill>
                <a:latin typeface="+mj-lt"/>
                <a:ea typeface="+mn-ea"/>
                <a:cs typeface="+mn-cs"/>
              </a:defRPr>
            </a:lvl1pPr>
          </a:lstStyle>
          <a:p>
            <a:pPr lvl="0"/>
            <a:r>
              <a:rPr lang="en-US"/>
              <a:t>Chapter title</a:t>
            </a:r>
            <a:br>
              <a:rPr lang="en-US"/>
            </a:br>
            <a:r>
              <a:rPr lang="en-US"/>
              <a:t>two lines</a:t>
            </a:r>
          </a:p>
        </p:txBody>
      </p:sp>
      <p:sp>
        <p:nvSpPr>
          <p:cNvPr id="4" name="Text Placeholder 8">
            <a:extLst>
              <a:ext uri="{FF2B5EF4-FFF2-40B4-BE49-F238E27FC236}">
                <a16:creationId xmlns:a16="http://schemas.microsoft.com/office/drawing/2014/main" id="{DD13CC53-47E0-9BC4-759F-A69CE1B7E3C2}"/>
              </a:ext>
            </a:extLst>
          </p:cNvPr>
          <p:cNvSpPr>
            <a:spLocks noGrp="1"/>
          </p:cNvSpPr>
          <p:nvPr>
            <p:ph type="body" sz="quarter" idx="13" hasCustomPrompt="1"/>
          </p:nvPr>
        </p:nvSpPr>
        <p:spPr>
          <a:xfrm>
            <a:off x="390098" y="389618"/>
            <a:ext cx="1259960"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14</a:t>
            </a:r>
          </a:p>
        </p:txBody>
      </p:sp>
      <p:sp>
        <p:nvSpPr>
          <p:cNvPr id="7" name="Picture Placeholder 6">
            <a:extLst>
              <a:ext uri="{FF2B5EF4-FFF2-40B4-BE49-F238E27FC236}">
                <a16:creationId xmlns:a16="http://schemas.microsoft.com/office/drawing/2014/main" id="{8A5AEFA2-DD77-7344-3047-A0816989267B}"/>
              </a:ext>
              <a:ext uri="{C183D7F6-B498-43B3-948B-1728B52AA6E4}">
                <adec:decorative xmlns:adec="http://schemas.microsoft.com/office/drawing/2017/decorative" val="1"/>
              </a:ext>
            </a:extLst>
          </p:cNvPr>
          <p:cNvSpPr>
            <a:spLocks noGrp="1"/>
          </p:cNvSpPr>
          <p:nvPr>
            <p:ph type="pic" sz="quarter" idx="11"/>
          </p:nvPr>
        </p:nvSpPr>
        <p:spPr>
          <a:xfrm>
            <a:off x="6092952" y="0"/>
            <a:ext cx="6099048" cy="6858000"/>
          </a:xfrm>
        </p:spPr>
        <p:txBody>
          <a:bodyPr tIns="822960" bIns="0" anchor="ctr"/>
          <a:lstStyle>
            <a:lvl1pPr marL="0" indent="0" algn="ctr">
              <a:buNone/>
              <a:defRPr>
                <a:solidFill>
                  <a:schemeClr val="accent3"/>
                </a:solidFill>
              </a:defRPr>
            </a:lvl1pPr>
          </a:lstStyle>
          <a:p>
            <a:r>
              <a:rPr lang="fr-FR"/>
              <a:t>Cliquez sur l'icône pour ajouter une image</a:t>
            </a:r>
            <a:endParaRPr lang="en-US"/>
          </a:p>
        </p:txBody>
      </p:sp>
      <p:sp>
        <p:nvSpPr>
          <p:cNvPr id="5" name="Graphique 10" descr="Atos logo">
            <a:extLst>
              <a:ext uri="{FF2B5EF4-FFF2-40B4-BE49-F238E27FC236}">
                <a16:creationId xmlns:a16="http://schemas.microsoft.com/office/drawing/2014/main" id="{9FD2792D-1EDF-572F-7DB5-2961A28257AC}"/>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Tree>
    <p:extLst>
      <p:ext uri="{BB962C8B-B14F-4D97-AF65-F5344CB8AC3E}">
        <p14:creationId xmlns:p14="http://schemas.microsoft.com/office/powerpoint/2010/main" val="1836979815"/>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showMasterSp="0" preserve="1" userDrawn="1">
  <p:cSld name="Chapter 15">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8FBCF81C-1DA3-24A3-8E55-9CA5BC839F7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a:off x="0" y="3916907"/>
            <a:ext cx="2941093" cy="2941093"/>
          </a:xfrm>
          <a:prstGeom prst="rect">
            <a:avLst/>
          </a:prstGeom>
        </p:spPr>
      </p:pic>
      <p:sp>
        <p:nvSpPr>
          <p:cNvPr id="3" name="Title 4">
            <a:extLst>
              <a:ext uri="{FF2B5EF4-FFF2-40B4-BE49-F238E27FC236}">
                <a16:creationId xmlns:a16="http://schemas.microsoft.com/office/drawing/2014/main" id="{3B76FB1E-D1C2-E659-4AC9-670E76886580}"/>
              </a:ext>
            </a:extLst>
          </p:cNvPr>
          <p:cNvSpPr>
            <a:spLocks noGrp="1"/>
          </p:cNvSpPr>
          <p:nvPr>
            <p:ph type="title" hasCustomPrompt="1"/>
          </p:nvPr>
        </p:nvSpPr>
        <p:spPr>
          <a:xfrm>
            <a:off x="413247" y="1895312"/>
            <a:ext cx="5422392" cy="1929384"/>
          </a:xfrm>
        </p:spPr>
        <p:txBody>
          <a:bodyPr/>
          <a:lstStyle>
            <a:lvl1pPr>
              <a:spcAft>
                <a:spcPts val="300"/>
              </a:spcAft>
              <a:defRPr lang="en-US" sz="4800" kern="1200" dirty="0">
                <a:solidFill>
                  <a:schemeClr val="accent3"/>
                </a:solidFill>
                <a:latin typeface="+mj-lt"/>
                <a:ea typeface="+mn-ea"/>
                <a:cs typeface="+mn-cs"/>
              </a:defRPr>
            </a:lvl1pPr>
          </a:lstStyle>
          <a:p>
            <a:pPr lvl="0"/>
            <a:r>
              <a:rPr lang="en-US"/>
              <a:t>Chapter title</a:t>
            </a:r>
            <a:br>
              <a:rPr lang="en-US"/>
            </a:br>
            <a:r>
              <a:rPr lang="en-US"/>
              <a:t>two lines</a:t>
            </a:r>
          </a:p>
        </p:txBody>
      </p:sp>
      <p:sp>
        <p:nvSpPr>
          <p:cNvPr id="6" name="Text Placeholder 8">
            <a:extLst>
              <a:ext uri="{FF2B5EF4-FFF2-40B4-BE49-F238E27FC236}">
                <a16:creationId xmlns:a16="http://schemas.microsoft.com/office/drawing/2014/main" id="{7953EA74-8A8A-F8C5-FA23-BFBB4951AF74}"/>
              </a:ext>
            </a:extLst>
          </p:cNvPr>
          <p:cNvSpPr>
            <a:spLocks noGrp="1"/>
          </p:cNvSpPr>
          <p:nvPr>
            <p:ph type="body" sz="quarter" idx="13" hasCustomPrompt="1"/>
          </p:nvPr>
        </p:nvSpPr>
        <p:spPr>
          <a:xfrm>
            <a:off x="390098" y="389618"/>
            <a:ext cx="1216680"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15</a:t>
            </a:r>
          </a:p>
        </p:txBody>
      </p:sp>
      <p:sp>
        <p:nvSpPr>
          <p:cNvPr id="7" name="Picture Placeholder 6">
            <a:extLst>
              <a:ext uri="{FF2B5EF4-FFF2-40B4-BE49-F238E27FC236}">
                <a16:creationId xmlns:a16="http://schemas.microsoft.com/office/drawing/2014/main" id="{8A5AEFA2-DD77-7344-3047-A0816989267B}"/>
              </a:ext>
              <a:ext uri="{C183D7F6-B498-43B3-948B-1728B52AA6E4}">
                <adec:decorative xmlns:adec="http://schemas.microsoft.com/office/drawing/2017/decorative" val="1"/>
              </a:ext>
            </a:extLst>
          </p:cNvPr>
          <p:cNvSpPr>
            <a:spLocks noGrp="1"/>
          </p:cNvSpPr>
          <p:nvPr>
            <p:ph type="pic" sz="quarter" idx="11"/>
          </p:nvPr>
        </p:nvSpPr>
        <p:spPr>
          <a:xfrm>
            <a:off x="6092952" y="0"/>
            <a:ext cx="6099048" cy="6858000"/>
          </a:xfrm>
        </p:spPr>
        <p:txBody>
          <a:bodyPr tIns="822960" bIns="0" anchor="ctr"/>
          <a:lstStyle>
            <a:lvl1pPr marL="0" indent="0" algn="ctr">
              <a:buNone/>
              <a:defRPr>
                <a:solidFill>
                  <a:schemeClr val="accent3"/>
                </a:solidFill>
              </a:defRPr>
            </a:lvl1pPr>
          </a:lstStyle>
          <a:p>
            <a:r>
              <a:rPr lang="fr-FR"/>
              <a:t>Cliquez sur l'icône pour ajouter une image</a:t>
            </a:r>
            <a:endParaRPr lang="en-US"/>
          </a:p>
        </p:txBody>
      </p:sp>
      <p:sp>
        <p:nvSpPr>
          <p:cNvPr id="4" name="Graphique 10" descr="Atos logo">
            <a:extLst>
              <a:ext uri="{FF2B5EF4-FFF2-40B4-BE49-F238E27FC236}">
                <a16:creationId xmlns:a16="http://schemas.microsoft.com/office/drawing/2014/main" id="{95AC25AD-A3BC-AA9F-33C3-7F462A68D25D}"/>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Tree>
    <p:extLst>
      <p:ext uri="{BB962C8B-B14F-4D97-AF65-F5344CB8AC3E}">
        <p14:creationId xmlns:p14="http://schemas.microsoft.com/office/powerpoint/2010/main" val="3746443254"/>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showMasterSp="0" preserve="1" userDrawn="1">
  <p:cSld name="Chapter 16">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88DE8FE7-7100-76F5-9120-BC8169D59E4B}"/>
              </a:ext>
              <a:ext uri="{C183D7F6-B498-43B3-948B-1728B52AA6E4}">
                <adec:decorative xmlns:adec="http://schemas.microsoft.com/office/drawing/2017/decorative" val="1"/>
              </a:ext>
            </a:extLst>
          </p:cNvPr>
          <p:cNvGrpSpPr/>
          <p:nvPr userDrawn="1"/>
        </p:nvGrpSpPr>
        <p:grpSpPr>
          <a:xfrm>
            <a:off x="4200521" y="-2381"/>
            <a:ext cx="7991480" cy="6860381"/>
            <a:chOff x="4200521" y="-2381"/>
            <a:chExt cx="7991480" cy="6860381"/>
          </a:xfrm>
        </p:grpSpPr>
        <p:pic>
          <p:nvPicPr>
            <p:cNvPr id="5" name="Graphic 4">
              <a:extLst>
                <a:ext uri="{FF2B5EF4-FFF2-40B4-BE49-F238E27FC236}">
                  <a16:creationId xmlns:a16="http://schemas.microsoft.com/office/drawing/2014/main" id="{CDA6CBF3-7602-B5B1-8FCA-80503408D4F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2406"/>
            <a:stretch>
              <a:fillRect/>
            </a:stretch>
          </p:blipFill>
          <p:spPr>
            <a:xfrm rot="16200000">
              <a:off x="4666295" y="3166109"/>
              <a:ext cx="3226117" cy="4157665"/>
            </a:xfrm>
            <a:custGeom>
              <a:avLst/>
              <a:gdLst>
                <a:gd name="connsiteX0" fmla="*/ 3226117 w 3226117"/>
                <a:gd name="connsiteY0" fmla="*/ 0 h 4157665"/>
                <a:gd name="connsiteX1" fmla="*/ 3226117 w 3226117"/>
                <a:gd name="connsiteY1" fmla="*/ 4157665 h 4157665"/>
                <a:gd name="connsiteX2" fmla="*/ 0 w 3226117"/>
                <a:gd name="connsiteY2" fmla="*/ 4157665 h 4157665"/>
                <a:gd name="connsiteX3" fmla="*/ 0 w 3226117"/>
                <a:gd name="connsiteY3" fmla="*/ 0 h 4157665"/>
              </a:gdLst>
              <a:ahLst/>
              <a:cxnLst>
                <a:cxn ang="0">
                  <a:pos x="connsiteX0" y="connsiteY0"/>
                </a:cxn>
                <a:cxn ang="0">
                  <a:pos x="connsiteX1" y="connsiteY1"/>
                </a:cxn>
                <a:cxn ang="0">
                  <a:pos x="connsiteX2" y="connsiteY2"/>
                </a:cxn>
                <a:cxn ang="0">
                  <a:pos x="connsiteX3" y="connsiteY3"/>
                </a:cxn>
              </a:cxnLst>
              <a:rect l="l" t="t" r="r" b="b"/>
              <a:pathLst>
                <a:path w="3226117" h="4157665">
                  <a:moveTo>
                    <a:pt x="3226117" y="0"/>
                  </a:moveTo>
                  <a:lnTo>
                    <a:pt x="3226117" y="4157665"/>
                  </a:lnTo>
                  <a:lnTo>
                    <a:pt x="0" y="4157665"/>
                  </a:lnTo>
                  <a:lnTo>
                    <a:pt x="0" y="0"/>
                  </a:lnTo>
                  <a:close/>
                </a:path>
              </a:pathLst>
            </a:custGeom>
          </p:spPr>
        </p:pic>
        <p:pic>
          <p:nvPicPr>
            <p:cNvPr id="6" name="Graphic 5">
              <a:extLst>
                <a:ext uri="{FF2B5EF4-FFF2-40B4-BE49-F238E27FC236}">
                  <a16:creationId xmlns:a16="http://schemas.microsoft.com/office/drawing/2014/main" id="{0DA6D067-2DE0-C942-E1E6-049D761FACEF}"/>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7789" t="12589"/>
            <a:stretch>
              <a:fillRect/>
            </a:stretch>
          </p:blipFill>
          <p:spPr>
            <a:xfrm flipH="1">
              <a:off x="8358186" y="-2381"/>
              <a:ext cx="3833815" cy="3634264"/>
            </a:xfrm>
            <a:custGeom>
              <a:avLst/>
              <a:gdLst>
                <a:gd name="connsiteX0" fmla="*/ 3833815 w 3833815"/>
                <a:gd name="connsiteY0" fmla="*/ 0 h 3634264"/>
                <a:gd name="connsiteX1" fmla="*/ 0 w 3833815"/>
                <a:gd name="connsiteY1" fmla="*/ 0 h 3634264"/>
                <a:gd name="connsiteX2" fmla="*/ 0 w 3833815"/>
                <a:gd name="connsiteY2" fmla="*/ 3634264 h 3634264"/>
                <a:gd name="connsiteX3" fmla="*/ 3833815 w 3833815"/>
                <a:gd name="connsiteY3" fmla="*/ 3634264 h 3634264"/>
              </a:gdLst>
              <a:ahLst/>
              <a:cxnLst>
                <a:cxn ang="0">
                  <a:pos x="connsiteX0" y="connsiteY0"/>
                </a:cxn>
                <a:cxn ang="0">
                  <a:pos x="connsiteX1" y="connsiteY1"/>
                </a:cxn>
                <a:cxn ang="0">
                  <a:pos x="connsiteX2" y="connsiteY2"/>
                </a:cxn>
                <a:cxn ang="0">
                  <a:pos x="connsiteX3" y="connsiteY3"/>
                </a:cxn>
              </a:cxnLst>
              <a:rect l="l" t="t" r="r" b="b"/>
              <a:pathLst>
                <a:path w="3833815" h="3634264">
                  <a:moveTo>
                    <a:pt x="3833815" y="0"/>
                  </a:moveTo>
                  <a:lnTo>
                    <a:pt x="0" y="0"/>
                  </a:lnTo>
                  <a:lnTo>
                    <a:pt x="0" y="3634264"/>
                  </a:lnTo>
                  <a:lnTo>
                    <a:pt x="3833815" y="3634264"/>
                  </a:lnTo>
                  <a:close/>
                </a:path>
              </a:pathLst>
            </a:custGeom>
          </p:spPr>
        </p:pic>
      </p:grpSp>
      <p:sp>
        <p:nvSpPr>
          <p:cNvPr id="3" name="Title 4">
            <a:extLst>
              <a:ext uri="{FF2B5EF4-FFF2-40B4-BE49-F238E27FC236}">
                <a16:creationId xmlns:a16="http://schemas.microsoft.com/office/drawing/2014/main" id="{C429E332-0C45-27B0-68DB-585384ABC8DC}"/>
              </a:ext>
            </a:extLst>
          </p:cNvPr>
          <p:cNvSpPr>
            <a:spLocks noGrp="1"/>
          </p:cNvSpPr>
          <p:nvPr>
            <p:ph type="title" hasCustomPrompt="1"/>
          </p:nvPr>
        </p:nvSpPr>
        <p:spPr>
          <a:xfrm>
            <a:off x="413247" y="1895312"/>
            <a:ext cx="5303520" cy="1645920"/>
          </a:xfrm>
        </p:spPr>
        <p:txBody>
          <a:bodyPr/>
          <a:lstStyle>
            <a:lvl1pPr>
              <a:spcAft>
                <a:spcPts val="300"/>
              </a:spcAft>
              <a:defRPr lang="en-US" sz="4800" kern="1200" dirty="0">
                <a:solidFill>
                  <a:schemeClr val="accent3"/>
                </a:solidFill>
                <a:latin typeface="+mj-lt"/>
                <a:ea typeface="+mn-ea"/>
                <a:cs typeface="+mn-cs"/>
              </a:defRPr>
            </a:lvl1pPr>
          </a:lstStyle>
          <a:p>
            <a:pPr lvl="0"/>
            <a:r>
              <a:rPr lang="en-US"/>
              <a:t>Chapter title</a:t>
            </a:r>
            <a:br>
              <a:rPr lang="en-US"/>
            </a:br>
            <a:r>
              <a:rPr lang="en-US"/>
              <a:t>two lines</a:t>
            </a:r>
          </a:p>
        </p:txBody>
      </p:sp>
      <p:sp>
        <p:nvSpPr>
          <p:cNvPr id="4" name="Text Placeholder 8">
            <a:extLst>
              <a:ext uri="{FF2B5EF4-FFF2-40B4-BE49-F238E27FC236}">
                <a16:creationId xmlns:a16="http://schemas.microsoft.com/office/drawing/2014/main" id="{BE675D1B-83BC-E7E0-1E53-2B07142D9366}"/>
              </a:ext>
            </a:extLst>
          </p:cNvPr>
          <p:cNvSpPr>
            <a:spLocks noGrp="1"/>
          </p:cNvSpPr>
          <p:nvPr>
            <p:ph type="body" sz="quarter" idx="13" hasCustomPrompt="1"/>
          </p:nvPr>
        </p:nvSpPr>
        <p:spPr>
          <a:xfrm>
            <a:off x="390098" y="389618"/>
            <a:ext cx="1239122"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16</a:t>
            </a:r>
          </a:p>
        </p:txBody>
      </p:sp>
      <p:sp>
        <p:nvSpPr>
          <p:cNvPr id="9" name="Graphique 10" descr="Atos logo">
            <a:extLst>
              <a:ext uri="{FF2B5EF4-FFF2-40B4-BE49-F238E27FC236}">
                <a16:creationId xmlns:a16="http://schemas.microsoft.com/office/drawing/2014/main" id="{85F73F1A-DD6D-8A99-3BE3-33BEC9E07EBE}"/>
              </a:ext>
              <a:ext uri="{C183D7F6-B498-43B3-948B-1728B52AA6E4}">
                <adec:decorative xmlns:adec="http://schemas.microsoft.com/office/drawing/2017/decorative" val="0"/>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accent1"/>
          </a:solidFill>
          <a:ln w="5690" cap="flat">
            <a:noFill/>
            <a:prstDash val="solid"/>
            <a:miter/>
          </a:ln>
        </p:spPr>
        <p:txBody>
          <a:bodyPr rtlCol="0" anchor="ctr"/>
          <a:lstStyle/>
          <a:p>
            <a:endParaRPr lang="fr-FR"/>
          </a:p>
        </p:txBody>
      </p:sp>
      <p:sp>
        <p:nvSpPr>
          <p:cNvPr id="8" name="Picture Placeholder 8">
            <a:extLst>
              <a:ext uri="{FF2B5EF4-FFF2-40B4-BE49-F238E27FC236}">
                <a16:creationId xmlns:a16="http://schemas.microsoft.com/office/drawing/2014/main" id="{46A8A744-A160-60B3-78F8-D34443F2EFCC}"/>
              </a:ext>
              <a:ext uri="{C183D7F6-B498-43B3-948B-1728B52AA6E4}">
                <adec:decorative xmlns:adec="http://schemas.microsoft.com/office/drawing/2017/decorative" val="1"/>
              </a:ext>
            </a:extLst>
          </p:cNvPr>
          <p:cNvSpPr>
            <a:spLocks noGrp="1" noChangeAspect="1"/>
          </p:cNvSpPr>
          <p:nvPr>
            <p:ph type="pic" sz="quarter" idx="11"/>
          </p:nvPr>
        </p:nvSpPr>
        <p:spPr>
          <a:xfrm>
            <a:off x="5881682" y="1155380"/>
            <a:ext cx="4953006" cy="4953006"/>
          </a:xfrm>
          <a:custGeom>
            <a:avLst/>
            <a:gdLst>
              <a:gd name="connsiteX0" fmla="*/ 2476503 w 4953006"/>
              <a:gd name="connsiteY0" fmla="*/ 0 h 4953006"/>
              <a:gd name="connsiteX1" fmla="*/ 4953006 w 4953006"/>
              <a:gd name="connsiteY1" fmla="*/ 2476503 h 4953006"/>
              <a:gd name="connsiteX2" fmla="*/ 2476503 w 4953006"/>
              <a:gd name="connsiteY2" fmla="*/ 4953006 h 4953006"/>
              <a:gd name="connsiteX3" fmla="*/ 0 w 4953006"/>
              <a:gd name="connsiteY3" fmla="*/ 2476503 h 4953006"/>
              <a:gd name="connsiteX4" fmla="*/ 2476503 w 4953006"/>
              <a:gd name="connsiteY4" fmla="*/ 0 h 49530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53006" h="4953006">
                <a:moveTo>
                  <a:pt x="2476503" y="0"/>
                </a:moveTo>
                <a:cubicBezTo>
                  <a:pt x="3844238" y="0"/>
                  <a:pt x="4953006" y="1108768"/>
                  <a:pt x="4953006" y="2476503"/>
                </a:cubicBezTo>
                <a:cubicBezTo>
                  <a:pt x="4953006" y="3844238"/>
                  <a:pt x="3844238" y="4953006"/>
                  <a:pt x="2476503" y="4953006"/>
                </a:cubicBezTo>
                <a:cubicBezTo>
                  <a:pt x="1108768" y="4953006"/>
                  <a:pt x="0" y="3844238"/>
                  <a:pt x="0" y="2476503"/>
                </a:cubicBezTo>
                <a:cubicBezTo>
                  <a:pt x="0" y="1108768"/>
                  <a:pt x="1108768" y="0"/>
                  <a:pt x="2476503" y="0"/>
                </a:cubicBezTo>
                <a:close/>
              </a:path>
            </a:pathLst>
          </a:custGeom>
        </p:spPr>
        <p:txBody>
          <a:bodyPr wrap="square" tIns="822960" bIns="0" anchor="ctr">
            <a:noAutofit/>
          </a:bodyPr>
          <a:lstStyle>
            <a:lvl1pPr marL="0" indent="0" algn="ctr">
              <a:buNone/>
              <a:defRPr>
                <a:solidFill>
                  <a:schemeClr val="accent3"/>
                </a:solidFill>
              </a:defRPr>
            </a:lvl1pPr>
          </a:lstStyle>
          <a:p>
            <a:r>
              <a:rPr lang="fr-FR"/>
              <a:t>Cliquez sur l'icône pour ajouter une image</a:t>
            </a:r>
            <a:endParaRPr lang="en-US"/>
          </a:p>
        </p:txBody>
      </p:sp>
    </p:spTree>
    <p:extLst>
      <p:ext uri="{BB962C8B-B14F-4D97-AF65-F5344CB8AC3E}">
        <p14:creationId xmlns:p14="http://schemas.microsoft.com/office/powerpoint/2010/main" val="2589919995"/>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showMasterSp="0" preserve="1" userDrawn="1">
  <p:cSld name="Chapter 17">
    <p:bg>
      <p:bgPr>
        <a:solidFill>
          <a:schemeClr val="accent2"/>
        </a:solidFill>
        <a:effectLst/>
      </p:bgPr>
    </p:bg>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89337D3C-6EE3-DFF9-3593-E73BB9D9C93E}"/>
              </a:ext>
              <a:ext uri="{C183D7F6-B498-43B3-948B-1728B52AA6E4}">
                <adec:decorative xmlns:adec="http://schemas.microsoft.com/office/drawing/2017/decorative" val="1"/>
              </a:ext>
            </a:extLst>
          </p:cNvPr>
          <p:cNvGrpSpPr/>
          <p:nvPr userDrawn="1"/>
        </p:nvGrpSpPr>
        <p:grpSpPr>
          <a:xfrm>
            <a:off x="4200521" y="-2381"/>
            <a:ext cx="7991480" cy="6860381"/>
            <a:chOff x="4200521" y="-2381"/>
            <a:chExt cx="7991480" cy="6860381"/>
          </a:xfrm>
        </p:grpSpPr>
        <p:pic>
          <p:nvPicPr>
            <p:cNvPr id="5" name="Graphic 4">
              <a:extLst>
                <a:ext uri="{FF2B5EF4-FFF2-40B4-BE49-F238E27FC236}">
                  <a16:creationId xmlns:a16="http://schemas.microsoft.com/office/drawing/2014/main" id="{CDA6CBF3-7602-B5B1-8FCA-80503408D4F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2406"/>
            <a:stretch>
              <a:fillRect/>
            </a:stretch>
          </p:blipFill>
          <p:spPr>
            <a:xfrm rot="16200000">
              <a:off x="4666295" y="3166109"/>
              <a:ext cx="3226117" cy="4157665"/>
            </a:xfrm>
            <a:custGeom>
              <a:avLst/>
              <a:gdLst>
                <a:gd name="connsiteX0" fmla="*/ 3226117 w 3226117"/>
                <a:gd name="connsiteY0" fmla="*/ 0 h 4157665"/>
                <a:gd name="connsiteX1" fmla="*/ 3226117 w 3226117"/>
                <a:gd name="connsiteY1" fmla="*/ 4157665 h 4157665"/>
                <a:gd name="connsiteX2" fmla="*/ 0 w 3226117"/>
                <a:gd name="connsiteY2" fmla="*/ 4157665 h 4157665"/>
                <a:gd name="connsiteX3" fmla="*/ 0 w 3226117"/>
                <a:gd name="connsiteY3" fmla="*/ 0 h 4157665"/>
              </a:gdLst>
              <a:ahLst/>
              <a:cxnLst>
                <a:cxn ang="0">
                  <a:pos x="connsiteX0" y="connsiteY0"/>
                </a:cxn>
                <a:cxn ang="0">
                  <a:pos x="connsiteX1" y="connsiteY1"/>
                </a:cxn>
                <a:cxn ang="0">
                  <a:pos x="connsiteX2" y="connsiteY2"/>
                </a:cxn>
                <a:cxn ang="0">
                  <a:pos x="connsiteX3" y="connsiteY3"/>
                </a:cxn>
              </a:cxnLst>
              <a:rect l="l" t="t" r="r" b="b"/>
              <a:pathLst>
                <a:path w="3226117" h="4157665">
                  <a:moveTo>
                    <a:pt x="3226117" y="0"/>
                  </a:moveTo>
                  <a:lnTo>
                    <a:pt x="3226117" y="4157665"/>
                  </a:lnTo>
                  <a:lnTo>
                    <a:pt x="0" y="4157665"/>
                  </a:lnTo>
                  <a:lnTo>
                    <a:pt x="0" y="0"/>
                  </a:lnTo>
                  <a:close/>
                </a:path>
              </a:pathLst>
            </a:custGeom>
          </p:spPr>
        </p:pic>
        <p:pic>
          <p:nvPicPr>
            <p:cNvPr id="6" name="Graphic 5">
              <a:extLst>
                <a:ext uri="{FF2B5EF4-FFF2-40B4-BE49-F238E27FC236}">
                  <a16:creationId xmlns:a16="http://schemas.microsoft.com/office/drawing/2014/main" id="{0DA6D067-2DE0-C942-E1E6-049D761FACEF}"/>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7789" t="12589"/>
            <a:stretch>
              <a:fillRect/>
            </a:stretch>
          </p:blipFill>
          <p:spPr>
            <a:xfrm flipH="1">
              <a:off x="8358186" y="-2381"/>
              <a:ext cx="3833815" cy="3634264"/>
            </a:xfrm>
            <a:custGeom>
              <a:avLst/>
              <a:gdLst>
                <a:gd name="connsiteX0" fmla="*/ 3833815 w 3833815"/>
                <a:gd name="connsiteY0" fmla="*/ 0 h 3634264"/>
                <a:gd name="connsiteX1" fmla="*/ 0 w 3833815"/>
                <a:gd name="connsiteY1" fmla="*/ 0 h 3634264"/>
                <a:gd name="connsiteX2" fmla="*/ 0 w 3833815"/>
                <a:gd name="connsiteY2" fmla="*/ 3634264 h 3634264"/>
                <a:gd name="connsiteX3" fmla="*/ 3833815 w 3833815"/>
                <a:gd name="connsiteY3" fmla="*/ 3634264 h 3634264"/>
              </a:gdLst>
              <a:ahLst/>
              <a:cxnLst>
                <a:cxn ang="0">
                  <a:pos x="connsiteX0" y="connsiteY0"/>
                </a:cxn>
                <a:cxn ang="0">
                  <a:pos x="connsiteX1" y="connsiteY1"/>
                </a:cxn>
                <a:cxn ang="0">
                  <a:pos x="connsiteX2" y="connsiteY2"/>
                </a:cxn>
                <a:cxn ang="0">
                  <a:pos x="connsiteX3" y="connsiteY3"/>
                </a:cxn>
              </a:cxnLst>
              <a:rect l="l" t="t" r="r" b="b"/>
              <a:pathLst>
                <a:path w="3833815" h="3634264">
                  <a:moveTo>
                    <a:pt x="3833815" y="0"/>
                  </a:moveTo>
                  <a:lnTo>
                    <a:pt x="0" y="0"/>
                  </a:lnTo>
                  <a:lnTo>
                    <a:pt x="0" y="3634264"/>
                  </a:lnTo>
                  <a:lnTo>
                    <a:pt x="3833815" y="3634264"/>
                  </a:lnTo>
                  <a:close/>
                </a:path>
              </a:pathLst>
            </a:custGeom>
          </p:spPr>
        </p:pic>
      </p:grpSp>
      <p:sp>
        <p:nvSpPr>
          <p:cNvPr id="3" name="Title 4">
            <a:extLst>
              <a:ext uri="{FF2B5EF4-FFF2-40B4-BE49-F238E27FC236}">
                <a16:creationId xmlns:a16="http://schemas.microsoft.com/office/drawing/2014/main" id="{8A65E7CC-08F0-C4B0-F2BB-DB3DF4345688}"/>
              </a:ext>
            </a:extLst>
          </p:cNvPr>
          <p:cNvSpPr>
            <a:spLocks noGrp="1"/>
          </p:cNvSpPr>
          <p:nvPr>
            <p:ph type="title" hasCustomPrompt="1"/>
          </p:nvPr>
        </p:nvSpPr>
        <p:spPr>
          <a:xfrm>
            <a:off x="413247" y="1895312"/>
            <a:ext cx="5303520" cy="1645920"/>
          </a:xfrm>
        </p:spPr>
        <p:txBody>
          <a:bodyPr/>
          <a:lstStyle>
            <a:lvl1pPr>
              <a:spcAft>
                <a:spcPts val="300"/>
              </a:spcAft>
              <a:defRPr lang="en-US" sz="4800" kern="1200" dirty="0">
                <a:solidFill>
                  <a:schemeClr val="accent3"/>
                </a:solidFill>
                <a:latin typeface="+mj-lt"/>
                <a:ea typeface="+mn-ea"/>
                <a:cs typeface="+mn-cs"/>
              </a:defRPr>
            </a:lvl1pPr>
          </a:lstStyle>
          <a:p>
            <a:pPr lvl="0"/>
            <a:r>
              <a:rPr lang="en-US"/>
              <a:t>Chapter title</a:t>
            </a:r>
            <a:br>
              <a:rPr lang="en-US"/>
            </a:br>
            <a:r>
              <a:rPr lang="en-US"/>
              <a:t>two lines</a:t>
            </a:r>
          </a:p>
        </p:txBody>
      </p:sp>
      <p:sp>
        <p:nvSpPr>
          <p:cNvPr id="10" name="Text Placeholder 8">
            <a:extLst>
              <a:ext uri="{FF2B5EF4-FFF2-40B4-BE49-F238E27FC236}">
                <a16:creationId xmlns:a16="http://schemas.microsoft.com/office/drawing/2014/main" id="{CC9DB672-DE0F-6DFC-88E9-FA4AABF53073}"/>
              </a:ext>
            </a:extLst>
          </p:cNvPr>
          <p:cNvSpPr>
            <a:spLocks noGrp="1"/>
          </p:cNvSpPr>
          <p:nvPr>
            <p:ph type="body" sz="quarter" idx="13" hasCustomPrompt="1"/>
          </p:nvPr>
        </p:nvSpPr>
        <p:spPr>
          <a:xfrm>
            <a:off x="390098" y="389618"/>
            <a:ext cx="1139736"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17</a:t>
            </a:r>
          </a:p>
        </p:txBody>
      </p:sp>
      <p:sp>
        <p:nvSpPr>
          <p:cNvPr id="9" name="Graphique 10" descr="Atos logo">
            <a:extLst>
              <a:ext uri="{FF2B5EF4-FFF2-40B4-BE49-F238E27FC236}">
                <a16:creationId xmlns:a16="http://schemas.microsoft.com/office/drawing/2014/main" id="{85F73F1A-DD6D-8A99-3BE3-33BEC9E07EBE}"/>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8" name="Picture Placeholder 8">
            <a:extLst>
              <a:ext uri="{FF2B5EF4-FFF2-40B4-BE49-F238E27FC236}">
                <a16:creationId xmlns:a16="http://schemas.microsoft.com/office/drawing/2014/main" id="{46A8A744-A160-60B3-78F8-D34443F2EFCC}"/>
              </a:ext>
              <a:ext uri="{C183D7F6-B498-43B3-948B-1728B52AA6E4}">
                <adec:decorative xmlns:adec="http://schemas.microsoft.com/office/drawing/2017/decorative" val="1"/>
              </a:ext>
            </a:extLst>
          </p:cNvPr>
          <p:cNvSpPr>
            <a:spLocks noGrp="1" noChangeAspect="1"/>
          </p:cNvSpPr>
          <p:nvPr>
            <p:ph type="pic" sz="quarter" idx="11"/>
          </p:nvPr>
        </p:nvSpPr>
        <p:spPr>
          <a:xfrm>
            <a:off x="5881682" y="1155380"/>
            <a:ext cx="4953006" cy="4953006"/>
          </a:xfrm>
          <a:custGeom>
            <a:avLst/>
            <a:gdLst>
              <a:gd name="connsiteX0" fmla="*/ 2476503 w 4953006"/>
              <a:gd name="connsiteY0" fmla="*/ 0 h 4953006"/>
              <a:gd name="connsiteX1" fmla="*/ 4953006 w 4953006"/>
              <a:gd name="connsiteY1" fmla="*/ 2476503 h 4953006"/>
              <a:gd name="connsiteX2" fmla="*/ 2476503 w 4953006"/>
              <a:gd name="connsiteY2" fmla="*/ 4953006 h 4953006"/>
              <a:gd name="connsiteX3" fmla="*/ 0 w 4953006"/>
              <a:gd name="connsiteY3" fmla="*/ 2476503 h 4953006"/>
              <a:gd name="connsiteX4" fmla="*/ 2476503 w 4953006"/>
              <a:gd name="connsiteY4" fmla="*/ 0 h 49530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53006" h="4953006">
                <a:moveTo>
                  <a:pt x="2476503" y="0"/>
                </a:moveTo>
                <a:cubicBezTo>
                  <a:pt x="3844238" y="0"/>
                  <a:pt x="4953006" y="1108768"/>
                  <a:pt x="4953006" y="2476503"/>
                </a:cubicBezTo>
                <a:cubicBezTo>
                  <a:pt x="4953006" y="3844238"/>
                  <a:pt x="3844238" y="4953006"/>
                  <a:pt x="2476503" y="4953006"/>
                </a:cubicBezTo>
                <a:cubicBezTo>
                  <a:pt x="1108768" y="4953006"/>
                  <a:pt x="0" y="3844238"/>
                  <a:pt x="0" y="2476503"/>
                </a:cubicBezTo>
                <a:cubicBezTo>
                  <a:pt x="0" y="1108768"/>
                  <a:pt x="1108768" y="0"/>
                  <a:pt x="2476503" y="0"/>
                </a:cubicBezTo>
                <a:close/>
              </a:path>
            </a:pathLst>
          </a:custGeom>
        </p:spPr>
        <p:txBody>
          <a:bodyPr wrap="square" tIns="822960" bIns="0" anchor="ctr">
            <a:noAutofit/>
          </a:bodyPr>
          <a:lstStyle>
            <a:lvl1pPr marL="0" indent="0" algn="ctr">
              <a:buNone/>
              <a:defRPr>
                <a:solidFill>
                  <a:schemeClr val="accent3"/>
                </a:solidFill>
              </a:defRPr>
            </a:lvl1pPr>
          </a:lstStyle>
          <a:p>
            <a:r>
              <a:rPr lang="fr-FR"/>
              <a:t>Cliquez sur l'icône pour ajouter une image</a:t>
            </a:r>
            <a:endParaRPr lang="en-US"/>
          </a:p>
        </p:txBody>
      </p:sp>
    </p:spTree>
    <p:extLst>
      <p:ext uri="{BB962C8B-B14F-4D97-AF65-F5344CB8AC3E}">
        <p14:creationId xmlns:p14="http://schemas.microsoft.com/office/powerpoint/2010/main" val="3371487578"/>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showMasterSp="0" preserve="1" userDrawn="1">
  <p:cSld name="Chapter 18">
    <p:bg>
      <p:bgPr>
        <a:solidFill>
          <a:schemeClr val="accent1"/>
        </a:solidFill>
        <a:effectLst/>
      </p:bgPr>
    </p:bg>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35A83F88-05FA-AF34-DCE0-A312CE87D328}"/>
              </a:ext>
              <a:ext uri="{C183D7F6-B498-43B3-948B-1728B52AA6E4}">
                <adec:decorative xmlns:adec="http://schemas.microsoft.com/office/drawing/2017/decorative" val="1"/>
              </a:ext>
            </a:extLst>
          </p:cNvPr>
          <p:cNvGrpSpPr/>
          <p:nvPr userDrawn="1"/>
        </p:nvGrpSpPr>
        <p:grpSpPr>
          <a:xfrm>
            <a:off x="4200521" y="-2381"/>
            <a:ext cx="7991480" cy="6860381"/>
            <a:chOff x="4200521" y="-2381"/>
            <a:chExt cx="7991480" cy="6860381"/>
          </a:xfrm>
        </p:grpSpPr>
        <p:pic>
          <p:nvPicPr>
            <p:cNvPr id="5" name="Graphic 4">
              <a:extLst>
                <a:ext uri="{FF2B5EF4-FFF2-40B4-BE49-F238E27FC236}">
                  <a16:creationId xmlns:a16="http://schemas.microsoft.com/office/drawing/2014/main" id="{CDA6CBF3-7602-B5B1-8FCA-80503408D4F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2406"/>
            <a:stretch>
              <a:fillRect/>
            </a:stretch>
          </p:blipFill>
          <p:spPr>
            <a:xfrm rot="16200000">
              <a:off x="4666295" y="3166109"/>
              <a:ext cx="3226117" cy="4157665"/>
            </a:xfrm>
            <a:custGeom>
              <a:avLst/>
              <a:gdLst>
                <a:gd name="connsiteX0" fmla="*/ 3226117 w 3226117"/>
                <a:gd name="connsiteY0" fmla="*/ 0 h 4157665"/>
                <a:gd name="connsiteX1" fmla="*/ 3226117 w 3226117"/>
                <a:gd name="connsiteY1" fmla="*/ 4157665 h 4157665"/>
                <a:gd name="connsiteX2" fmla="*/ 0 w 3226117"/>
                <a:gd name="connsiteY2" fmla="*/ 4157665 h 4157665"/>
                <a:gd name="connsiteX3" fmla="*/ 0 w 3226117"/>
                <a:gd name="connsiteY3" fmla="*/ 0 h 4157665"/>
              </a:gdLst>
              <a:ahLst/>
              <a:cxnLst>
                <a:cxn ang="0">
                  <a:pos x="connsiteX0" y="connsiteY0"/>
                </a:cxn>
                <a:cxn ang="0">
                  <a:pos x="connsiteX1" y="connsiteY1"/>
                </a:cxn>
                <a:cxn ang="0">
                  <a:pos x="connsiteX2" y="connsiteY2"/>
                </a:cxn>
                <a:cxn ang="0">
                  <a:pos x="connsiteX3" y="connsiteY3"/>
                </a:cxn>
              </a:cxnLst>
              <a:rect l="l" t="t" r="r" b="b"/>
              <a:pathLst>
                <a:path w="3226117" h="4157665">
                  <a:moveTo>
                    <a:pt x="3226117" y="0"/>
                  </a:moveTo>
                  <a:lnTo>
                    <a:pt x="3226117" y="4157665"/>
                  </a:lnTo>
                  <a:lnTo>
                    <a:pt x="0" y="4157665"/>
                  </a:lnTo>
                  <a:lnTo>
                    <a:pt x="0" y="0"/>
                  </a:lnTo>
                  <a:close/>
                </a:path>
              </a:pathLst>
            </a:custGeom>
          </p:spPr>
        </p:pic>
        <p:pic>
          <p:nvPicPr>
            <p:cNvPr id="6" name="Graphic 5">
              <a:extLst>
                <a:ext uri="{FF2B5EF4-FFF2-40B4-BE49-F238E27FC236}">
                  <a16:creationId xmlns:a16="http://schemas.microsoft.com/office/drawing/2014/main" id="{0DA6D067-2DE0-C942-E1E6-049D761FACEF}"/>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7789" t="12589"/>
            <a:stretch>
              <a:fillRect/>
            </a:stretch>
          </p:blipFill>
          <p:spPr>
            <a:xfrm flipH="1">
              <a:off x="8358186" y="-2381"/>
              <a:ext cx="3833815" cy="3634264"/>
            </a:xfrm>
            <a:custGeom>
              <a:avLst/>
              <a:gdLst>
                <a:gd name="connsiteX0" fmla="*/ 3833815 w 3833815"/>
                <a:gd name="connsiteY0" fmla="*/ 0 h 3634264"/>
                <a:gd name="connsiteX1" fmla="*/ 0 w 3833815"/>
                <a:gd name="connsiteY1" fmla="*/ 0 h 3634264"/>
                <a:gd name="connsiteX2" fmla="*/ 0 w 3833815"/>
                <a:gd name="connsiteY2" fmla="*/ 3634264 h 3634264"/>
                <a:gd name="connsiteX3" fmla="*/ 3833815 w 3833815"/>
                <a:gd name="connsiteY3" fmla="*/ 3634264 h 3634264"/>
              </a:gdLst>
              <a:ahLst/>
              <a:cxnLst>
                <a:cxn ang="0">
                  <a:pos x="connsiteX0" y="connsiteY0"/>
                </a:cxn>
                <a:cxn ang="0">
                  <a:pos x="connsiteX1" y="connsiteY1"/>
                </a:cxn>
                <a:cxn ang="0">
                  <a:pos x="connsiteX2" y="connsiteY2"/>
                </a:cxn>
                <a:cxn ang="0">
                  <a:pos x="connsiteX3" y="connsiteY3"/>
                </a:cxn>
              </a:cxnLst>
              <a:rect l="l" t="t" r="r" b="b"/>
              <a:pathLst>
                <a:path w="3833815" h="3634264">
                  <a:moveTo>
                    <a:pt x="3833815" y="0"/>
                  </a:moveTo>
                  <a:lnTo>
                    <a:pt x="0" y="0"/>
                  </a:lnTo>
                  <a:lnTo>
                    <a:pt x="0" y="3634264"/>
                  </a:lnTo>
                  <a:lnTo>
                    <a:pt x="3833815" y="3634264"/>
                  </a:lnTo>
                  <a:close/>
                </a:path>
              </a:pathLst>
            </a:custGeom>
          </p:spPr>
        </p:pic>
      </p:grpSp>
      <p:sp>
        <p:nvSpPr>
          <p:cNvPr id="3" name="Title 4">
            <a:extLst>
              <a:ext uri="{FF2B5EF4-FFF2-40B4-BE49-F238E27FC236}">
                <a16:creationId xmlns:a16="http://schemas.microsoft.com/office/drawing/2014/main" id="{33E154DC-8BCE-9D1C-D10A-AFFD726767B0}"/>
              </a:ext>
            </a:extLst>
          </p:cNvPr>
          <p:cNvSpPr>
            <a:spLocks noGrp="1"/>
          </p:cNvSpPr>
          <p:nvPr>
            <p:ph type="title" hasCustomPrompt="1"/>
          </p:nvPr>
        </p:nvSpPr>
        <p:spPr>
          <a:xfrm>
            <a:off x="413247" y="1895312"/>
            <a:ext cx="5303520" cy="1645920"/>
          </a:xfrm>
        </p:spPr>
        <p:txBody>
          <a:bodyPr/>
          <a:lstStyle>
            <a:lvl1pPr>
              <a:spcAft>
                <a:spcPts val="300"/>
              </a:spcAft>
              <a:defRPr lang="en-US" sz="4800" kern="1200" dirty="0">
                <a:solidFill>
                  <a:schemeClr val="bg1"/>
                </a:solidFill>
                <a:latin typeface="+mj-lt"/>
                <a:ea typeface="+mn-ea"/>
                <a:cs typeface="+mn-cs"/>
              </a:defRPr>
            </a:lvl1pPr>
          </a:lstStyle>
          <a:p>
            <a:pPr lvl="0"/>
            <a:r>
              <a:rPr lang="en-US"/>
              <a:t>Chapter title</a:t>
            </a:r>
            <a:br>
              <a:rPr lang="en-US"/>
            </a:br>
            <a:r>
              <a:rPr lang="en-US"/>
              <a:t>two lines</a:t>
            </a:r>
          </a:p>
        </p:txBody>
      </p:sp>
      <p:sp>
        <p:nvSpPr>
          <p:cNvPr id="10" name="Text Placeholder 8">
            <a:extLst>
              <a:ext uri="{FF2B5EF4-FFF2-40B4-BE49-F238E27FC236}">
                <a16:creationId xmlns:a16="http://schemas.microsoft.com/office/drawing/2014/main" id="{78041AAF-1E78-0F21-4AE5-20C76BCD5741}"/>
              </a:ext>
            </a:extLst>
          </p:cNvPr>
          <p:cNvSpPr>
            <a:spLocks noGrp="1"/>
          </p:cNvSpPr>
          <p:nvPr>
            <p:ph type="body" sz="quarter" idx="13" hasCustomPrompt="1"/>
          </p:nvPr>
        </p:nvSpPr>
        <p:spPr>
          <a:xfrm>
            <a:off x="390098" y="389618"/>
            <a:ext cx="1239122"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18</a:t>
            </a:r>
          </a:p>
        </p:txBody>
      </p:sp>
      <p:sp>
        <p:nvSpPr>
          <p:cNvPr id="9" name="Graphique 10" descr="Atos logo">
            <a:extLst>
              <a:ext uri="{FF2B5EF4-FFF2-40B4-BE49-F238E27FC236}">
                <a16:creationId xmlns:a16="http://schemas.microsoft.com/office/drawing/2014/main" id="{85F73F1A-DD6D-8A99-3BE3-33BEC9E07EBE}"/>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8" name="Picture Placeholder 8">
            <a:extLst>
              <a:ext uri="{FF2B5EF4-FFF2-40B4-BE49-F238E27FC236}">
                <a16:creationId xmlns:a16="http://schemas.microsoft.com/office/drawing/2014/main" id="{46A8A744-A160-60B3-78F8-D34443F2EFCC}"/>
              </a:ext>
              <a:ext uri="{C183D7F6-B498-43B3-948B-1728B52AA6E4}">
                <adec:decorative xmlns:adec="http://schemas.microsoft.com/office/drawing/2017/decorative" val="1"/>
              </a:ext>
            </a:extLst>
          </p:cNvPr>
          <p:cNvSpPr>
            <a:spLocks noGrp="1" noChangeAspect="1"/>
          </p:cNvSpPr>
          <p:nvPr>
            <p:ph type="pic" sz="quarter" idx="11"/>
          </p:nvPr>
        </p:nvSpPr>
        <p:spPr>
          <a:xfrm>
            <a:off x="5881682" y="1155380"/>
            <a:ext cx="4953006" cy="4953006"/>
          </a:xfrm>
          <a:custGeom>
            <a:avLst/>
            <a:gdLst>
              <a:gd name="connsiteX0" fmla="*/ 2476503 w 4953006"/>
              <a:gd name="connsiteY0" fmla="*/ 0 h 4953006"/>
              <a:gd name="connsiteX1" fmla="*/ 4953006 w 4953006"/>
              <a:gd name="connsiteY1" fmla="*/ 2476503 h 4953006"/>
              <a:gd name="connsiteX2" fmla="*/ 2476503 w 4953006"/>
              <a:gd name="connsiteY2" fmla="*/ 4953006 h 4953006"/>
              <a:gd name="connsiteX3" fmla="*/ 0 w 4953006"/>
              <a:gd name="connsiteY3" fmla="*/ 2476503 h 4953006"/>
              <a:gd name="connsiteX4" fmla="*/ 2476503 w 4953006"/>
              <a:gd name="connsiteY4" fmla="*/ 0 h 49530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53006" h="4953006">
                <a:moveTo>
                  <a:pt x="2476503" y="0"/>
                </a:moveTo>
                <a:cubicBezTo>
                  <a:pt x="3844238" y="0"/>
                  <a:pt x="4953006" y="1108768"/>
                  <a:pt x="4953006" y="2476503"/>
                </a:cubicBezTo>
                <a:cubicBezTo>
                  <a:pt x="4953006" y="3844238"/>
                  <a:pt x="3844238" y="4953006"/>
                  <a:pt x="2476503" y="4953006"/>
                </a:cubicBezTo>
                <a:cubicBezTo>
                  <a:pt x="1108768" y="4953006"/>
                  <a:pt x="0" y="3844238"/>
                  <a:pt x="0" y="2476503"/>
                </a:cubicBezTo>
                <a:cubicBezTo>
                  <a:pt x="0" y="1108768"/>
                  <a:pt x="1108768" y="0"/>
                  <a:pt x="2476503" y="0"/>
                </a:cubicBezTo>
                <a:close/>
              </a:path>
            </a:pathLst>
          </a:custGeom>
        </p:spPr>
        <p:txBody>
          <a:bodyPr wrap="square" tIns="822960" bIns="0" anchor="ctr">
            <a:noAutofit/>
          </a:bodyPr>
          <a:lstStyle>
            <a:lvl1pPr marL="0" indent="0" algn="ctr">
              <a:buNone/>
              <a:defRPr>
                <a:solidFill>
                  <a:schemeClr val="bg1"/>
                </a:solidFill>
              </a:defRPr>
            </a:lvl1pPr>
          </a:lstStyle>
          <a:p>
            <a:r>
              <a:rPr lang="fr-FR"/>
              <a:t>Cliquez sur l'icône pour ajouter une image</a:t>
            </a:r>
            <a:endParaRPr lang="en-US"/>
          </a:p>
        </p:txBody>
      </p:sp>
    </p:spTree>
    <p:extLst>
      <p:ext uri="{BB962C8B-B14F-4D97-AF65-F5344CB8AC3E}">
        <p14:creationId xmlns:p14="http://schemas.microsoft.com/office/powerpoint/2010/main" val="3979864849"/>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showMasterSp="0" preserve="1" userDrawn="1">
  <p:cSld name="Chapter 19">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C2BC0963-42C7-7862-38D1-2147A16C2299}"/>
              </a:ext>
              <a:ext uri="{C183D7F6-B498-43B3-948B-1728B52AA6E4}">
                <adec:decorative xmlns:adec="http://schemas.microsoft.com/office/drawing/2017/decorative" val="1"/>
              </a:ext>
            </a:extLst>
          </p:cNvPr>
          <p:cNvGrpSpPr/>
          <p:nvPr userDrawn="1"/>
        </p:nvGrpSpPr>
        <p:grpSpPr>
          <a:xfrm>
            <a:off x="2" y="0"/>
            <a:ext cx="7896674" cy="6858000"/>
            <a:chOff x="2" y="0"/>
            <a:chExt cx="7896674" cy="6858000"/>
          </a:xfrm>
        </p:grpSpPr>
        <p:pic>
          <p:nvPicPr>
            <p:cNvPr id="5" name="Graphic 4">
              <a:extLst>
                <a:ext uri="{FF2B5EF4-FFF2-40B4-BE49-F238E27FC236}">
                  <a16:creationId xmlns:a16="http://schemas.microsoft.com/office/drawing/2014/main" id="{CDA6CBF3-7602-B5B1-8FCA-80503408D4F6}"/>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2407" t="10069"/>
            <a:stretch/>
          </p:blipFill>
          <p:spPr>
            <a:xfrm rot="16200000">
              <a:off x="256450" y="3375434"/>
              <a:ext cx="3226118" cy="3739014"/>
            </a:xfrm>
            <a:custGeom>
              <a:avLst/>
              <a:gdLst>
                <a:gd name="connsiteX0" fmla="*/ 3226117 w 3226117"/>
                <a:gd name="connsiteY0" fmla="*/ 0 h 4157665"/>
                <a:gd name="connsiteX1" fmla="*/ 3226117 w 3226117"/>
                <a:gd name="connsiteY1" fmla="*/ 4157665 h 4157665"/>
                <a:gd name="connsiteX2" fmla="*/ 0 w 3226117"/>
                <a:gd name="connsiteY2" fmla="*/ 4157665 h 4157665"/>
                <a:gd name="connsiteX3" fmla="*/ 0 w 3226117"/>
                <a:gd name="connsiteY3" fmla="*/ 0 h 4157665"/>
              </a:gdLst>
              <a:ahLst/>
              <a:cxnLst>
                <a:cxn ang="0">
                  <a:pos x="connsiteX0" y="connsiteY0"/>
                </a:cxn>
                <a:cxn ang="0">
                  <a:pos x="connsiteX1" y="connsiteY1"/>
                </a:cxn>
                <a:cxn ang="0">
                  <a:pos x="connsiteX2" y="connsiteY2"/>
                </a:cxn>
                <a:cxn ang="0">
                  <a:pos x="connsiteX3" y="connsiteY3"/>
                </a:cxn>
              </a:cxnLst>
              <a:rect l="l" t="t" r="r" b="b"/>
              <a:pathLst>
                <a:path w="3226117" h="4157665">
                  <a:moveTo>
                    <a:pt x="3226117" y="0"/>
                  </a:moveTo>
                  <a:lnTo>
                    <a:pt x="3226117" y="4157665"/>
                  </a:lnTo>
                  <a:lnTo>
                    <a:pt x="0" y="4157665"/>
                  </a:lnTo>
                  <a:lnTo>
                    <a:pt x="0" y="0"/>
                  </a:lnTo>
                  <a:close/>
                </a:path>
              </a:pathLst>
            </a:custGeom>
          </p:spPr>
        </p:pic>
        <p:pic>
          <p:nvPicPr>
            <p:cNvPr id="6" name="Graphic 5">
              <a:extLst>
                <a:ext uri="{FF2B5EF4-FFF2-40B4-BE49-F238E27FC236}">
                  <a16:creationId xmlns:a16="http://schemas.microsoft.com/office/drawing/2014/main" id="{0DA6D067-2DE0-C942-E1E6-049D761FACEF}"/>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 t="12646" r="1" b="-1"/>
            <a:stretch/>
          </p:blipFill>
          <p:spPr>
            <a:xfrm flipH="1">
              <a:off x="3739012" y="0"/>
              <a:ext cx="4157664" cy="3631883"/>
            </a:xfrm>
            <a:custGeom>
              <a:avLst/>
              <a:gdLst>
                <a:gd name="connsiteX0" fmla="*/ 3833815 w 3833815"/>
                <a:gd name="connsiteY0" fmla="*/ 0 h 3634264"/>
                <a:gd name="connsiteX1" fmla="*/ 0 w 3833815"/>
                <a:gd name="connsiteY1" fmla="*/ 0 h 3634264"/>
                <a:gd name="connsiteX2" fmla="*/ 0 w 3833815"/>
                <a:gd name="connsiteY2" fmla="*/ 3634264 h 3634264"/>
                <a:gd name="connsiteX3" fmla="*/ 3833815 w 3833815"/>
                <a:gd name="connsiteY3" fmla="*/ 3634264 h 3634264"/>
              </a:gdLst>
              <a:ahLst/>
              <a:cxnLst>
                <a:cxn ang="0">
                  <a:pos x="connsiteX0" y="connsiteY0"/>
                </a:cxn>
                <a:cxn ang="0">
                  <a:pos x="connsiteX1" y="connsiteY1"/>
                </a:cxn>
                <a:cxn ang="0">
                  <a:pos x="connsiteX2" y="connsiteY2"/>
                </a:cxn>
                <a:cxn ang="0">
                  <a:pos x="connsiteX3" y="connsiteY3"/>
                </a:cxn>
              </a:cxnLst>
              <a:rect l="l" t="t" r="r" b="b"/>
              <a:pathLst>
                <a:path w="3833815" h="3634264">
                  <a:moveTo>
                    <a:pt x="3833815" y="0"/>
                  </a:moveTo>
                  <a:lnTo>
                    <a:pt x="0" y="0"/>
                  </a:lnTo>
                  <a:lnTo>
                    <a:pt x="0" y="3634264"/>
                  </a:lnTo>
                  <a:lnTo>
                    <a:pt x="3833815" y="3634264"/>
                  </a:lnTo>
                  <a:close/>
                </a:path>
              </a:pathLst>
            </a:custGeom>
          </p:spPr>
        </p:pic>
      </p:grpSp>
      <p:sp>
        <p:nvSpPr>
          <p:cNvPr id="4" name="Title 4">
            <a:extLst>
              <a:ext uri="{FF2B5EF4-FFF2-40B4-BE49-F238E27FC236}">
                <a16:creationId xmlns:a16="http://schemas.microsoft.com/office/drawing/2014/main" id="{2671FFCC-3929-E1DA-8F2E-E32CF841139F}"/>
              </a:ext>
            </a:extLst>
          </p:cNvPr>
          <p:cNvSpPr>
            <a:spLocks noGrp="1"/>
          </p:cNvSpPr>
          <p:nvPr>
            <p:ph type="title" hasCustomPrompt="1"/>
          </p:nvPr>
        </p:nvSpPr>
        <p:spPr>
          <a:xfrm>
            <a:off x="6470248" y="3940744"/>
            <a:ext cx="5303520" cy="1929384"/>
          </a:xfrm>
        </p:spPr>
        <p:txBody>
          <a:bodyPr/>
          <a:lstStyle>
            <a:lvl1pPr>
              <a:spcAft>
                <a:spcPts val="300"/>
              </a:spcAft>
              <a:defRPr lang="en-US" sz="4800" kern="1200" dirty="0">
                <a:solidFill>
                  <a:schemeClr val="accent3"/>
                </a:solidFill>
                <a:latin typeface="+mj-lt"/>
                <a:ea typeface="+mn-ea"/>
                <a:cs typeface="+mn-cs"/>
              </a:defRPr>
            </a:lvl1pPr>
          </a:lstStyle>
          <a:p>
            <a:pPr lvl="0"/>
            <a:r>
              <a:rPr lang="en-US"/>
              <a:t>Chapter title</a:t>
            </a:r>
            <a:br>
              <a:rPr lang="en-US"/>
            </a:br>
            <a:r>
              <a:rPr lang="en-US"/>
              <a:t>two lines</a:t>
            </a:r>
          </a:p>
        </p:txBody>
      </p:sp>
      <p:sp>
        <p:nvSpPr>
          <p:cNvPr id="7" name="Text Placeholder 8">
            <a:extLst>
              <a:ext uri="{FF2B5EF4-FFF2-40B4-BE49-F238E27FC236}">
                <a16:creationId xmlns:a16="http://schemas.microsoft.com/office/drawing/2014/main" id="{5BA9B582-97CC-75D1-FA39-FA434104B467}"/>
              </a:ext>
            </a:extLst>
          </p:cNvPr>
          <p:cNvSpPr>
            <a:spLocks noGrp="1"/>
          </p:cNvSpPr>
          <p:nvPr>
            <p:ph type="body" sz="quarter" idx="13" hasCustomPrompt="1"/>
          </p:nvPr>
        </p:nvSpPr>
        <p:spPr>
          <a:xfrm>
            <a:off x="390098" y="389618"/>
            <a:ext cx="1237518"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19</a:t>
            </a:r>
          </a:p>
        </p:txBody>
      </p:sp>
      <p:sp>
        <p:nvSpPr>
          <p:cNvPr id="3" name="Graphique 10" descr="Atos logo">
            <a:extLst>
              <a:ext uri="{FF2B5EF4-FFF2-40B4-BE49-F238E27FC236}">
                <a16:creationId xmlns:a16="http://schemas.microsoft.com/office/drawing/2014/main" id="{B6F2B5DA-CFB6-D9D3-F5F2-3D975C24C3BE}"/>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accent1"/>
          </a:solidFill>
          <a:ln w="5690" cap="flat">
            <a:noFill/>
            <a:prstDash val="solid"/>
            <a:miter/>
          </a:ln>
        </p:spPr>
        <p:txBody>
          <a:bodyPr rtlCol="0" anchor="ctr"/>
          <a:lstStyle/>
          <a:p>
            <a:endParaRPr lang="fr-FR"/>
          </a:p>
        </p:txBody>
      </p:sp>
      <p:sp>
        <p:nvSpPr>
          <p:cNvPr id="8" name="Picture Placeholder 8">
            <a:extLst>
              <a:ext uri="{FF2B5EF4-FFF2-40B4-BE49-F238E27FC236}">
                <a16:creationId xmlns:a16="http://schemas.microsoft.com/office/drawing/2014/main" id="{46A8A744-A160-60B3-78F8-D34443F2EFCC}"/>
              </a:ext>
              <a:ext uri="{C183D7F6-B498-43B3-948B-1728B52AA6E4}">
                <adec:decorative xmlns:adec="http://schemas.microsoft.com/office/drawing/2017/decorative" val="1"/>
              </a:ext>
            </a:extLst>
          </p:cNvPr>
          <p:cNvSpPr>
            <a:spLocks noGrp="1" noChangeAspect="1"/>
          </p:cNvSpPr>
          <p:nvPr>
            <p:ph type="pic" sz="quarter" idx="11"/>
          </p:nvPr>
        </p:nvSpPr>
        <p:spPr>
          <a:xfrm>
            <a:off x="1262510" y="1155380"/>
            <a:ext cx="4953006" cy="4953006"/>
          </a:xfrm>
          <a:custGeom>
            <a:avLst/>
            <a:gdLst>
              <a:gd name="connsiteX0" fmla="*/ 2476503 w 4953006"/>
              <a:gd name="connsiteY0" fmla="*/ 0 h 4953006"/>
              <a:gd name="connsiteX1" fmla="*/ 4953006 w 4953006"/>
              <a:gd name="connsiteY1" fmla="*/ 2476503 h 4953006"/>
              <a:gd name="connsiteX2" fmla="*/ 2476503 w 4953006"/>
              <a:gd name="connsiteY2" fmla="*/ 4953006 h 4953006"/>
              <a:gd name="connsiteX3" fmla="*/ 0 w 4953006"/>
              <a:gd name="connsiteY3" fmla="*/ 2476503 h 4953006"/>
              <a:gd name="connsiteX4" fmla="*/ 2476503 w 4953006"/>
              <a:gd name="connsiteY4" fmla="*/ 0 h 49530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53006" h="4953006">
                <a:moveTo>
                  <a:pt x="2476503" y="0"/>
                </a:moveTo>
                <a:cubicBezTo>
                  <a:pt x="3844238" y="0"/>
                  <a:pt x="4953006" y="1108768"/>
                  <a:pt x="4953006" y="2476503"/>
                </a:cubicBezTo>
                <a:cubicBezTo>
                  <a:pt x="4953006" y="3844238"/>
                  <a:pt x="3844238" y="4953006"/>
                  <a:pt x="2476503" y="4953006"/>
                </a:cubicBezTo>
                <a:cubicBezTo>
                  <a:pt x="1108768" y="4953006"/>
                  <a:pt x="0" y="3844238"/>
                  <a:pt x="0" y="2476503"/>
                </a:cubicBezTo>
                <a:cubicBezTo>
                  <a:pt x="0" y="1108768"/>
                  <a:pt x="1108768" y="0"/>
                  <a:pt x="2476503" y="0"/>
                </a:cubicBezTo>
                <a:close/>
              </a:path>
            </a:pathLst>
          </a:custGeom>
        </p:spPr>
        <p:txBody>
          <a:bodyPr wrap="square" tIns="822960" bIns="0" anchor="ctr">
            <a:noAutofit/>
          </a:bodyPr>
          <a:lstStyle>
            <a:lvl1pPr marL="0" indent="0" algn="ctr">
              <a:buNone/>
              <a:defRPr>
                <a:solidFill>
                  <a:schemeClr val="accent3"/>
                </a:solidFill>
              </a:defRPr>
            </a:lvl1pPr>
          </a:lstStyle>
          <a:p>
            <a:r>
              <a:rPr lang="fr-FR"/>
              <a:t>Cliquez sur l'icône pour ajouter une image</a:t>
            </a:r>
            <a:endParaRPr lang="en-US"/>
          </a:p>
        </p:txBody>
      </p:sp>
    </p:spTree>
    <p:extLst>
      <p:ext uri="{BB962C8B-B14F-4D97-AF65-F5344CB8AC3E}">
        <p14:creationId xmlns:p14="http://schemas.microsoft.com/office/powerpoint/2010/main" val="169034520"/>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showMasterSp="0" preserve="1" userDrawn="1">
  <p:cSld name="Chapter 20">
    <p:bg>
      <p:bgPr>
        <a:solidFill>
          <a:schemeClr val="accent2"/>
        </a:soli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22CEFB10-E83B-A5F4-595C-3E2F23A21542}"/>
              </a:ext>
              <a:ext uri="{C183D7F6-B498-43B3-948B-1728B52AA6E4}">
                <adec:decorative xmlns:adec="http://schemas.microsoft.com/office/drawing/2017/decorative" val="1"/>
              </a:ext>
            </a:extLst>
          </p:cNvPr>
          <p:cNvGrpSpPr/>
          <p:nvPr userDrawn="1"/>
        </p:nvGrpSpPr>
        <p:grpSpPr>
          <a:xfrm>
            <a:off x="2" y="0"/>
            <a:ext cx="7896674" cy="6858000"/>
            <a:chOff x="2" y="0"/>
            <a:chExt cx="7896674" cy="6858000"/>
          </a:xfrm>
        </p:grpSpPr>
        <p:pic>
          <p:nvPicPr>
            <p:cNvPr id="5" name="Graphic 4">
              <a:extLst>
                <a:ext uri="{FF2B5EF4-FFF2-40B4-BE49-F238E27FC236}">
                  <a16:creationId xmlns:a16="http://schemas.microsoft.com/office/drawing/2014/main" id="{CDA6CBF3-7602-B5B1-8FCA-80503408D4F6}"/>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2407" t="10069"/>
            <a:stretch/>
          </p:blipFill>
          <p:spPr>
            <a:xfrm rot="16200000">
              <a:off x="256450" y="3375434"/>
              <a:ext cx="3226118" cy="3739014"/>
            </a:xfrm>
            <a:custGeom>
              <a:avLst/>
              <a:gdLst>
                <a:gd name="connsiteX0" fmla="*/ 3226117 w 3226117"/>
                <a:gd name="connsiteY0" fmla="*/ 0 h 4157665"/>
                <a:gd name="connsiteX1" fmla="*/ 3226117 w 3226117"/>
                <a:gd name="connsiteY1" fmla="*/ 4157665 h 4157665"/>
                <a:gd name="connsiteX2" fmla="*/ 0 w 3226117"/>
                <a:gd name="connsiteY2" fmla="*/ 4157665 h 4157665"/>
                <a:gd name="connsiteX3" fmla="*/ 0 w 3226117"/>
                <a:gd name="connsiteY3" fmla="*/ 0 h 4157665"/>
              </a:gdLst>
              <a:ahLst/>
              <a:cxnLst>
                <a:cxn ang="0">
                  <a:pos x="connsiteX0" y="connsiteY0"/>
                </a:cxn>
                <a:cxn ang="0">
                  <a:pos x="connsiteX1" y="connsiteY1"/>
                </a:cxn>
                <a:cxn ang="0">
                  <a:pos x="connsiteX2" y="connsiteY2"/>
                </a:cxn>
                <a:cxn ang="0">
                  <a:pos x="connsiteX3" y="connsiteY3"/>
                </a:cxn>
              </a:cxnLst>
              <a:rect l="l" t="t" r="r" b="b"/>
              <a:pathLst>
                <a:path w="3226117" h="4157665">
                  <a:moveTo>
                    <a:pt x="3226117" y="0"/>
                  </a:moveTo>
                  <a:lnTo>
                    <a:pt x="3226117" y="4157665"/>
                  </a:lnTo>
                  <a:lnTo>
                    <a:pt x="0" y="4157665"/>
                  </a:lnTo>
                  <a:lnTo>
                    <a:pt x="0" y="0"/>
                  </a:lnTo>
                  <a:close/>
                </a:path>
              </a:pathLst>
            </a:custGeom>
          </p:spPr>
        </p:pic>
        <p:pic>
          <p:nvPicPr>
            <p:cNvPr id="6" name="Graphic 5">
              <a:extLst>
                <a:ext uri="{FF2B5EF4-FFF2-40B4-BE49-F238E27FC236}">
                  <a16:creationId xmlns:a16="http://schemas.microsoft.com/office/drawing/2014/main" id="{0DA6D067-2DE0-C942-E1E6-049D761FACEF}"/>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 t="12646" r="1" b="-1"/>
            <a:stretch/>
          </p:blipFill>
          <p:spPr>
            <a:xfrm flipH="1">
              <a:off x="3739012" y="0"/>
              <a:ext cx="4157664" cy="3631883"/>
            </a:xfrm>
            <a:custGeom>
              <a:avLst/>
              <a:gdLst>
                <a:gd name="connsiteX0" fmla="*/ 3833815 w 3833815"/>
                <a:gd name="connsiteY0" fmla="*/ 0 h 3634264"/>
                <a:gd name="connsiteX1" fmla="*/ 0 w 3833815"/>
                <a:gd name="connsiteY1" fmla="*/ 0 h 3634264"/>
                <a:gd name="connsiteX2" fmla="*/ 0 w 3833815"/>
                <a:gd name="connsiteY2" fmla="*/ 3634264 h 3634264"/>
                <a:gd name="connsiteX3" fmla="*/ 3833815 w 3833815"/>
                <a:gd name="connsiteY3" fmla="*/ 3634264 h 3634264"/>
              </a:gdLst>
              <a:ahLst/>
              <a:cxnLst>
                <a:cxn ang="0">
                  <a:pos x="connsiteX0" y="connsiteY0"/>
                </a:cxn>
                <a:cxn ang="0">
                  <a:pos x="connsiteX1" y="connsiteY1"/>
                </a:cxn>
                <a:cxn ang="0">
                  <a:pos x="connsiteX2" y="connsiteY2"/>
                </a:cxn>
                <a:cxn ang="0">
                  <a:pos x="connsiteX3" y="connsiteY3"/>
                </a:cxn>
              </a:cxnLst>
              <a:rect l="l" t="t" r="r" b="b"/>
              <a:pathLst>
                <a:path w="3833815" h="3634264">
                  <a:moveTo>
                    <a:pt x="3833815" y="0"/>
                  </a:moveTo>
                  <a:lnTo>
                    <a:pt x="0" y="0"/>
                  </a:lnTo>
                  <a:lnTo>
                    <a:pt x="0" y="3634264"/>
                  </a:lnTo>
                  <a:lnTo>
                    <a:pt x="3833815" y="3634264"/>
                  </a:lnTo>
                  <a:close/>
                </a:path>
              </a:pathLst>
            </a:custGeom>
          </p:spPr>
        </p:pic>
      </p:grpSp>
      <p:sp>
        <p:nvSpPr>
          <p:cNvPr id="4" name="Title 4">
            <a:extLst>
              <a:ext uri="{FF2B5EF4-FFF2-40B4-BE49-F238E27FC236}">
                <a16:creationId xmlns:a16="http://schemas.microsoft.com/office/drawing/2014/main" id="{48AE05D5-968C-AAF3-642F-63B9B1A2824D}"/>
              </a:ext>
            </a:extLst>
          </p:cNvPr>
          <p:cNvSpPr>
            <a:spLocks noGrp="1"/>
          </p:cNvSpPr>
          <p:nvPr>
            <p:ph type="title" hasCustomPrompt="1"/>
          </p:nvPr>
        </p:nvSpPr>
        <p:spPr>
          <a:xfrm>
            <a:off x="6470248" y="3940744"/>
            <a:ext cx="5303520" cy="1929384"/>
          </a:xfrm>
        </p:spPr>
        <p:txBody>
          <a:bodyPr/>
          <a:lstStyle>
            <a:lvl1pPr>
              <a:spcAft>
                <a:spcPts val="300"/>
              </a:spcAft>
              <a:defRPr lang="en-US" sz="4800" kern="1200" dirty="0">
                <a:solidFill>
                  <a:schemeClr val="accent3"/>
                </a:solidFill>
                <a:latin typeface="+mj-lt"/>
                <a:ea typeface="+mn-ea"/>
                <a:cs typeface="+mn-cs"/>
              </a:defRPr>
            </a:lvl1pPr>
          </a:lstStyle>
          <a:p>
            <a:pPr lvl="0"/>
            <a:r>
              <a:rPr lang="en-US"/>
              <a:t>Chapter title</a:t>
            </a:r>
            <a:br>
              <a:rPr lang="en-US"/>
            </a:br>
            <a:r>
              <a:rPr lang="en-US"/>
              <a:t>two lines</a:t>
            </a:r>
          </a:p>
        </p:txBody>
      </p:sp>
      <p:sp>
        <p:nvSpPr>
          <p:cNvPr id="10" name="Text Placeholder 8">
            <a:extLst>
              <a:ext uri="{FF2B5EF4-FFF2-40B4-BE49-F238E27FC236}">
                <a16:creationId xmlns:a16="http://schemas.microsoft.com/office/drawing/2014/main" id="{0636A41F-7432-7D91-59E0-FA55DE5CF9F6}"/>
              </a:ext>
            </a:extLst>
          </p:cNvPr>
          <p:cNvSpPr>
            <a:spLocks noGrp="1"/>
          </p:cNvSpPr>
          <p:nvPr>
            <p:ph type="body" sz="quarter" idx="13" hasCustomPrompt="1"/>
          </p:nvPr>
        </p:nvSpPr>
        <p:spPr>
          <a:xfrm>
            <a:off x="390098" y="389618"/>
            <a:ext cx="1583767"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20</a:t>
            </a:r>
          </a:p>
        </p:txBody>
      </p:sp>
      <p:sp>
        <p:nvSpPr>
          <p:cNvPr id="9" name="Graphique 10" descr="Atos logo">
            <a:extLst>
              <a:ext uri="{FF2B5EF4-FFF2-40B4-BE49-F238E27FC236}">
                <a16:creationId xmlns:a16="http://schemas.microsoft.com/office/drawing/2014/main" id="{85F73F1A-DD6D-8A99-3BE3-33BEC9E07EBE}"/>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8" name="Picture Placeholder 8">
            <a:extLst>
              <a:ext uri="{FF2B5EF4-FFF2-40B4-BE49-F238E27FC236}">
                <a16:creationId xmlns:a16="http://schemas.microsoft.com/office/drawing/2014/main" id="{46A8A744-A160-60B3-78F8-D34443F2EFCC}"/>
              </a:ext>
              <a:ext uri="{C183D7F6-B498-43B3-948B-1728B52AA6E4}">
                <adec:decorative xmlns:adec="http://schemas.microsoft.com/office/drawing/2017/decorative" val="1"/>
              </a:ext>
            </a:extLst>
          </p:cNvPr>
          <p:cNvSpPr>
            <a:spLocks noGrp="1" noChangeAspect="1"/>
          </p:cNvSpPr>
          <p:nvPr>
            <p:ph type="pic" sz="quarter" idx="11"/>
          </p:nvPr>
        </p:nvSpPr>
        <p:spPr>
          <a:xfrm>
            <a:off x="1262510" y="1155380"/>
            <a:ext cx="4953006" cy="4953006"/>
          </a:xfrm>
          <a:custGeom>
            <a:avLst/>
            <a:gdLst>
              <a:gd name="connsiteX0" fmla="*/ 2476503 w 4953006"/>
              <a:gd name="connsiteY0" fmla="*/ 0 h 4953006"/>
              <a:gd name="connsiteX1" fmla="*/ 4953006 w 4953006"/>
              <a:gd name="connsiteY1" fmla="*/ 2476503 h 4953006"/>
              <a:gd name="connsiteX2" fmla="*/ 2476503 w 4953006"/>
              <a:gd name="connsiteY2" fmla="*/ 4953006 h 4953006"/>
              <a:gd name="connsiteX3" fmla="*/ 0 w 4953006"/>
              <a:gd name="connsiteY3" fmla="*/ 2476503 h 4953006"/>
              <a:gd name="connsiteX4" fmla="*/ 2476503 w 4953006"/>
              <a:gd name="connsiteY4" fmla="*/ 0 h 49530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53006" h="4953006">
                <a:moveTo>
                  <a:pt x="2476503" y="0"/>
                </a:moveTo>
                <a:cubicBezTo>
                  <a:pt x="3844238" y="0"/>
                  <a:pt x="4953006" y="1108768"/>
                  <a:pt x="4953006" y="2476503"/>
                </a:cubicBezTo>
                <a:cubicBezTo>
                  <a:pt x="4953006" y="3844238"/>
                  <a:pt x="3844238" y="4953006"/>
                  <a:pt x="2476503" y="4953006"/>
                </a:cubicBezTo>
                <a:cubicBezTo>
                  <a:pt x="1108768" y="4953006"/>
                  <a:pt x="0" y="3844238"/>
                  <a:pt x="0" y="2476503"/>
                </a:cubicBezTo>
                <a:cubicBezTo>
                  <a:pt x="0" y="1108768"/>
                  <a:pt x="1108768" y="0"/>
                  <a:pt x="2476503" y="0"/>
                </a:cubicBezTo>
                <a:close/>
              </a:path>
            </a:pathLst>
          </a:custGeom>
        </p:spPr>
        <p:txBody>
          <a:bodyPr wrap="square" tIns="822960" bIns="0" anchor="ctr">
            <a:noAutofit/>
          </a:bodyPr>
          <a:lstStyle>
            <a:lvl1pPr marL="0" indent="0" algn="ctr">
              <a:buNone/>
              <a:defRPr>
                <a:solidFill>
                  <a:schemeClr val="accent3"/>
                </a:solidFill>
              </a:defRPr>
            </a:lvl1pPr>
          </a:lstStyle>
          <a:p>
            <a:r>
              <a:rPr lang="fr-FR"/>
              <a:t>Cliquez sur l'icône pour ajouter une image</a:t>
            </a:r>
            <a:endParaRPr lang="en-US"/>
          </a:p>
        </p:txBody>
      </p:sp>
    </p:spTree>
    <p:extLst>
      <p:ext uri="{BB962C8B-B14F-4D97-AF65-F5344CB8AC3E}">
        <p14:creationId xmlns:p14="http://schemas.microsoft.com/office/powerpoint/2010/main" val="1391344023"/>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showMasterSp="0" preserve="1" userDrawn="1">
  <p:cSld name="Chapter 21">
    <p:bg>
      <p:bgPr>
        <a:solidFill>
          <a:schemeClr val="accent1"/>
        </a:soli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C32A2103-7CC6-DE6B-DBBC-51C1FB62244D}"/>
              </a:ext>
              <a:ext uri="{C183D7F6-B498-43B3-948B-1728B52AA6E4}">
                <adec:decorative xmlns:adec="http://schemas.microsoft.com/office/drawing/2017/decorative" val="1"/>
              </a:ext>
            </a:extLst>
          </p:cNvPr>
          <p:cNvGrpSpPr/>
          <p:nvPr userDrawn="1"/>
        </p:nvGrpSpPr>
        <p:grpSpPr>
          <a:xfrm>
            <a:off x="2" y="0"/>
            <a:ext cx="7896674" cy="6858000"/>
            <a:chOff x="2" y="0"/>
            <a:chExt cx="7896674" cy="6858000"/>
          </a:xfrm>
        </p:grpSpPr>
        <p:pic>
          <p:nvPicPr>
            <p:cNvPr id="5" name="Graphic 4">
              <a:extLst>
                <a:ext uri="{FF2B5EF4-FFF2-40B4-BE49-F238E27FC236}">
                  <a16:creationId xmlns:a16="http://schemas.microsoft.com/office/drawing/2014/main" id="{CDA6CBF3-7602-B5B1-8FCA-80503408D4F6}"/>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2407" t="10069"/>
            <a:stretch/>
          </p:blipFill>
          <p:spPr>
            <a:xfrm rot="16200000">
              <a:off x="256450" y="3375434"/>
              <a:ext cx="3226118" cy="3739014"/>
            </a:xfrm>
            <a:custGeom>
              <a:avLst/>
              <a:gdLst>
                <a:gd name="connsiteX0" fmla="*/ 3226117 w 3226117"/>
                <a:gd name="connsiteY0" fmla="*/ 0 h 4157665"/>
                <a:gd name="connsiteX1" fmla="*/ 3226117 w 3226117"/>
                <a:gd name="connsiteY1" fmla="*/ 4157665 h 4157665"/>
                <a:gd name="connsiteX2" fmla="*/ 0 w 3226117"/>
                <a:gd name="connsiteY2" fmla="*/ 4157665 h 4157665"/>
                <a:gd name="connsiteX3" fmla="*/ 0 w 3226117"/>
                <a:gd name="connsiteY3" fmla="*/ 0 h 4157665"/>
              </a:gdLst>
              <a:ahLst/>
              <a:cxnLst>
                <a:cxn ang="0">
                  <a:pos x="connsiteX0" y="connsiteY0"/>
                </a:cxn>
                <a:cxn ang="0">
                  <a:pos x="connsiteX1" y="connsiteY1"/>
                </a:cxn>
                <a:cxn ang="0">
                  <a:pos x="connsiteX2" y="connsiteY2"/>
                </a:cxn>
                <a:cxn ang="0">
                  <a:pos x="connsiteX3" y="connsiteY3"/>
                </a:cxn>
              </a:cxnLst>
              <a:rect l="l" t="t" r="r" b="b"/>
              <a:pathLst>
                <a:path w="3226117" h="4157665">
                  <a:moveTo>
                    <a:pt x="3226117" y="0"/>
                  </a:moveTo>
                  <a:lnTo>
                    <a:pt x="3226117" y="4157665"/>
                  </a:lnTo>
                  <a:lnTo>
                    <a:pt x="0" y="4157665"/>
                  </a:lnTo>
                  <a:lnTo>
                    <a:pt x="0" y="0"/>
                  </a:lnTo>
                  <a:close/>
                </a:path>
              </a:pathLst>
            </a:custGeom>
          </p:spPr>
        </p:pic>
        <p:pic>
          <p:nvPicPr>
            <p:cNvPr id="6" name="Graphic 5">
              <a:extLst>
                <a:ext uri="{FF2B5EF4-FFF2-40B4-BE49-F238E27FC236}">
                  <a16:creationId xmlns:a16="http://schemas.microsoft.com/office/drawing/2014/main" id="{0DA6D067-2DE0-C942-E1E6-049D761FACEF}"/>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 t="12646" r="1" b="-1"/>
            <a:stretch/>
          </p:blipFill>
          <p:spPr>
            <a:xfrm flipH="1">
              <a:off x="3739012" y="0"/>
              <a:ext cx="4157664" cy="3631883"/>
            </a:xfrm>
            <a:custGeom>
              <a:avLst/>
              <a:gdLst>
                <a:gd name="connsiteX0" fmla="*/ 3833815 w 3833815"/>
                <a:gd name="connsiteY0" fmla="*/ 0 h 3634264"/>
                <a:gd name="connsiteX1" fmla="*/ 0 w 3833815"/>
                <a:gd name="connsiteY1" fmla="*/ 0 h 3634264"/>
                <a:gd name="connsiteX2" fmla="*/ 0 w 3833815"/>
                <a:gd name="connsiteY2" fmla="*/ 3634264 h 3634264"/>
                <a:gd name="connsiteX3" fmla="*/ 3833815 w 3833815"/>
                <a:gd name="connsiteY3" fmla="*/ 3634264 h 3634264"/>
              </a:gdLst>
              <a:ahLst/>
              <a:cxnLst>
                <a:cxn ang="0">
                  <a:pos x="connsiteX0" y="connsiteY0"/>
                </a:cxn>
                <a:cxn ang="0">
                  <a:pos x="connsiteX1" y="connsiteY1"/>
                </a:cxn>
                <a:cxn ang="0">
                  <a:pos x="connsiteX2" y="connsiteY2"/>
                </a:cxn>
                <a:cxn ang="0">
                  <a:pos x="connsiteX3" y="connsiteY3"/>
                </a:cxn>
              </a:cxnLst>
              <a:rect l="l" t="t" r="r" b="b"/>
              <a:pathLst>
                <a:path w="3833815" h="3634264">
                  <a:moveTo>
                    <a:pt x="3833815" y="0"/>
                  </a:moveTo>
                  <a:lnTo>
                    <a:pt x="0" y="0"/>
                  </a:lnTo>
                  <a:lnTo>
                    <a:pt x="0" y="3634264"/>
                  </a:lnTo>
                  <a:lnTo>
                    <a:pt x="3833815" y="3634264"/>
                  </a:lnTo>
                  <a:close/>
                </a:path>
              </a:pathLst>
            </a:custGeom>
          </p:spPr>
        </p:pic>
      </p:grpSp>
      <p:sp>
        <p:nvSpPr>
          <p:cNvPr id="4" name="Title 4">
            <a:extLst>
              <a:ext uri="{FF2B5EF4-FFF2-40B4-BE49-F238E27FC236}">
                <a16:creationId xmlns:a16="http://schemas.microsoft.com/office/drawing/2014/main" id="{16B8DED1-4041-559D-3582-3FD409EC5902}"/>
              </a:ext>
            </a:extLst>
          </p:cNvPr>
          <p:cNvSpPr>
            <a:spLocks noGrp="1"/>
          </p:cNvSpPr>
          <p:nvPr>
            <p:ph type="title" hasCustomPrompt="1"/>
          </p:nvPr>
        </p:nvSpPr>
        <p:spPr>
          <a:xfrm>
            <a:off x="6470248" y="3940744"/>
            <a:ext cx="5303520" cy="1929384"/>
          </a:xfrm>
        </p:spPr>
        <p:txBody>
          <a:bodyPr/>
          <a:lstStyle>
            <a:lvl1pPr>
              <a:spcAft>
                <a:spcPts val="300"/>
              </a:spcAft>
              <a:defRPr lang="en-US" sz="4800" kern="1200" dirty="0">
                <a:solidFill>
                  <a:schemeClr val="bg1"/>
                </a:solidFill>
                <a:latin typeface="+mj-lt"/>
                <a:ea typeface="+mn-ea"/>
                <a:cs typeface="+mn-cs"/>
              </a:defRPr>
            </a:lvl1pPr>
          </a:lstStyle>
          <a:p>
            <a:pPr lvl="0"/>
            <a:r>
              <a:rPr lang="en-US"/>
              <a:t>Chapter title</a:t>
            </a:r>
            <a:br>
              <a:rPr lang="en-US"/>
            </a:br>
            <a:r>
              <a:rPr lang="en-US"/>
              <a:t>two lines</a:t>
            </a:r>
          </a:p>
        </p:txBody>
      </p:sp>
      <p:sp>
        <p:nvSpPr>
          <p:cNvPr id="10" name="Text Placeholder 8">
            <a:extLst>
              <a:ext uri="{FF2B5EF4-FFF2-40B4-BE49-F238E27FC236}">
                <a16:creationId xmlns:a16="http://schemas.microsoft.com/office/drawing/2014/main" id="{1930BF86-A431-CF2A-05D8-52FCAAC6D89F}"/>
              </a:ext>
            </a:extLst>
          </p:cNvPr>
          <p:cNvSpPr>
            <a:spLocks noGrp="1"/>
          </p:cNvSpPr>
          <p:nvPr>
            <p:ph type="body" sz="quarter" idx="13" hasCustomPrompt="1"/>
          </p:nvPr>
        </p:nvSpPr>
        <p:spPr>
          <a:xfrm>
            <a:off x="390098" y="389618"/>
            <a:ext cx="1226298"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21</a:t>
            </a:r>
          </a:p>
        </p:txBody>
      </p:sp>
      <p:sp>
        <p:nvSpPr>
          <p:cNvPr id="9" name="Graphique 10" descr="Atos logo">
            <a:extLst>
              <a:ext uri="{FF2B5EF4-FFF2-40B4-BE49-F238E27FC236}">
                <a16:creationId xmlns:a16="http://schemas.microsoft.com/office/drawing/2014/main" id="{85F73F1A-DD6D-8A99-3BE3-33BEC9E07EBE}"/>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8" name="Picture Placeholder 8">
            <a:extLst>
              <a:ext uri="{FF2B5EF4-FFF2-40B4-BE49-F238E27FC236}">
                <a16:creationId xmlns:a16="http://schemas.microsoft.com/office/drawing/2014/main" id="{46A8A744-A160-60B3-78F8-D34443F2EFCC}"/>
              </a:ext>
              <a:ext uri="{C183D7F6-B498-43B3-948B-1728B52AA6E4}">
                <adec:decorative xmlns:adec="http://schemas.microsoft.com/office/drawing/2017/decorative" val="1"/>
              </a:ext>
            </a:extLst>
          </p:cNvPr>
          <p:cNvSpPr>
            <a:spLocks noGrp="1" noChangeAspect="1"/>
          </p:cNvSpPr>
          <p:nvPr>
            <p:ph type="pic" sz="quarter" idx="11"/>
          </p:nvPr>
        </p:nvSpPr>
        <p:spPr>
          <a:xfrm>
            <a:off x="1262510" y="1155380"/>
            <a:ext cx="4953006" cy="4953006"/>
          </a:xfrm>
          <a:custGeom>
            <a:avLst/>
            <a:gdLst>
              <a:gd name="connsiteX0" fmla="*/ 2476503 w 4953006"/>
              <a:gd name="connsiteY0" fmla="*/ 0 h 4953006"/>
              <a:gd name="connsiteX1" fmla="*/ 4953006 w 4953006"/>
              <a:gd name="connsiteY1" fmla="*/ 2476503 h 4953006"/>
              <a:gd name="connsiteX2" fmla="*/ 2476503 w 4953006"/>
              <a:gd name="connsiteY2" fmla="*/ 4953006 h 4953006"/>
              <a:gd name="connsiteX3" fmla="*/ 0 w 4953006"/>
              <a:gd name="connsiteY3" fmla="*/ 2476503 h 4953006"/>
              <a:gd name="connsiteX4" fmla="*/ 2476503 w 4953006"/>
              <a:gd name="connsiteY4" fmla="*/ 0 h 49530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53006" h="4953006">
                <a:moveTo>
                  <a:pt x="2476503" y="0"/>
                </a:moveTo>
                <a:cubicBezTo>
                  <a:pt x="3844238" y="0"/>
                  <a:pt x="4953006" y="1108768"/>
                  <a:pt x="4953006" y="2476503"/>
                </a:cubicBezTo>
                <a:cubicBezTo>
                  <a:pt x="4953006" y="3844238"/>
                  <a:pt x="3844238" y="4953006"/>
                  <a:pt x="2476503" y="4953006"/>
                </a:cubicBezTo>
                <a:cubicBezTo>
                  <a:pt x="1108768" y="4953006"/>
                  <a:pt x="0" y="3844238"/>
                  <a:pt x="0" y="2476503"/>
                </a:cubicBezTo>
                <a:cubicBezTo>
                  <a:pt x="0" y="1108768"/>
                  <a:pt x="1108768" y="0"/>
                  <a:pt x="2476503" y="0"/>
                </a:cubicBezTo>
                <a:close/>
              </a:path>
            </a:pathLst>
          </a:custGeom>
        </p:spPr>
        <p:txBody>
          <a:bodyPr wrap="square" tIns="822960" bIns="0" anchor="ctr">
            <a:noAutofit/>
          </a:bodyPr>
          <a:lstStyle>
            <a:lvl1pPr marL="0" indent="0" algn="ctr">
              <a:buNone/>
              <a:defRPr>
                <a:solidFill>
                  <a:schemeClr val="bg1"/>
                </a:solidFill>
              </a:defRPr>
            </a:lvl1pPr>
          </a:lstStyle>
          <a:p>
            <a:r>
              <a:rPr lang="fr-FR"/>
              <a:t>Cliquez sur l'icône pour ajouter une image</a:t>
            </a:r>
            <a:endParaRPr lang="en-US"/>
          </a:p>
        </p:txBody>
      </p:sp>
    </p:spTree>
    <p:extLst>
      <p:ext uri="{BB962C8B-B14F-4D97-AF65-F5344CB8AC3E}">
        <p14:creationId xmlns:p14="http://schemas.microsoft.com/office/powerpoint/2010/main" val="625676778"/>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showMasterSp="0" preserve="1" userDrawn="1">
  <p:cSld name="Chapter 22">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B9B736D-8E32-80DE-0FF7-990AF926FA9F}"/>
              </a:ext>
              <a:ext uri="{C183D7F6-B498-43B3-948B-1728B52AA6E4}">
                <adec:decorative xmlns:adec="http://schemas.microsoft.com/office/drawing/2017/decorative" val="1"/>
              </a:ext>
            </a:extLst>
          </p:cNvPr>
          <p:cNvGrpSpPr/>
          <p:nvPr userDrawn="1"/>
        </p:nvGrpSpPr>
        <p:grpSpPr>
          <a:xfrm>
            <a:off x="1429878" y="-1"/>
            <a:ext cx="10762122" cy="6858001"/>
            <a:chOff x="1429878" y="-1"/>
            <a:chExt cx="10762122" cy="6858001"/>
          </a:xfrm>
        </p:grpSpPr>
        <p:pic>
          <p:nvPicPr>
            <p:cNvPr id="11" name="Graphic 10">
              <a:extLst>
                <a:ext uri="{FF2B5EF4-FFF2-40B4-BE49-F238E27FC236}">
                  <a16:creationId xmlns:a16="http://schemas.microsoft.com/office/drawing/2014/main" id="{FCA2C45D-183A-E4BD-5B37-C4F92624E5F2}"/>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41483"/>
            <a:stretch/>
          </p:blipFill>
          <p:spPr>
            <a:xfrm rot="5400000" flipH="1">
              <a:off x="2569433" y="2503424"/>
              <a:ext cx="3215021" cy="5494132"/>
            </a:xfrm>
            <a:prstGeom prst="rect">
              <a:avLst/>
            </a:prstGeom>
          </p:spPr>
        </p:pic>
        <p:pic>
          <p:nvPicPr>
            <p:cNvPr id="12" name="Graphic 11">
              <a:extLst>
                <a:ext uri="{FF2B5EF4-FFF2-40B4-BE49-F238E27FC236}">
                  <a16:creationId xmlns:a16="http://schemas.microsoft.com/office/drawing/2014/main" id="{429828D6-E983-363B-8E10-817D072F1BC8}"/>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t="33693" r="4116"/>
            <a:stretch/>
          </p:blipFill>
          <p:spPr>
            <a:xfrm>
              <a:off x="6924010" y="-1"/>
              <a:ext cx="5267990" cy="3642979"/>
            </a:xfrm>
            <a:prstGeom prst="rect">
              <a:avLst/>
            </a:prstGeom>
          </p:spPr>
        </p:pic>
      </p:grpSp>
      <p:sp>
        <p:nvSpPr>
          <p:cNvPr id="3" name="Title 4">
            <a:extLst>
              <a:ext uri="{FF2B5EF4-FFF2-40B4-BE49-F238E27FC236}">
                <a16:creationId xmlns:a16="http://schemas.microsoft.com/office/drawing/2014/main" id="{704C25D1-866D-CD6D-7160-8DEA06B4F5F9}"/>
              </a:ext>
            </a:extLst>
          </p:cNvPr>
          <p:cNvSpPr>
            <a:spLocks noGrp="1"/>
          </p:cNvSpPr>
          <p:nvPr>
            <p:ph type="title" hasCustomPrompt="1"/>
          </p:nvPr>
        </p:nvSpPr>
        <p:spPr>
          <a:xfrm>
            <a:off x="413247" y="1895312"/>
            <a:ext cx="6309360" cy="1645920"/>
          </a:xfrm>
        </p:spPr>
        <p:txBody>
          <a:bodyPr/>
          <a:lstStyle>
            <a:lvl1pPr>
              <a:spcAft>
                <a:spcPts val="300"/>
              </a:spcAft>
              <a:defRPr lang="en-US" sz="4800" kern="1200" dirty="0">
                <a:solidFill>
                  <a:schemeClr val="accent3"/>
                </a:solidFill>
                <a:latin typeface="+mj-lt"/>
                <a:ea typeface="+mn-ea"/>
                <a:cs typeface="+mn-cs"/>
              </a:defRPr>
            </a:lvl1pPr>
          </a:lstStyle>
          <a:p>
            <a:pPr lvl="0"/>
            <a:r>
              <a:rPr lang="en-US"/>
              <a:t>Chapter title</a:t>
            </a:r>
            <a:br>
              <a:rPr lang="en-US"/>
            </a:br>
            <a:r>
              <a:rPr lang="en-US"/>
              <a:t>two lines</a:t>
            </a:r>
          </a:p>
        </p:txBody>
      </p:sp>
      <p:sp>
        <p:nvSpPr>
          <p:cNvPr id="6" name="Text Placeholder 8">
            <a:extLst>
              <a:ext uri="{FF2B5EF4-FFF2-40B4-BE49-F238E27FC236}">
                <a16:creationId xmlns:a16="http://schemas.microsoft.com/office/drawing/2014/main" id="{138A8234-C39C-1E9A-50E2-388323430CE4}"/>
              </a:ext>
            </a:extLst>
          </p:cNvPr>
          <p:cNvSpPr>
            <a:spLocks noGrp="1"/>
          </p:cNvSpPr>
          <p:nvPr>
            <p:ph type="body" sz="quarter" idx="14" hasCustomPrompt="1"/>
          </p:nvPr>
        </p:nvSpPr>
        <p:spPr>
          <a:xfrm>
            <a:off x="390098" y="389618"/>
            <a:ext cx="1433085"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22</a:t>
            </a:r>
          </a:p>
        </p:txBody>
      </p:sp>
      <p:sp>
        <p:nvSpPr>
          <p:cNvPr id="26" name="Picture Placeholder 25">
            <a:extLst>
              <a:ext uri="{FF2B5EF4-FFF2-40B4-BE49-F238E27FC236}">
                <a16:creationId xmlns:a16="http://schemas.microsoft.com/office/drawing/2014/main" id="{CB715BD7-9AF7-BAB1-EA78-7AC575300DEC}"/>
              </a:ext>
              <a:ext uri="{C183D7F6-B498-43B3-948B-1728B52AA6E4}">
                <adec:decorative xmlns:adec="http://schemas.microsoft.com/office/drawing/2017/decorative" val="1"/>
              </a:ext>
            </a:extLst>
          </p:cNvPr>
          <p:cNvSpPr>
            <a:spLocks noGrp="1"/>
          </p:cNvSpPr>
          <p:nvPr>
            <p:ph type="pic" sz="quarter" idx="13"/>
          </p:nvPr>
        </p:nvSpPr>
        <p:spPr>
          <a:xfrm>
            <a:off x="5867676" y="373625"/>
            <a:ext cx="6324324" cy="6484375"/>
          </a:xfrm>
          <a:custGeom>
            <a:avLst/>
            <a:gdLst>
              <a:gd name="connsiteX0" fmla="*/ 6324324 w 6324324"/>
              <a:gd name="connsiteY0" fmla="*/ 0 h 6484375"/>
              <a:gd name="connsiteX1" fmla="*/ 6324324 w 6324324"/>
              <a:gd name="connsiteY1" fmla="*/ 6484375 h 6484375"/>
              <a:gd name="connsiteX2" fmla="*/ 0 w 6324324"/>
              <a:gd name="connsiteY2" fmla="*/ 6484375 h 6484375"/>
              <a:gd name="connsiteX3" fmla="*/ 55368 w 6324324"/>
              <a:gd name="connsiteY3" fmla="*/ 6410225 h 6484375"/>
              <a:gd name="connsiteX4" fmla="*/ 171923 w 6324324"/>
              <a:gd name="connsiteY4" fmla="*/ 6234659 h 6484375"/>
              <a:gd name="connsiteX5" fmla="*/ 1046379 w 6324324"/>
              <a:gd name="connsiteY5" fmla="*/ 3447498 h 6484375"/>
              <a:gd name="connsiteX6" fmla="*/ 1048064 w 6324324"/>
              <a:gd name="connsiteY6" fmla="*/ 3264591 h 6484375"/>
              <a:gd name="connsiteX7" fmla="*/ 3271547 w 6324324"/>
              <a:gd name="connsiteY7" fmla="*/ 3264591 h 6484375"/>
              <a:gd name="connsiteX8" fmla="*/ 3284487 w 6324324"/>
              <a:gd name="connsiteY8" fmla="*/ 2981459 h 6484375"/>
              <a:gd name="connsiteX9" fmla="*/ 6241731 w 6324324"/>
              <a:gd name="connsiteY9" fmla="*/ 4172 h 6484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324324" h="6484375">
                <a:moveTo>
                  <a:pt x="6324324" y="0"/>
                </a:moveTo>
                <a:lnTo>
                  <a:pt x="6324324" y="6484375"/>
                </a:lnTo>
                <a:lnTo>
                  <a:pt x="0" y="6484375"/>
                </a:lnTo>
                <a:lnTo>
                  <a:pt x="55368" y="6410225"/>
                </a:lnTo>
                <a:cubicBezTo>
                  <a:pt x="108275" y="6337639"/>
                  <a:pt x="148130" y="6277443"/>
                  <a:pt x="171923" y="6234659"/>
                </a:cubicBezTo>
                <a:cubicBezTo>
                  <a:pt x="601983" y="5598076"/>
                  <a:pt x="1010368" y="4596081"/>
                  <a:pt x="1046379" y="3447498"/>
                </a:cubicBezTo>
                <a:lnTo>
                  <a:pt x="1048064" y="3264591"/>
                </a:lnTo>
                <a:lnTo>
                  <a:pt x="3271547" y="3264591"/>
                </a:lnTo>
                <a:lnTo>
                  <a:pt x="3284487" y="2981459"/>
                </a:lnTo>
                <a:cubicBezTo>
                  <a:pt x="3428649" y="1414606"/>
                  <a:pt x="4632239" y="178060"/>
                  <a:pt x="6241731" y="4172"/>
                </a:cubicBezTo>
                <a:close/>
              </a:path>
            </a:pathLst>
          </a:custGeom>
        </p:spPr>
        <p:txBody>
          <a:bodyPr wrap="square" tIns="1005840" anchor="ctr">
            <a:noAutofit/>
          </a:bodyPr>
          <a:lstStyle>
            <a:lvl1pPr marL="0" indent="0" algn="ctr">
              <a:buNone/>
              <a:defRPr/>
            </a:lvl1pPr>
          </a:lstStyle>
          <a:p>
            <a:r>
              <a:rPr lang="fr-FR"/>
              <a:t>Cliquez sur l'icône pour ajouter une image</a:t>
            </a:r>
            <a:endParaRPr lang="en-US"/>
          </a:p>
        </p:txBody>
      </p:sp>
      <p:sp>
        <p:nvSpPr>
          <p:cNvPr id="4" name="Graphique 10" descr="Atos logo">
            <a:extLst>
              <a:ext uri="{FF2B5EF4-FFF2-40B4-BE49-F238E27FC236}">
                <a16:creationId xmlns:a16="http://schemas.microsoft.com/office/drawing/2014/main" id="{ADB4970B-D4DE-FCEA-9E0F-75184CF8E462}"/>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Tree>
    <p:extLst>
      <p:ext uri="{BB962C8B-B14F-4D97-AF65-F5344CB8AC3E}">
        <p14:creationId xmlns:p14="http://schemas.microsoft.com/office/powerpoint/2010/main" val="1993713966"/>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showMasterSp="0" preserve="1" userDrawn="1">
  <p:cSld name="Chapter 23">
    <p:bg>
      <p:bgPr>
        <a:solidFill>
          <a:schemeClr val="accent2"/>
        </a:solidFill>
        <a:effectLst/>
      </p:bgPr>
    </p:bg>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C15A7A7F-2675-5C7F-6DDE-C2FEFB212365}"/>
              </a:ext>
              <a:ext uri="{C183D7F6-B498-43B3-948B-1728B52AA6E4}">
                <adec:decorative xmlns:adec="http://schemas.microsoft.com/office/drawing/2017/decorative" val="1"/>
              </a:ext>
            </a:extLst>
          </p:cNvPr>
          <p:cNvGrpSpPr/>
          <p:nvPr userDrawn="1"/>
        </p:nvGrpSpPr>
        <p:grpSpPr>
          <a:xfrm>
            <a:off x="1429878" y="-1"/>
            <a:ext cx="10762122" cy="6858001"/>
            <a:chOff x="1429878" y="-1"/>
            <a:chExt cx="10762122" cy="6858001"/>
          </a:xfrm>
        </p:grpSpPr>
        <p:pic>
          <p:nvPicPr>
            <p:cNvPr id="11" name="Graphic 10">
              <a:extLst>
                <a:ext uri="{FF2B5EF4-FFF2-40B4-BE49-F238E27FC236}">
                  <a16:creationId xmlns:a16="http://schemas.microsoft.com/office/drawing/2014/main" id="{FCA2C45D-183A-E4BD-5B37-C4F92624E5F2}"/>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41483"/>
            <a:stretch/>
          </p:blipFill>
          <p:spPr>
            <a:xfrm rot="5400000" flipH="1">
              <a:off x="2569433" y="2503424"/>
              <a:ext cx="3215021" cy="5494132"/>
            </a:xfrm>
            <a:prstGeom prst="rect">
              <a:avLst/>
            </a:prstGeom>
          </p:spPr>
        </p:pic>
        <p:pic>
          <p:nvPicPr>
            <p:cNvPr id="12" name="Graphic 11">
              <a:extLst>
                <a:ext uri="{FF2B5EF4-FFF2-40B4-BE49-F238E27FC236}">
                  <a16:creationId xmlns:a16="http://schemas.microsoft.com/office/drawing/2014/main" id="{429828D6-E983-363B-8E10-817D072F1BC8}"/>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t="33693" r="4116"/>
            <a:stretch/>
          </p:blipFill>
          <p:spPr>
            <a:xfrm>
              <a:off x="6924010" y="-1"/>
              <a:ext cx="5267990" cy="3642979"/>
            </a:xfrm>
            <a:prstGeom prst="rect">
              <a:avLst/>
            </a:prstGeom>
          </p:spPr>
        </p:pic>
      </p:grpSp>
      <p:sp>
        <p:nvSpPr>
          <p:cNvPr id="2" name="Title 4">
            <a:extLst>
              <a:ext uri="{FF2B5EF4-FFF2-40B4-BE49-F238E27FC236}">
                <a16:creationId xmlns:a16="http://schemas.microsoft.com/office/drawing/2014/main" id="{D6C68454-175B-BF81-6CDF-47472DCBD5A4}"/>
              </a:ext>
            </a:extLst>
          </p:cNvPr>
          <p:cNvSpPr>
            <a:spLocks noGrp="1"/>
          </p:cNvSpPr>
          <p:nvPr>
            <p:ph type="title" hasCustomPrompt="1"/>
          </p:nvPr>
        </p:nvSpPr>
        <p:spPr>
          <a:xfrm>
            <a:off x="413247" y="1895312"/>
            <a:ext cx="6309360" cy="1645920"/>
          </a:xfrm>
        </p:spPr>
        <p:txBody>
          <a:bodyPr/>
          <a:lstStyle>
            <a:lvl1pPr>
              <a:spcAft>
                <a:spcPts val="300"/>
              </a:spcAft>
              <a:defRPr lang="en-US" sz="4800" kern="1200" dirty="0">
                <a:solidFill>
                  <a:schemeClr val="accent3"/>
                </a:solidFill>
                <a:latin typeface="+mj-lt"/>
                <a:ea typeface="+mn-ea"/>
                <a:cs typeface="+mn-cs"/>
              </a:defRPr>
            </a:lvl1pPr>
          </a:lstStyle>
          <a:p>
            <a:pPr lvl="0"/>
            <a:r>
              <a:rPr lang="en-US"/>
              <a:t>Chapter title</a:t>
            </a:r>
            <a:br>
              <a:rPr lang="en-US"/>
            </a:br>
            <a:r>
              <a:rPr lang="en-US"/>
              <a:t>two lines</a:t>
            </a:r>
          </a:p>
        </p:txBody>
      </p:sp>
      <p:sp>
        <p:nvSpPr>
          <p:cNvPr id="3" name="Text Placeholder 8">
            <a:extLst>
              <a:ext uri="{FF2B5EF4-FFF2-40B4-BE49-F238E27FC236}">
                <a16:creationId xmlns:a16="http://schemas.microsoft.com/office/drawing/2014/main" id="{257C1780-4949-0B6D-62EB-41246530B7B7}"/>
              </a:ext>
            </a:extLst>
          </p:cNvPr>
          <p:cNvSpPr>
            <a:spLocks noGrp="1"/>
          </p:cNvSpPr>
          <p:nvPr>
            <p:ph type="body" sz="quarter" idx="14" hasCustomPrompt="1"/>
          </p:nvPr>
        </p:nvSpPr>
        <p:spPr>
          <a:xfrm>
            <a:off x="390098" y="389618"/>
            <a:ext cx="1439497"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23</a:t>
            </a:r>
          </a:p>
        </p:txBody>
      </p:sp>
      <p:sp>
        <p:nvSpPr>
          <p:cNvPr id="26" name="Picture Placeholder 25">
            <a:extLst>
              <a:ext uri="{FF2B5EF4-FFF2-40B4-BE49-F238E27FC236}">
                <a16:creationId xmlns:a16="http://schemas.microsoft.com/office/drawing/2014/main" id="{CB715BD7-9AF7-BAB1-EA78-7AC575300DEC}"/>
              </a:ext>
              <a:ext uri="{C183D7F6-B498-43B3-948B-1728B52AA6E4}">
                <adec:decorative xmlns:adec="http://schemas.microsoft.com/office/drawing/2017/decorative" val="1"/>
              </a:ext>
            </a:extLst>
          </p:cNvPr>
          <p:cNvSpPr>
            <a:spLocks noGrp="1"/>
          </p:cNvSpPr>
          <p:nvPr>
            <p:ph type="pic" sz="quarter" idx="13"/>
          </p:nvPr>
        </p:nvSpPr>
        <p:spPr>
          <a:xfrm>
            <a:off x="5867676" y="373625"/>
            <a:ext cx="6324324" cy="6484375"/>
          </a:xfrm>
          <a:custGeom>
            <a:avLst/>
            <a:gdLst>
              <a:gd name="connsiteX0" fmla="*/ 6324324 w 6324324"/>
              <a:gd name="connsiteY0" fmla="*/ 0 h 6484375"/>
              <a:gd name="connsiteX1" fmla="*/ 6324324 w 6324324"/>
              <a:gd name="connsiteY1" fmla="*/ 6484375 h 6484375"/>
              <a:gd name="connsiteX2" fmla="*/ 0 w 6324324"/>
              <a:gd name="connsiteY2" fmla="*/ 6484375 h 6484375"/>
              <a:gd name="connsiteX3" fmla="*/ 55368 w 6324324"/>
              <a:gd name="connsiteY3" fmla="*/ 6410225 h 6484375"/>
              <a:gd name="connsiteX4" fmla="*/ 171923 w 6324324"/>
              <a:gd name="connsiteY4" fmla="*/ 6234659 h 6484375"/>
              <a:gd name="connsiteX5" fmla="*/ 1046379 w 6324324"/>
              <a:gd name="connsiteY5" fmla="*/ 3447498 h 6484375"/>
              <a:gd name="connsiteX6" fmla="*/ 1048064 w 6324324"/>
              <a:gd name="connsiteY6" fmla="*/ 3264591 h 6484375"/>
              <a:gd name="connsiteX7" fmla="*/ 3271547 w 6324324"/>
              <a:gd name="connsiteY7" fmla="*/ 3264591 h 6484375"/>
              <a:gd name="connsiteX8" fmla="*/ 3284487 w 6324324"/>
              <a:gd name="connsiteY8" fmla="*/ 2981459 h 6484375"/>
              <a:gd name="connsiteX9" fmla="*/ 6241731 w 6324324"/>
              <a:gd name="connsiteY9" fmla="*/ 4172 h 6484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324324" h="6484375">
                <a:moveTo>
                  <a:pt x="6324324" y="0"/>
                </a:moveTo>
                <a:lnTo>
                  <a:pt x="6324324" y="6484375"/>
                </a:lnTo>
                <a:lnTo>
                  <a:pt x="0" y="6484375"/>
                </a:lnTo>
                <a:lnTo>
                  <a:pt x="55368" y="6410225"/>
                </a:lnTo>
                <a:cubicBezTo>
                  <a:pt x="108275" y="6337639"/>
                  <a:pt x="148130" y="6277443"/>
                  <a:pt x="171923" y="6234659"/>
                </a:cubicBezTo>
                <a:cubicBezTo>
                  <a:pt x="601983" y="5598076"/>
                  <a:pt x="1010368" y="4596081"/>
                  <a:pt x="1046379" y="3447498"/>
                </a:cubicBezTo>
                <a:lnTo>
                  <a:pt x="1048064" y="3264591"/>
                </a:lnTo>
                <a:lnTo>
                  <a:pt x="3271547" y="3264591"/>
                </a:lnTo>
                <a:lnTo>
                  <a:pt x="3284487" y="2981459"/>
                </a:lnTo>
                <a:cubicBezTo>
                  <a:pt x="3428649" y="1414606"/>
                  <a:pt x="4632239" y="178060"/>
                  <a:pt x="6241731" y="4172"/>
                </a:cubicBezTo>
                <a:close/>
              </a:path>
            </a:pathLst>
          </a:custGeom>
        </p:spPr>
        <p:txBody>
          <a:bodyPr wrap="square" tIns="1005840" anchor="ctr">
            <a:noAutofit/>
          </a:bodyPr>
          <a:lstStyle>
            <a:lvl1pPr marL="0" indent="0" algn="ctr">
              <a:buNone/>
              <a:defRPr/>
            </a:lvl1pPr>
          </a:lstStyle>
          <a:p>
            <a:r>
              <a:rPr lang="fr-FR"/>
              <a:t>Cliquez sur l'icône pour ajouter une image</a:t>
            </a:r>
            <a:endParaRPr lang="en-US"/>
          </a:p>
        </p:txBody>
      </p:sp>
      <p:sp>
        <p:nvSpPr>
          <p:cNvPr id="5" name="Graphique 10" descr="Atos logo">
            <a:extLst>
              <a:ext uri="{FF2B5EF4-FFF2-40B4-BE49-F238E27FC236}">
                <a16:creationId xmlns:a16="http://schemas.microsoft.com/office/drawing/2014/main" id="{5177CB86-3FA2-3F10-DA09-1E5B601CC716}"/>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Tree>
    <p:extLst>
      <p:ext uri="{BB962C8B-B14F-4D97-AF65-F5344CB8AC3E}">
        <p14:creationId xmlns:p14="http://schemas.microsoft.com/office/powerpoint/2010/main" val="1958827565"/>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showMasterSp="0" preserve="1" userDrawn="1">
  <p:cSld name="Chapter 24">
    <p:bg>
      <p:bgPr>
        <a:solidFill>
          <a:schemeClr val="accent1"/>
        </a:solidFill>
        <a:effectLst/>
      </p:bgPr>
    </p:bg>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0EA9624B-7CA8-3862-903A-A82256DBBBBC}"/>
              </a:ext>
              <a:ext uri="{C183D7F6-B498-43B3-948B-1728B52AA6E4}">
                <adec:decorative xmlns:adec="http://schemas.microsoft.com/office/drawing/2017/decorative" val="1"/>
              </a:ext>
            </a:extLst>
          </p:cNvPr>
          <p:cNvGrpSpPr/>
          <p:nvPr userDrawn="1"/>
        </p:nvGrpSpPr>
        <p:grpSpPr>
          <a:xfrm>
            <a:off x="1429878" y="-1"/>
            <a:ext cx="10762122" cy="6858001"/>
            <a:chOff x="1429878" y="-1"/>
            <a:chExt cx="10762122" cy="6858001"/>
          </a:xfrm>
        </p:grpSpPr>
        <p:pic>
          <p:nvPicPr>
            <p:cNvPr id="11" name="Graphic 10">
              <a:extLst>
                <a:ext uri="{FF2B5EF4-FFF2-40B4-BE49-F238E27FC236}">
                  <a16:creationId xmlns:a16="http://schemas.microsoft.com/office/drawing/2014/main" id="{FCA2C45D-183A-E4BD-5B37-C4F92624E5F2}"/>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41483"/>
            <a:stretch/>
          </p:blipFill>
          <p:spPr>
            <a:xfrm rot="5400000" flipH="1">
              <a:off x="2569433" y="2503424"/>
              <a:ext cx="3215021" cy="5494132"/>
            </a:xfrm>
            <a:prstGeom prst="rect">
              <a:avLst/>
            </a:prstGeom>
          </p:spPr>
        </p:pic>
        <p:pic>
          <p:nvPicPr>
            <p:cNvPr id="12" name="Graphic 11">
              <a:extLst>
                <a:ext uri="{FF2B5EF4-FFF2-40B4-BE49-F238E27FC236}">
                  <a16:creationId xmlns:a16="http://schemas.microsoft.com/office/drawing/2014/main" id="{429828D6-E983-363B-8E10-817D072F1BC8}"/>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t="33693" r="4116"/>
            <a:stretch/>
          </p:blipFill>
          <p:spPr>
            <a:xfrm>
              <a:off x="6924010" y="-1"/>
              <a:ext cx="5267990" cy="3642979"/>
            </a:xfrm>
            <a:prstGeom prst="rect">
              <a:avLst/>
            </a:prstGeom>
          </p:spPr>
        </p:pic>
      </p:grpSp>
      <p:sp>
        <p:nvSpPr>
          <p:cNvPr id="2" name="Title 4">
            <a:extLst>
              <a:ext uri="{FF2B5EF4-FFF2-40B4-BE49-F238E27FC236}">
                <a16:creationId xmlns:a16="http://schemas.microsoft.com/office/drawing/2014/main" id="{AC52500A-2159-443F-DFBE-722F1A82F152}"/>
              </a:ext>
            </a:extLst>
          </p:cNvPr>
          <p:cNvSpPr>
            <a:spLocks noGrp="1"/>
          </p:cNvSpPr>
          <p:nvPr>
            <p:ph type="title" hasCustomPrompt="1"/>
          </p:nvPr>
        </p:nvSpPr>
        <p:spPr>
          <a:xfrm>
            <a:off x="413247" y="1895312"/>
            <a:ext cx="6309360" cy="1645920"/>
          </a:xfrm>
        </p:spPr>
        <p:txBody>
          <a:bodyPr/>
          <a:lstStyle>
            <a:lvl1pPr>
              <a:spcAft>
                <a:spcPts val="300"/>
              </a:spcAft>
              <a:defRPr lang="en-US" sz="4800" kern="1200" dirty="0">
                <a:solidFill>
                  <a:schemeClr val="bg1"/>
                </a:solidFill>
                <a:latin typeface="+mj-lt"/>
                <a:ea typeface="+mn-ea"/>
                <a:cs typeface="+mn-cs"/>
              </a:defRPr>
            </a:lvl1pPr>
          </a:lstStyle>
          <a:p>
            <a:pPr lvl="0"/>
            <a:r>
              <a:rPr lang="en-US"/>
              <a:t>Chapter title</a:t>
            </a:r>
            <a:br>
              <a:rPr lang="en-US"/>
            </a:br>
            <a:r>
              <a:rPr lang="en-US"/>
              <a:t>two lines</a:t>
            </a:r>
          </a:p>
        </p:txBody>
      </p:sp>
      <p:sp>
        <p:nvSpPr>
          <p:cNvPr id="3" name="Text Placeholder 8">
            <a:extLst>
              <a:ext uri="{FF2B5EF4-FFF2-40B4-BE49-F238E27FC236}">
                <a16:creationId xmlns:a16="http://schemas.microsoft.com/office/drawing/2014/main" id="{F69298B7-8C01-593D-5DE8-5E97C2ED4816}"/>
              </a:ext>
            </a:extLst>
          </p:cNvPr>
          <p:cNvSpPr>
            <a:spLocks noGrp="1"/>
          </p:cNvSpPr>
          <p:nvPr>
            <p:ph type="body" sz="quarter" idx="14" hasCustomPrompt="1"/>
          </p:nvPr>
        </p:nvSpPr>
        <p:spPr>
          <a:xfrm>
            <a:off x="390098" y="389618"/>
            <a:ext cx="1466748"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24</a:t>
            </a:r>
          </a:p>
        </p:txBody>
      </p:sp>
      <p:sp>
        <p:nvSpPr>
          <p:cNvPr id="26" name="Picture Placeholder 25">
            <a:extLst>
              <a:ext uri="{FF2B5EF4-FFF2-40B4-BE49-F238E27FC236}">
                <a16:creationId xmlns:a16="http://schemas.microsoft.com/office/drawing/2014/main" id="{CB715BD7-9AF7-BAB1-EA78-7AC575300DEC}"/>
              </a:ext>
              <a:ext uri="{C183D7F6-B498-43B3-948B-1728B52AA6E4}">
                <adec:decorative xmlns:adec="http://schemas.microsoft.com/office/drawing/2017/decorative" val="1"/>
              </a:ext>
            </a:extLst>
          </p:cNvPr>
          <p:cNvSpPr>
            <a:spLocks noGrp="1"/>
          </p:cNvSpPr>
          <p:nvPr>
            <p:ph type="pic" sz="quarter" idx="13"/>
          </p:nvPr>
        </p:nvSpPr>
        <p:spPr>
          <a:xfrm>
            <a:off x="5867676" y="373625"/>
            <a:ext cx="6324324" cy="6484375"/>
          </a:xfrm>
          <a:custGeom>
            <a:avLst/>
            <a:gdLst>
              <a:gd name="connsiteX0" fmla="*/ 6324324 w 6324324"/>
              <a:gd name="connsiteY0" fmla="*/ 0 h 6484375"/>
              <a:gd name="connsiteX1" fmla="*/ 6324324 w 6324324"/>
              <a:gd name="connsiteY1" fmla="*/ 6484375 h 6484375"/>
              <a:gd name="connsiteX2" fmla="*/ 0 w 6324324"/>
              <a:gd name="connsiteY2" fmla="*/ 6484375 h 6484375"/>
              <a:gd name="connsiteX3" fmla="*/ 55368 w 6324324"/>
              <a:gd name="connsiteY3" fmla="*/ 6410225 h 6484375"/>
              <a:gd name="connsiteX4" fmla="*/ 171923 w 6324324"/>
              <a:gd name="connsiteY4" fmla="*/ 6234659 h 6484375"/>
              <a:gd name="connsiteX5" fmla="*/ 1046379 w 6324324"/>
              <a:gd name="connsiteY5" fmla="*/ 3447498 h 6484375"/>
              <a:gd name="connsiteX6" fmla="*/ 1048064 w 6324324"/>
              <a:gd name="connsiteY6" fmla="*/ 3264591 h 6484375"/>
              <a:gd name="connsiteX7" fmla="*/ 3271547 w 6324324"/>
              <a:gd name="connsiteY7" fmla="*/ 3264591 h 6484375"/>
              <a:gd name="connsiteX8" fmla="*/ 3284487 w 6324324"/>
              <a:gd name="connsiteY8" fmla="*/ 2981459 h 6484375"/>
              <a:gd name="connsiteX9" fmla="*/ 6241731 w 6324324"/>
              <a:gd name="connsiteY9" fmla="*/ 4172 h 6484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324324" h="6484375">
                <a:moveTo>
                  <a:pt x="6324324" y="0"/>
                </a:moveTo>
                <a:lnTo>
                  <a:pt x="6324324" y="6484375"/>
                </a:lnTo>
                <a:lnTo>
                  <a:pt x="0" y="6484375"/>
                </a:lnTo>
                <a:lnTo>
                  <a:pt x="55368" y="6410225"/>
                </a:lnTo>
                <a:cubicBezTo>
                  <a:pt x="108275" y="6337639"/>
                  <a:pt x="148130" y="6277443"/>
                  <a:pt x="171923" y="6234659"/>
                </a:cubicBezTo>
                <a:cubicBezTo>
                  <a:pt x="601983" y="5598076"/>
                  <a:pt x="1010368" y="4596081"/>
                  <a:pt x="1046379" y="3447498"/>
                </a:cubicBezTo>
                <a:lnTo>
                  <a:pt x="1048064" y="3264591"/>
                </a:lnTo>
                <a:lnTo>
                  <a:pt x="3271547" y="3264591"/>
                </a:lnTo>
                <a:lnTo>
                  <a:pt x="3284487" y="2981459"/>
                </a:lnTo>
                <a:cubicBezTo>
                  <a:pt x="3428649" y="1414606"/>
                  <a:pt x="4632239" y="178060"/>
                  <a:pt x="6241731" y="4172"/>
                </a:cubicBezTo>
                <a:close/>
              </a:path>
            </a:pathLst>
          </a:custGeom>
        </p:spPr>
        <p:txBody>
          <a:bodyPr wrap="square" tIns="1005840" anchor="ctr">
            <a:noAutofit/>
          </a:bodyPr>
          <a:lstStyle>
            <a:lvl1pPr marL="0" indent="0" algn="ctr">
              <a:buNone/>
              <a:defRPr>
                <a:solidFill>
                  <a:schemeClr val="bg1"/>
                </a:solidFill>
              </a:defRPr>
            </a:lvl1pPr>
          </a:lstStyle>
          <a:p>
            <a:r>
              <a:rPr lang="fr-FR"/>
              <a:t>Cliquez sur l'icône pour ajouter une image</a:t>
            </a:r>
            <a:endParaRPr lang="en-US"/>
          </a:p>
        </p:txBody>
      </p:sp>
      <p:sp>
        <p:nvSpPr>
          <p:cNvPr id="5" name="Graphique 10" descr="Atos logo">
            <a:extLst>
              <a:ext uri="{FF2B5EF4-FFF2-40B4-BE49-F238E27FC236}">
                <a16:creationId xmlns:a16="http://schemas.microsoft.com/office/drawing/2014/main" id="{1587C7C0-A4E6-BF44-4AE5-2BD71887E2FD}"/>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Tree>
    <p:extLst>
      <p:ext uri="{BB962C8B-B14F-4D97-AF65-F5344CB8AC3E}">
        <p14:creationId xmlns:p14="http://schemas.microsoft.com/office/powerpoint/2010/main" val="1022595257"/>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showMasterSp="0" preserve="1" userDrawn="1">
  <p:cSld name="Chapter 25">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18AE79F0-AD6D-9389-65BB-181921FD98BF}"/>
              </a:ext>
              <a:ext uri="{C183D7F6-B498-43B3-948B-1728B52AA6E4}">
                <adec:decorative xmlns:adec="http://schemas.microsoft.com/office/drawing/2017/decorative" val="1"/>
              </a:ext>
            </a:extLst>
          </p:cNvPr>
          <p:cNvGrpSpPr/>
          <p:nvPr userDrawn="1"/>
        </p:nvGrpSpPr>
        <p:grpSpPr>
          <a:xfrm>
            <a:off x="0" y="0"/>
            <a:ext cx="6092952" cy="6858000"/>
            <a:chOff x="0" y="0"/>
            <a:chExt cx="6092952" cy="6858000"/>
          </a:xfrm>
        </p:grpSpPr>
        <p:sp>
          <p:nvSpPr>
            <p:cNvPr id="3" name="Rectangle 2">
              <a:extLst>
                <a:ext uri="{FF2B5EF4-FFF2-40B4-BE49-F238E27FC236}">
                  <a16:creationId xmlns:a16="http://schemas.microsoft.com/office/drawing/2014/main" id="{376404E5-A3DB-9111-AC43-23290E8CD97C}"/>
                </a:ext>
                <a:ext uri="{C183D7F6-B498-43B3-948B-1728B52AA6E4}">
                  <adec:decorative xmlns:adec="http://schemas.microsoft.com/office/drawing/2017/decorative" val="1"/>
                </a:ext>
              </a:extLst>
            </p:cNvPr>
            <p:cNvSpPr/>
            <p:nvPr userDrawn="1"/>
          </p:nvSpPr>
          <p:spPr>
            <a:xfrm>
              <a:off x="0" y="0"/>
              <a:ext cx="6092952"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73480883-7045-4B51-D5F2-F3092D2B129A}"/>
                </a:ext>
                <a:ext uri="{C183D7F6-B498-43B3-948B-1728B52AA6E4}">
                  <adec:decorative xmlns:adec="http://schemas.microsoft.com/office/drawing/2017/decorative" val="1"/>
                </a:ext>
              </a:extLst>
            </p:cNvPr>
            <p:cNvGrpSpPr/>
            <p:nvPr userDrawn="1"/>
          </p:nvGrpSpPr>
          <p:grpSpPr>
            <a:xfrm>
              <a:off x="428625" y="4310002"/>
              <a:ext cx="5300843" cy="1766948"/>
              <a:chOff x="428625" y="4310002"/>
              <a:chExt cx="5300843" cy="1766948"/>
            </a:xfrm>
          </p:grpSpPr>
          <p:pic>
            <p:nvPicPr>
              <p:cNvPr id="2" name="Graphic 1">
                <a:extLst>
                  <a:ext uri="{FF2B5EF4-FFF2-40B4-BE49-F238E27FC236}">
                    <a16:creationId xmlns:a16="http://schemas.microsoft.com/office/drawing/2014/main" id="{8FBCF81C-1DA3-24A3-8E55-9CA5BC839F7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flipV="1">
                <a:off x="428625" y="4310002"/>
                <a:ext cx="1766948" cy="1766948"/>
              </a:xfrm>
              <a:prstGeom prst="rect">
                <a:avLst/>
              </a:prstGeom>
            </p:spPr>
          </p:pic>
          <p:pic>
            <p:nvPicPr>
              <p:cNvPr id="5" name="Graphic 4">
                <a:extLst>
                  <a:ext uri="{FF2B5EF4-FFF2-40B4-BE49-F238E27FC236}">
                    <a16:creationId xmlns:a16="http://schemas.microsoft.com/office/drawing/2014/main" id="{348E1E0A-264A-96FA-176D-13C5C385108E}"/>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5400000" flipH="1" flipV="1">
                <a:off x="2195573" y="4310002"/>
                <a:ext cx="1766948" cy="1766948"/>
              </a:xfrm>
              <a:prstGeom prst="rect">
                <a:avLst/>
              </a:prstGeom>
            </p:spPr>
          </p:pic>
          <p:pic>
            <p:nvPicPr>
              <p:cNvPr id="6" name="Graphic 5">
                <a:extLst>
                  <a:ext uri="{FF2B5EF4-FFF2-40B4-BE49-F238E27FC236}">
                    <a16:creationId xmlns:a16="http://schemas.microsoft.com/office/drawing/2014/main" id="{292A2FD9-20D2-8E7B-5993-E564C217E7C5}"/>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flipV="1">
                <a:off x="3962520" y="4310002"/>
                <a:ext cx="1766948" cy="1766948"/>
              </a:xfrm>
              <a:prstGeom prst="rect">
                <a:avLst/>
              </a:prstGeom>
            </p:spPr>
          </p:pic>
        </p:grpSp>
      </p:grpSp>
      <p:sp>
        <p:nvSpPr>
          <p:cNvPr id="4" name="Title 4">
            <a:extLst>
              <a:ext uri="{FF2B5EF4-FFF2-40B4-BE49-F238E27FC236}">
                <a16:creationId xmlns:a16="http://schemas.microsoft.com/office/drawing/2014/main" id="{0567AF7A-4C14-837A-83E7-6300B72CB6B5}"/>
              </a:ext>
            </a:extLst>
          </p:cNvPr>
          <p:cNvSpPr>
            <a:spLocks noGrp="1"/>
          </p:cNvSpPr>
          <p:nvPr>
            <p:ph type="title" hasCustomPrompt="1"/>
          </p:nvPr>
        </p:nvSpPr>
        <p:spPr>
          <a:xfrm>
            <a:off x="413247" y="1895312"/>
            <a:ext cx="5486400" cy="1645920"/>
          </a:xfrm>
        </p:spPr>
        <p:txBody>
          <a:bodyPr/>
          <a:lstStyle>
            <a:lvl1pPr>
              <a:spcAft>
                <a:spcPts val="300"/>
              </a:spcAft>
              <a:defRPr lang="en-US" sz="4800" kern="1200" dirty="0">
                <a:solidFill>
                  <a:schemeClr val="accent3"/>
                </a:solidFill>
                <a:latin typeface="+mj-lt"/>
                <a:ea typeface="+mn-ea"/>
                <a:cs typeface="+mn-cs"/>
              </a:defRPr>
            </a:lvl1pPr>
          </a:lstStyle>
          <a:p>
            <a:pPr lvl="0"/>
            <a:r>
              <a:rPr lang="en-US"/>
              <a:t>Chapter title</a:t>
            </a:r>
            <a:br>
              <a:rPr lang="en-US"/>
            </a:br>
            <a:r>
              <a:rPr lang="en-US"/>
              <a:t>two lines</a:t>
            </a:r>
          </a:p>
        </p:txBody>
      </p:sp>
      <p:sp>
        <p:nvSpPr>
          <p:cNvPr id="10" name="Text Placeholder 8">
            <a:extLst>
              <a:ext uri="{FF2B5EF4-FFF2-40B4-BE49-F238E27FC236}">
                <a16:creationId xmlns:a16="http://schemas.microsoft.com/office/drawing/2014/main" id="{E6A433C3-3331-53B1-492C-AC6E515968BF}"/>
              </a:ext>
            </a:extLst>
          </p:cNvPr>
          <p:cNvSpPr>
            <a:spLocks noGrp="1"/>
          </p:cNvSpPr>
          <p:nvPr>
            <p:ph type="body" sz="quarter" idx="14" hasCustomPrompt="1"/>
          </p:nvPr>
        </p:nvSpPr>
        <p:spPr>
          <a:xfrm>
            <a:off x="390098" y="389618"/>
            <a:ext cx="1423467"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25</a:t>
            </a:r>
          </a:p>
        </p:txBody>
      </p:sp>
      <p:sp>
        <p:nvSpPr>
          <p:cNvPr id="7" name="Picture Placeholder 6">
            <a:extLst>
              <a:ext uri="{FF2B5EF4-FFF2-40B4-BE49-F238E27FC236}">
                <a16:creationId xmlns:a16="http://schemas.microsoft.com/office/drawing/2014/main" id="{8A5AEFA2-DD77-7344-3047-A0816989267B}"/>
              </a:ext>
              <a:ext uri="{C183D7F6-B498-43B3-948B-1728B52AA6E4}">
                <adec:decorative xmlns:adec="http://schemas.microsoft.com/office/drawing/2017/decorative" val="1"/>
              </a:ext>
            </a:extLst>
          </p:cNvPr>
          <p:cNvSpPr>
            <a:spLocks noGrp="1"/>
          </p:cNvSpPr>
          <p:nvPr>
            <p:ph type="pic" sz="quarter" idx="11"/>
          </p:nvPr>
        </p:nvSpPr>
        <p:spPr>
          <a:xfrm>
            <a:off x="6092952" y="0"/>
            <a:ext cx="6099048" cy="6858000"/>
          </a:xfrm>
        </p:spPr>
        <p:txBody>
          <a:bodyPr tIns="822960" bIns="0" anchor="ctr"/>
          <a:lstStyle>
            <a:lvl1pPr marL="0" indent="0" algn="ctr">
              <a:buNone/>
              <a:defRPr>
                <a:solidFill>
                  <a:schemeClr val="accent3"/>
                </a:solidFill>
              </a:defRPr>
            </a:lvl1pPr>
          </a:lstStyle>
          <a:p>
            <a:r>
              <a:rPr lang="fr-FR"/>
              <a:t>Cliquez sur l'icône pour ajouter une image</a:t>
            </a:r>
            <a:endParaRPr lang="en-US"/>
          </a:p>
        </p:txBody>
      </p:sp>
      <p:sp>
        <p:nvSpPr>
          <p:cNvPr id="11" name="Graphique 10" descr="Atos logo">
            <a:extLst>
              <a:ext uri="{FF2B5EF4-FFF2-40B4-BE49-F238E27FC236}">
                <a16:creationId xmlns:a16="http://schemas.microsoft.com/office/drawing/2014/main" id="{D1212317-83E1-68D2-2200-9D784B9C8599}"/>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Tree>
    <p:extLst>
      <p:ext uri="{BB962C8B-B14F-4D97-AF65-F5344CB8AC3E}">
        <p14:creationId xmlns:p14="http://schemas.microsoft.com/office/powerpoint/2010/main" val="2873276846"/>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showMasterSp="0" preserve="1" userDrawn="1">
  <p:cSld name="Chapter 26">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F11EFBFF-EB73-649E-3786-A726573022E4}"/>
              </a:ext>
              <a:ext uri="{C183D7F6-B498-43B3-948B-1728B52AA6E4}">
                <adec:decorative xmlns:adec="http://schemas.microsoft.com/office/drawing/2017/decorative" val="1"/>
              </a:ext>
            </a:extLst>
          </p:cNvPr>
          <p:cNvGrpSpPr/>
          <p:nvPr userDrawn="1"/>
        </p:nvGrpSpPr>
        <p:grpSpPr>
          <a:xfrm>
            <a:off x="0" y="0"/>
            <a:ext cx="6092952" cy="6858000"/>
            <a:chOff x="0" y="0"/>
            <a:chExt cx="6092952" cy="6858000"/>
          </a:xfrm>
        </p:grpSpPr>
        <p:sp>
          <p:nvSpPr>
            <p:cNvPr id="3" name="Rectangle 2">
              <a:extLst>
                <a:ext uri="{FF2B5EF4-FFF2-40B4-BE49-F238E27FC236}">
                  <a16:creationId xmlns:a16="http://schemas.microsoft.com/office/drawing/2014/main" id="{376404E5-A3DB-9111-AC43-23290E8CD97C}"/>
                </a:ext>
                <a:ext uri="{C183D7F6-B498-43B3-948B-1728B52AA6E4}">
                  <adec:decorative xmlns:adec="http://schemas.microsoft.com/office/drawing/2017/decorative" val="1"/>
                </a:ext>
              </a:extLst>
            </p:cNvPr>
            <p:cNvSpPr/>
            <p:nvPr userDrawn="1"/>
          </p:nvSpPr>
          <p:spPr>
            <a:xfrm>
              <a:off x="0" y="0"/>
              <a:ext cx="6092952"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73480883-7045-4B51-D5F2-F3092D2B129A}"/>
                </a:ext>
                <a:ext uri="{C183D7F6-B498-43B3-948B-1728B52AA6E4}">
                  <adec:decorative xmlns:adec="http://schemas.microsoft.com/office/drawing/2017/decorative" val="1"/>
                </a:ext>
              </a:extLst>
            </p:cNvPr>
            <p:cNvGrpSpPr/>
            <p:nvPr userDrawn="1"/>
          </p:nvGrpSpPr>
          <p:grpSpPr>
            <a:xfrm>
              <a:off x="428625" y="4310002"/>
              <a:ext cx="5300843" cy="1766948"/>
              <a:chOff x="428625" y="4310002"/>
              <a:chExt cx="5300843" cy="1766948"/>
            </a:xfrm>
          </p:grpSpPr>
          <p:pic>
            <p:nvPicPr>
              <p:cNvPr id="2" name="Graphic 1">
                <a:extLst>
                  <a:ext uri="{FF2B5EF4-FFF2-40B4-BE49-F238E27FC236}">
                    <a16:creationId xmlns:a16="http://schemas.microsoft.com/office/drawing/2014/main" id="{8FBCF81C-1DA3-24A3-8E55-9CA5BC839F7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flipV="1">
                <a:off x="428625" y="4310002"/>
                <a:ext cx="1766948" cy="1766948"/>
              </a:xfrm>
              <a:prstGeom prst="rect">
                <a:avLst/>
              </a:prstGeom>
            </p:spPr>
          </p:pic>
          <p:pic>
            <p:nvPicPr>
              <p:cNvPr id="5" name="Graphic 4">
                <a:extLst>
                  <a:ext uri="{FF2B5EF4-FFF2-40B4-BE49-F238E27FC236}">
                    <a16:creationId xmlns:a16="http://schemas.microsoft.com/office/drawing/2014/main" id="{348E1E0A-264A-96FA-176D-13C5C385108E}"/>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5400000" flipH="1" flipV="1">
                <a:off x="2195573" y="4310002"/>
                <a:ext cx="1766948" cy="1766948"/>
              </a:xfrm>
              <a:prstGeom prst="rect">
                <a:avLst/>
              </a:prstGeom>
            </p:spPr>
          </p:pic>
          <p:pic>
            <p:nvPicPr>
              <p:cNvPr id="6" name="Graphic 5">
                <a:extLst>
                  <a:ext uri="{FF2B5EF4-FFF2-40B4-BE49-F238E27FC236}">
                    <a16:creationId xmlns:a16="http://schemas.microsoft.com/office/drawing/2014/main" id="{292A2FD9-20D2-8E7B-5993-E564C217E7C5}"/>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flipV="1">
                <a:off x="3962520" y="4310002"/>
                <a:ext cx="1766948" cy="1766948"/>
              </a:xfrm>
              <a:prstGeom prst="rect">
                <a:avLst/>
              </a:prstGeom>
            </p:spPr>
          </p:pic>
        </p:grpSp>
      </p:grpSp>
      <p:sp>
        <p:nvSpPr>
          <p:cNvPr id="8" name="Title 4">
            <a:extLst>
              <a:ext uri="{FF2B5EF4-FFF2-40B4-BE49-F238E27FC236}">
                <a16:creationId xmlns:a16="http://schemas.microsoft.com/office/drawing/2014/main" id="{73BDDB38-C023-ECFB-7FA7-3D196CAD18C4}"/>
              </a:ext>
            </a:extLst>
          </p:cNvPr>
          <p:cNvSpPr>
            <a:spLocks noGrp="1"/>
          </p:cNvSpPr>
          <p:nvPr>
            <p:ph type="title" hasCustomPrompt="1"/>
          </p:nvPr>
        </p:nvSpPr>
        <p:spPr>
          <a:xfrm>
            <a:off x="413247" y="1895312"/>
            <a:ext cx="5486400" cy="1645920"/>
          </a:xfrm>
        </p:spPr>
        <p:txBody>
          <a:bodyPr/>
          <a:lstStyle>
            <a:lvl1pPr>
              <a:spcAft>
                <a:spcPts val="300"/>
              </a:spcAft>
              <a:defRPr lang="en-US" sz="4800" kern="1200" dirty="0">
                <a:solidFill>
                  <a:schemeClr val="bg1"/>
                </a:solidFill>
                <a:latin typeface="+mj-lt"/>
                <a:ea typeface="+mn-ea"/>
                <a:cs typeface="+mn-cs"/>
              </a:defRPr>
            </a:lvl1pPr>
          </a:lstStyle>
          <a:p>
            <a:pPr lvl="0"/>
            <a:r>
              <a:rPr lang="en-US"/>
              <a:t>Chapter title</a:t>
            </a:r>
            <a:br>
              <a:rPr lang="en-US"/>
            </a:br>
            <a:r>
              <a:rPr lang="en-US"/>
              <a:t>two lines</a:t>
            </a:r>
          </a:p>
        </p:txBody>
      </p:sp>
      <p:sp>
        <p:nvSpPr>
          <p:cNvPr id="10" name="Text Placeholder 8">
            <a:extLst>
              <a:ext uri="{FF2B5EF4-FFF2-40B4-BE49-F238E27FC236}">
                <a16:creationId xmlns:a16="http://schemas.microsoft.com/office/drawing/2014/main" id="{6CC28F0A-14CE-5EE9-604D-DA2FAECF53D6}"/>
              </a:ext>
            </a:extLst>
          </p:cNvPr>
          <p:cNvSpPr>
            <a:spLocks noGrp="1"/>
          </p:cNvSpPr>
          <p:nvPr>
            <p:ph type="body" sz="quarter" idx="14" hasCustomPrompt="1"/>
          </p:nvPr>
        </p:nvSpPr>
        <p:spPr>
          <a:xfrm>
            <a:off x="390098" y="389618"/>
            <a:ext cx="1445909"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26</a:t>
            </a:r>
          </a:p>
        </p:txBody>
      </p:sp>
      <p:sp>
        <p:nvSpPr>
          <p:cNvPr id="7" name="Picture Placeholder 6">
            <a:extLst>
              <a:ext uri="{FF2B5EF4-FFF2-40B4-BE49-F238E27FC236}">
                <a16:creationId xmlns:a16="http://schemas.microsoft.com/office/drawing/2014/main" id="{8A5AEFA2-DD77-7344-3047-A0816989267B}"/>
              </a:ext>
              <a:ext uri="{C183D7F6-B498-43B3-948B-1728B52AA6E4}">
                <adec:decorative xmlns:adec="http://schemas.microsoft.com/office/drawing/2017/decorative" val="1"/>
              </a:ext>
            </a:extLst>
          </p:cNvPr>
          <p:cNvSpPr>
            <a:spLocks noGrp="1"/>
          </p:cNvSpPr>
          <p:nvPr>
            <p:ph type="pic" sz="quarter" idx="11"/>
          </p:nvPr>
        </p:nvSpPr>
        <p:spPr>
          <a:xfrm>
            <a:off x="6092952" y="0"/>
            <a:ext cx="6099048" cy="6858000"/>
          </a:xfrm>
        </p:spPr>
        <p:txBody>
          <a:bodyPr tIns="822960" bIns="0" anchor="ctr"/>
          <a:lstStyle>
            <a:lvl1pPr marL="0" indent="0" algn="ctr">
              <a:buNone/>
              <a:defRPr>
                <a:solidFill>
                  <a:schemeClr val="accent3"/>
                </a:solidFill>
              </a:defRPr>
            </a:lvl1pPr>
          </a:lstStyle>
          <a:p>
            <a:r>
              <a:rPr lang="fr-FR"/>
              <a:t>Cliquez sur l'icône pour ajouter une image</a:t>
            </a:r>
            <a:endParaRPr lang="en-US"/>
          </a:p>
        </p:txBody>
      </p:sp>
      <p:sp>
        <p:nvSpPr>
          <p:cNvPr id="11" name="Graphique 10" descr="Atos logo">
            <a:extLst>
              <a:ext uri="{FF2B5EF4-FFF2-40B4-BE49-F238E27FC236}">
                <a16:creationId xmlns:a16="http://schemas.microsoft.com/office/drawing/2014/main" id="{739B335D-A0EE-42A2-8A84-B0F336795D77}"/>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Tree>
    <p:extLst>
      <p:ext uri="{BB962C8B-B14F-4D97-AF65-F5344CB8AC3E}">
        <p14:creationId xmlns:p14="http://schemas.microsoft.com/office/powerpoint/2010/main" val="1337488485"/>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showMasterSp="0" preserve="1" userDrawn="1">
  <p:cSld name="Chapter 27">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3DA772B0-BE10-8466-ED2D-81966C69A9FF}"/>
              </a:ext>
              <a:ext uri="{C183D7F6-B498-43B3-948B-1728B52AA6E4}">
                <adec:decorative xmlns:adec="http://schemas.microsoft.com/office/drawing/2017/decorative" val="1"/>
              </a:ext>
            </a:extLst>
          </p:cNvPr>
          <p:cNvGrpSpPr/>
          <p:nvPr userDrawn="1"/>
        </p:nvGrpSpPr>
        <p:grpSpPr>
          <a:xfrm>
            <a:off x="0" y="0"/>
            <a:ext cx="6092952" cy="6858000"/>
            <a:chOff x="0" y="0"/>
            <a:chExt cx="6092952" cy="6858000"/>
          </a:xfrm>
        </p:grpSpPr>
        <p:sp>
          <p:nvSpPr>
            <p:cNvPr id="3" name="Rectangle 2">
              <a:extLst>
                <a:ext uri="{FF2B5EF4-FFF2-40B4-BE49-F238E27FC236}">
                  <a16:creationId xmlns:a16="http://schemas.microsoft.com/office/drawing/2014/main" id="{376404E5-A3DB-9111-AC43-23290E8CD97C}"/>
                </a:ext>
                <a:ext uri="{C183D7F6-B498-43B3-948B-1728B52AA6E4}">
                  <adec:decorative xmlns:adec="http://schemas.microsoft.com/office/drawing/2017/decorative" val="1"/>
                </a:ext>
              </a:extLst>
            </p:cNvPr>
            <p:cNvSpPr/>
            <p:nvPr userDrawn="1"/>
          </p:nvSpPr>
          <p:spPr>
            <a:xfrm>
              <a:off x="0" y="0"/>
              <a:ext cx="6092952" cy="6858000"/>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73480883-7045-4B51-D5F2-F3092D2B129A}"/>
                </a:ext>
                <a:ext uri="{C183D7F6-B498-43B3-948B-1728B52AA6E4}">
                  <adec:decorative xmlns:adec="http://schemas.microsoft.com/office/drawing/2017/decorative" val="1"/>
                </a:ext>
              </a:extLst>
            </p:cNvPr>
            <p:cNvGrpSpPr/>
            <p:nvPr userDrawn="1"/>
          </p:nvGrpSpPr>
          <p:grpSpPr>
            <a:xfrm>
              <a:off x="428625" y="4310002"/>
              <a:ext cx="5300843" cy="1766948"/>
              <a:chOff x="428625" y="4310002"/>
              <a:chExt cx="5300843" cy="1766948"/>
            </a:xfrm>
          </p:grpSpPr>
          <p:pic>
            <p:nvPicPr>
              <p:cNvPr id="2" name="Graphic 1">
                <a:extLst>
                  <a:ext uri="{FF2B5EF4-FFF2-40B4-BE49-F238E27FC236}">
                    <a16:creationId xmlns:a16="http://schemas.microsoft.com/office/drawing/2014/main" id="{8FBCF81C-1DA3-24A3-8E55-9CA5BC839F7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flipV="1">
                <a:off x="428625" y="4310002"/>
                <a:ext cx="1766948" cy="1766948"/>
              </a:xfrm>
              <a:prstGeom prst="rect">
                <a:avLst/>
              </a:prstGeom>
            </p:spPr>
          </p:pic>
          <p:pic>
            <p:nvPicPr>
              <p:cNvPr id="5" name="Graphic 4">
                <a:extLst>
                  <a:ext uri="{FF2B5EF4-FFF2-40B4-BE49-F238E27FC236}">
                    <a16:creationId xmlns:a16="http://schemas.microsoft.com/office/drawing/2014/main" id="{348E1E0A-264A-96FA-176D-13C5C385108E}"/>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5400000" flipH="1" flipV="1">
                <a:off x="2195573" y="4310002"/>
                <a:ext cx="1766948" cy="1766948"/>
              </a:xfrm>
              <a:prstGeom prst="rect">
                <a:avLst/>
              </a:prstGeom>
            </p:spPr>
          </p:pic>
          <p:pic>
            <p:nvPicPr>
              <p:cNvPr id="6" name="Graphic 5">
                <a:extLst>
                  <a:ext uri="{FF2B5EF4-FFF2-40B4-BE49-F238E27FC236}">
                    <a16:creationId xmlns:a16="http://schemas.microsoft.com/office/drawing/2014/main" id="{292A2FD9-20D2-8E7B-5993-E564C217E7C5}"/>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flipV="1">
                <a:off x="3962520" y="4310002"/>
                <a:ext cx="1766948" cy="1766948"/>
              </a:xfrm>
              <a:prstGeom prst="rect">
                <a:avLst/>
              </a:prstGeom>
            </p:spPr>
          </p:pic>
        </p:grpSp>
      </p:grpSp>
      <p:sp>
        <p:nvSpPr>
          <p:cNvPr id="8" name="Title 4">
            <a:extLst>
              <a:ext uri="{FF2B5EF4-FFF2-40B4-BE49-F238E27FC236}">
                <a16:creationId xmlns:a16="http://schemas.microsoft.com/office/drawing/2014/main" id="{F9A84E36-6C4D-EC23-D9DC-E47C3F54FC28}"/>
              </a:ext>
            </a:extLst>
          </p:cNvPr>
          <p:cNvSpPr>
            <a:spLocks noGrp="1"/>
          </p:cNvSpPr>
          <p:nvPr>
            <p:ph type="title" hasCustomPrompt="1"/>
          </p:nvPr>
        </p:nvSpPr>
        <p:spPr>
          <a:xfrm>
            <a:off x="413247" y="1895312"/>
            <a:ext cx="5486400" cy="1645920"/>
          </a:xfrm>
        </p:spPr>
        <p:txBody>
          <a:bodyPr/>
          <a:lstStyle>
            <a:lvl1pPr>
              <a:spcAft>
                <a:spcPts val="300"/>
              </a:spcAft>
              <a:defRPr lang="en-US" sz="4800" kern="1200" dirty="0">
                <a:solidFill>
                  <a:schemeClr val="bg1"/>
                </a:solidFill>
                <a:latin typeface="+mj-lt"/>
                <a:ea typeface="+mn-ea"/>
                <a:cs typeface="+mn-cs"/>
              </a:defRPr>
            </a:lvl1pPr>
          </a:lstStyle>
          <a:p>
            <a:pPr lvl="0"/>
            <a:r>
              <a:rPr lang="en-US"/>
              <a:t>Chapter title</a:t>
            </a:r>
            <a:br>
              <a:rPr lang="en-US"/>
            </a:br>
            <a:r>
              <a:rPr lang="en-US"/>
              <a:t>two lines</a:t>
            </a:r>
          </a:p>
        </p:txBody>
      </p:sp>
      <p:sp>
        <p:nvSpPr>
          <p:cNvPr id="10" name="Text Placeholder 8">
            <a:extLst>
              <a:ext uri="{FF2B5EF4-FFF2-40B4-BE49-F238E27FC236}">
                <a16:creationId xmlns:a16="http://schemas.microsoft.com/office/drawing/2014/main" id="{3825B835-CA3B-65BD-649E-D3BFFA9A1C2E}"/>
              </a:ext>
            </a:extLst>
          </p:cNvPr>
          <p:cNvSpPr>
            <a:spLocks noGrp="1"/>
          </p:cNvSpPr>
          <p:nvPr>
            <p:ph type="body" sz="quarter" idx="14" hasCustomPrompt="1"/>
          </p:nvPr>
        </p:nvSpPr>
        <p:spPr>
          <a:xfrm>
            <a:off x="390098" y="389618"/>
            <a:ext cx="1346522"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27</a:t>
            </a:r>
          </a:p>
        </p:txBody>
      </p:sp>
      <p:sp>
        <p:nvSpPr>
          <p:cNvPr id="7" name="Picture Placeholder 6">
            <a:extLst>
              <a:ext uri="{FF2B5EF4-FFF2-40B4-BE49-F238E27FC236}">
                <a16:creationId xmlns:a16="http://schemas.microsoft.com/office/drawing/2014/main" id="{8A5AEFA2-DD77-7344-3047-A0816989267B}"/>
              </a:ext>
              <a:ext uri="{C183D7F6-B498-43B3-948B-1728B52AA6E4}">
                <adec:decorative xmlns:adec="http://schemas.microsoft.com/office/drawing/2017/decorative" val="1"/>
              </a:ext>
            </a:extLst>
          </p:cNvPr>
          <p:cNvSpPr>
            <a:spLocks noGrp="1"/>
          </p:cNvSpPr>
          <p:nvPr>
            <p:ph type="pic" sz="quarter" idx="11"/>
          </p:nvPr>
        </p:nvSpPr>
        <p:spPr>
          <a:xfrm>
            <a:off x="6092952" y="0"/>
            <a:ext cx="6099048" cy="6858000"/>
          </a:xfrm>
        </p:spPr>
        <p:txBody>
          <a:bodyPr tIns="822960" bIns="0" anchor="ctr"/>
          <a:lstStyle>
            <a:lvl1pPr marL="0" indent="0" algn="ctr">
              <a:buNone/>
              <a:defRPr>
                <a:solidFill>
                  <a:schemeClr val="accent3"/>
                </a:solidFill>
              </a:defRPr>
            </a:lvl1pPr>
          </a:lstStyle>
          <a:p>
            <a:r>
              <a:rPr lang="fr-FR"/>
              <a:t>Cliquez sur l'icône pour ajouter une image</a:t>
            </a:r>
            <a:endParaRPr lang="en-US"/>
          </a:p>
        </p:txBody>
      </p:sp>
      <p:sp>
        <p:nvSpPr>
          <p:cNvPr id="11" name="Graphique 10" descr="Atos logo">
            <a:extLst>
              <a:ext uri="{FF2B5EF4-FFF2-40B4-BE49-F238E27FC236}">
                <a16:creationId xmlns:a16="http://schemas.microsoft.com/office/drawing/2014/main" id="{0436BE75-AACC-CC4C-0E2E-8C4B10FFF1B1}"/>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Tree>
    <p:extLst>
      <p:ext uri="{BB962C8B-B14F-4D97-AF65-F5344CB8AC3E}">
        <p14:creationId xmlns:p14="http://schemas.microsoft.com/office/powerpoint/2010/main" val="1775392419"/>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showMasterSp="0" preserve="1" userDrawn="1">
  <p:cSld name="Chapter 28">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751CEFB8-B563-770D-9D99-8C9E8DD0FF79}"/>
              </a:ext>
              <a:ext uri="{C183D7F6-B498-43B3-948B-1728B52AA6E4}">
                <adec:decorative xmlns:adec="http://schemas.microsoft.com/office/drawing/2017/decorative" val="1"/>
              </a:ext>
            </a:extLst>
          </p:cNvPr>
          <p:cNvGrpSpPr/>
          <p:nvPr userDrawn="1"/>
        </p:nvGrpSpPr>
        <p:grpSpPr>
          <a:xfrm>
            <a:off x="6099048" y="0"/>
            <a:ext cx="6092952" cy="6858000"/>
            <a:chOff x="6099048" y="0"/>
            <a:chExt cx="6092952" cy="6858000"/>
          </a:xfrm>
        </p:grpSpPr>
        <p:sp>
          <p:nvSpPr>
            <p:cNvPr id="3" name="Rectangle 2">
              <a:extLst>
                <a:ext uri="{FF2B5EF4-FFF2-40B4-BE49-F238E27FC236}">
                  <a16:creationId xmlns:a16="http://schemas.microsoft.com/office/drawing/2014/main" id="{376404E5-A3DB-9111-AC43-23290E8CD97C}"/>
                </a:ext>
                <a:ext uri="{C183D7F6-B498-43B3-948B-1728B52AA6E4}">
                  <adec:decorative xmlns:adec="http://schemas.microsoft.com/office/drawing/2017/decorative" val="1"/>
                </a:ext>
              </a:extLst>
            </p:cNvPr>
            <p:cNvSpPr/>
            <p:nvPr userDrawn="1"/>
          </p:nvSpPr>
          <p:spPr>
            <a:xfrm>
              <a:off x="6099048" y="0"/>
              <a:ext cx="6092952"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73480883-7045-4B51-D5F2-F3092D2B129A}"/>
                </a:ext>
                <a:ext uri="{C183D7F6-B498-43B3-948B-1728B52AA6E4}">
                  <adec:decorative xmlns:adec="http://schemas.microsoft.com/office/drawing/2017/decorative" val="1"/>
                </a:ext>
              </a:extLst>
            </p:cNvPr>
            <p:cNvGrpSpPr/>
            <p:nvPr userDrawn="1"/>
          </p:nvGrpSpPr>
          <p:grpSpPr>
            <a:xfrm flipV="1">
              <a:off x="6465707" y="315444"/>
              <a:ext cx="5300843" cy="1766948"/>
              <a:chOff x="428625" y="4310002"/>
              <a:chExt cx="5300843" cy="1766948"/>
            </a:xfrm>
          </p:grpSpPr>
          <p:pic>
            <p:nvPicPr>
              <p:cNvPr id="2" name="Graphic 1">
                <a:extLst>
                  <a:ext uri="{FF2B5EF4-FFF2-40B4-BE49-F238E27FC236}">
                    <a16:creationId xmlns:a16="http://schemas.microsoft.com/office/drawing/2014/main" id="{8FBCF81C-1DA3-24A3-8E55-9CA5BC839F7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flipV="1">
                <a:off x="428625" y="4310002"/>
                <a:ext cx="1766948" cy="1766948"/>
              </a:xfrm>
              <a:prstGeom prst="rect">
                <a:avLst/>
              </a:prstGeom>
            </p:spPr>
          </p:pic>
          <p:pic>
            <p:nvPicPr>
              <p:cNvPr id="5" name="Graphic 4">
                <a:extLst>
                  <a:ext uri="{FF2B5EF4-FFF2-40B4-BE49-F238E27FC236}">
                    <a16:creationId xmlns:a16="http://schemas.microsoft.com/office/drawing/2014/main" id="{348E1E0A-264A-96FA-176D-13C5C385108E}"/>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5400000" flipH="1" flipV="1">
                <a:off x="2195573" y="4310002"/>
                <a:ext cx="1766948" cy="1766948"/>
              </a:xfrm>
              <a:prstGeom prst="rect">
                <a:avLst/>
              </a:prstGeom>
            </p:spPr>
          </p:pic>
          <p:pic>
            <p:nvPicPr>
              <p:cNvPr id="6" name="Graphic 5">
                <a:extLst>
                  <a:ext uri="{FF2B5EF4-FFF2-40B4-BE49-F238E27FC236}">
                    <a16:creationId xmlns:a16="http://schemas.microsoft.com/office/drawing/2014/main" id="{292A2FD9-20D2-8E7B-5993-E564C217E7C5}"/>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flipV="1">
                <a:off x="3962520" y="4310002"/>
                <a:ext cx="1766948" cy="1766948"/>
              </a:xfrm>
              <a:prstGeom prst="rect">
                <a:avLst/>
              </a:prstGeom>
            </p:spPr>
          </p:pic>
        </p:grpSp>
      </p:grpSp>
      <p:sp>
        <p:nvSpPr>
          <p:cNvPr id="10" name="Title 4">
            <a:extLst>
              <a:ext uri="{FF2B5EF4-FFF2-40B4-BE49-F238E27FC236}">
                <a16:creationId xmlns:a16="http://schemas.microsoft.com/office/drawing/2014/main" id="{AC9242F1-43B4-A76C-349C-F7B1071DD0C4}"/>
              </a:ext>
            </a:extLst>
          </p:cNvPr>
          <p:cNvSpPr>
            <a:spLocks noGrp="1"/>
          </p:cNvSpPr>
          <p:nvPr>
            <p:ph type="title" hasCustomPrompt="1"/>
          </p:nvPr>
        </p:nvSpPr>
        <p:spPr>
          <a:xfrm>
            <a:off x="6427180" y="3897616"/>
            <a:ext cx="5340096" cy="1645920"/>
          </a:xfrm>
        </p:spPr>
        <p:txBody>
          <a:bodyPr/>
          <a:lstStyle>
            <a:lvl1pPr>
              <a:spcAft>
                <a:spcPts val="300"/>
              </a:spcAft>
              <a:defRPr lang="en-US" sz="4800" kern="1200" dirty="0">
                <a:solidFill>
                  <a:schemeClr val="accent3"/>
                </a:solidFill>
                <a:latin typeface="+mj-lt"/>
                <a:ea typeface="+mn-ea"/>
                <a:cs typeface="+mn-cs"/>
              </a:defRPr>
            </a:lvl1pPr>
          </a:lstStyle>
          <a:p>
            <a:pPr lvl="0"/>
            <a:r>
              <a:rPr lang="en-US"/>
              <a:t>Chapter title</a:t>
            </a:r>
            <a:br>
              <a:rPr lang="en-US"/>
            </a:br>
            <a:r>
              <a:rPr lang="en-US"/>
              <a:t>two lines</a:t>
            </a:r>
          </a:p>
        </p:txBody>
      </p:sp>
      <p:sp>
        <p:nvSpPr>
          <p:cNvPr id="4" name="Text Placeholder 8">
            <a:extLst>
              <a:ext uri="{FF2B5EF4-FFF2-40B4-BE49-F238E27FC236}">
                <a16:creationId xmlns:a16="http://schemas.microsoft.com/office/drawing/2014/main" id="{971F16D4-8573-7435-9634-F043B7DDF957}"/>
              </a:ext>
            </a:extLst>
          </p:cNvPr>
          <p:cNvSpPr>
            <a:spLocks noGrp="1"/>
          </p:cNvSpPr>
          <p:nvPr>
            <p:ph type="body" sz="quarter" idx="15" hasCustomPrompt="1"/>
          </p:nvPr>
        </p:nvSpPr>
        <p:spPr>
          <a:xfrm>
            <a:off x="6427180" y="2391922"/>
            <a:ext cx="1445909"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28</a:t>
            </a:r>
          </a:p>
        </p:txBody>
      </p:sp>
      <p:sp>
        <p:nvSpPr>
          <p:cNvPr id="8" name="Graphique 10" descr="Atos logo">
            <a:extLst>
              <a:ext uri="{FF2B5EF4-FFF2-40B4-BE49-F238E27FC236}">
                <a16:creationId xmlns:a16="http://schemas.microsoft.com/office/drawing/2014/main" id="{0348FDAC-BB8D-EE05-649D-F9427FB5C1D7}"/>
              </a:ext>
              <a:ext uri="{C183D7F6-B498-43B3-948B-1728B52AA6E4}">
                <adec:decorative xmlns:adec="http://schemas.microsoft.com/office/drawing/2017/decorative" val="0"/>
              </a:ext>
            </a:extLst>
          </p:cNvPr>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7" name="Picture Placeholder 6">
            <a:extLst>
              <a:ext uri="{FF2B5EF4-FFF2-40B4-BE49-F238E27FC236}">
                <a16:creationId xmlns:a16="http://schemas.microsoft.com/office/drawing/2014/main" id="{8A5AEFA2-DD77-7344-3047-A0816989267B}"/>
              </a:ext>
              <a:ext uri="{C183D7F6-B498-43B3-948B-1728B52AA6E4}">
                <adec:decorative xmlns:adec="http://schemas.microsoft.com/office/drawing/2017/decorative" val="1"/>
              </a:ext>
            </a:extLst>
          </p:cNvPr>
          <p:cNvSpPr>
            <a:spLocks noGrp="1"/>
          </p:cNvSpPr>
          <p:nvPr>
            <p:ph type="pic" sz="quarter" idx="11" hasCustomPrompt="1"/>
          </p:nvPr>
        </p:nvSpPr>
        <p:spPr>
          <a:xfrm>
            <a:off x="0" y="0"/>
            <a:ext cx="6099048" cy="6858000"/>
          </a:xfrm>
        </p:spPr>
        <p:txBody>
          <a:bodyPr tIns="1554480" bIns="0" anchor="ctr"/>
          <a:lstStyle>
            <a:lvl1pPr marL="0" indent="0" algn="ctr">
              <a:spcAft>
                <a:spcPts val="0"/>
              </a:spcAft>
              <a:buNone/>
              <a:defRPr>
                <a:solidFill>
                  <a:schemeClr val="accent3"/>
                </a:solidFill>
              </a:defRPr>
            </a:lvl1pPr>
          </a:lstStyle>
          <a:p>
            <a:r>
              <a:rPr lang="en-US"/>
              <a:t>Click icon to add picture</a:t>
            </a:r>
            <a:br>
              <a:rPr lang="en-US"/>
            </a:br>
            <a:r>
              <a:rPr lang="en-US"/>
              <a:t>[Reading order of this slide is failing currently as </a:t>
            </a:r>
            <a:br>
              <a:rPr lang="en-US"/>
            </a:br>
            <a:r>
              <a:rPr lang="en-US"/>
              <a:t>you need to either label your image decorative]</a:t>
            </a:r>
          </a:p>
        </p:txBody>
      </p:sp>
    </p:spTree>
    <p:extLst>
      <p:ext uri="{BB962C8B-B14F-4D97-AF65-F5344CB8AC3E}">
        <p14:creationId xmlns:p14="http://schemas.microsoft.com/office/powerpoint/2010/main" val="2493413725"/>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showMasterSp="0" preserve="1" userDrawn="1">
  <p:cSld name="Chapter 29">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E90E333D-E0E4-41EB-7E6B-E7E0B5E719CA}"/>
              </a:ext>
              <a:ext uri="{C183D7F6-B498-43B3-948B-1728B52AA6E4}">
                <adec:decorative xmlns:adec="http://schemas.microsoft.com/office/drawing/2017/decorative" val="1"/>
              </a:ext>
            </a:extLst>
          </p:cNvPr>
          <p:cNvGrpSpPr/>
          <p:nvPr userDrawn="1"/>
        </p:nvGrpSpPr>
        <p:grpSpPr>
          <a:xfrm>
            <a:off x="6099048" y="0"/>
            <a:ext cx="6092952" cy="6858000"/>
            <a:chOff x="6099048" y="0"/>
            <a:chExt cx="6092952" cy="6858000"/>
          </a:xfrm>
        </p:grpSpPr>
        <p:sp>
          <p:nvSpPr>
            <p:cNvPr id="3" name="Rectangle 2">
              <a:extLst>
                <a:ext uri="{FF2B5EF4-FFF2-40B4-BE49-F238E27FC236}">
                  <a16:creationId xmlns:a16="http://schemas.microsoft.com/office/drawing/2014/main" id="{376404E5-A3DB-9111-AC43-23290E8CD97C}"/>
                </a:ext>
                <a:ext uri="{C183D7F6-B498-43B3-948B-1728B52AA6E4}">
                  <adec:decorative xmlns:adec="http://schemas.microsoft.com/office/drawing/2017/decorative" val="1"/>
                </a:ext>
              </a:extLst>
            </p:cNvPr>
            <p:cNvSpPr/>
            <p:nvPr userDrawn="1"/>
          </p:nvSpPr>
          <p:spPr>
            <a:xfrm>
              <a:off x="6099048" y="0"/>
              <a:ext cx="6092952"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636A8708-EA5F-63FF-9012-778B41E03343}"/>
                </a:ext>
                <a:ext uri="{C183D7F6-B498-43B3-948B-1728B52AA6E4}">
                  <adec:decorative xmlns:adec="http://schemas.microsoft.com/office/drawing/2017/decorative" val="1"/>
                </a:ext>
              </a:extLst>
            </p:cNvPr>
            <p:cNvGrpSpPr/>
            <p:nvPr userDrawn="1"/>
          </p:nvGrpSpPr>
          <p:grpSpPr>
            <a:xfrm flipV="1">
              <a:off x="6465707" y="315444"/>
              <a:ext cx="5300843" cy="1766948"/>
              <a:chOff x="428625" y="4310002"/>
              <a:chExt cx="5300843" cy="1766948"/>
            </a:xfrm>
          </p:grpSpPr>
          <p:pic>
            <p:nvPicPr>
              <p:cNvPr id="14" name="Graphic 13">
                <a:extLst>
                  <a:ext uri="{FF2B5EF4-FFF2-40B4-BE49-F238E27FC236}">
                    <a16:creationId xmlns:a16="http://schemas.microsoft.com/office/drawing/2014/main" id="{B515B648-1B87-E6B5-9CBE-B7CFC49DC173}"/>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flipV="1">
                <a:off x="428625" y="4310002"/>
                <a:ext cx="1766948" cy="1766948"/>
              </a:xfrm>
              <a:prstGeom prst="rect">
                <a:avLst/>
              </a:prstGeom>
            </p:spPr>
          </p:pic>
          <p:pic>
            <p:nvPicPr>
              <p:cNvPr id="15" name="Graphic 14">
                <a:extLst>
                  <a:ext uri="{FF2B5EF4-FFF2-40B4-BE49-F238E27FC236}">
                    <a16:creationId xmlns:a16="http://schemas.microsoft.com/office/drawing/2014/main" id="{87854A9F-23C9-BD8B-E090-EC696B92F05E}"/>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5400000" flipH="1" flipV="1">
                <a:off x="2195573" y="4310002"/>
                <a:ext cx="1766948" cy="1766948"/>
              </a:xfrm>
              <a:prstGeom prst="rect">
                <a:avLst/>
              </a:prstGeom>
            </p:spPr>
          </p:pic>
          <p:pic>
            <p:nvPicPr>
              <p:cNvPr id="16" name="Graphic 15">
                <a:extLst>
                  <a:ext uri="{FF2B5EF4-FFF2-40B4-BE49-F238E27FC236}">
                    <a16:creationId xmlns:a16="http://schemas.microsoft.com/office/drawing/2014/main" id="{CAE5BE78-322C-C02F-69CA-A6153356716C}"/>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flipV="1">
                <a:off x="3962520" y="4310002"/>
                <a:ext cx="1766948" cy="1766948"/>
              </a:xfrm>
              <a:prstGeom prst="rect">
                <a:avLst/>
              </a:prstGeom>
            </p:spPr>
          </p:pic>
        </p:grpSp>
      </p:grpSp>
      <p:sp>
        <p:nvSpPr>
          <p:cNvPr id="8" name="Title 4">
            <a:extLst>
              <a:ext uri="{FF2B5EF4-FFF2-40B4-BE49-F238E27FC236}">
                <a16:creationId xmlns:a16="http://schemas.microsoft.com/office/drawing/2014/main" id="{7238B460-902B-10A2-1B47-E19F7237BBA5}"/>
              </a:ext>
            </a:extLst>
          </p:cNvPr>
          <p:cNvSpPr>
            <a:spLocks noGrp="1"/>
          </p:cNvSpPr>
          <p:nvPr>
            <p:ph type="title" hasCustomPrompt="1"/>
          </p:nvPr>
        </p:nvSpPr>
        <p:spPr>
          <a:xfrm>
            <a:off x="6427180" y="3897616"/>
            <a:ext cx="5340096" cy="1645920"/>
          </a:xfrm>
        </p:spPr>
        <p:txBody>
          <a:bodyPr/>
          <a:lstStyle>
            <a:lvl1pPr>
              <a:spcAft>
                <a:spcPts val="300"/>
              </a:spcAft>
              <a:defRPr lang="en-US" sz="4800" kern="1200" dirty="0">
                <a:solidFill>
                  <a:schemeClr val="bg1"/>
                </a:solidFill>
                <a:latin typeface="+mj-lt"/>
                <a:ea typeface="+mn-ea"/>
                <a:cs typeface="+mn-cs"/>
              </a:defRPr>
            </a:lvl1pPr>
          </a:lstStyle>
          <a:p>
            <a:pPr lvl="0"/>
            <a:r>
              <a:rPr lang="en-US"/>
              <a:t>Chapter title</a:t>
            </a:r>
            <a:br>
              <a:rPr lang="en-US"/>
            </a:br>
            <a:r>
              <a:rPr lang="en-US"/>
              <a:t>two lines</a:t>
            </a:r>
          </a:p>
        </p:txBody>
      </p:sp>
      <p:sp>
        <p:nvSpPr>
          <p:cNvPr id="6" name="Text Placeholder 8">
            <a:extLst>
              <a:ext uri="{FF2B5EF4-FFF2-40B4-BE49-F238E27FC236}">
                <a16:creationId xmlns:a16="http://schemas.microsoft.com/office/drawing/2014/main" id="{54B6605C-B282-BBB6-5839-EC88621437B6}"/>
              </a:ext>
            </a:extLst>
          </p:cNvPr>
          <p:cNvSpPr>
            <a:spLocks noGrp="1"/>
          </p:cNvSpPr>
          <p:nvPr>
            <p:ph type="body" sz="quarter" idx="15" hasCustomPrompt="1"/>
          </p:nvPr>
        </p:nvSpPr>
        <p:spPr>
          <a:xfrm>
            <a:off x="6427180" y="2391922"/>
            <a:ext cx="1444306"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29</a:t>
            </a:r>
          </a:p>
        </p:txBody>
      </p:sp>
      <p:sp>
        <p:nvSpPr>
          <p:cNvPr id="17" name="Graphique 10" descr="Atos logo">
            <a:extLst>
              <a:ext uri="{FF2B5EF4-FFF2-40B4-BE49-F238E27FC236}">
                <a16:creationId xmlns:a16="http://schemas.microsoft.com/office/drawing/2014/main" id="{4DA78401-6EEC-C6E8-8702-A0E157289B2C}"/>
              </a:ext>
              <a:ext uri="{C183D7F6-B498-43B3-948B-1728B52AA6E4}">
                <adec:decorative xmlns:adec="http://schemas.microsoft.com/office/drawing/2017/decorative" val="0"/>
              </a:ext>
            </a:extLst>
          </p:cNvPr>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7" name="Picture Placeholder 6">
            <a:extLst>
              <a:ext uri="{FF2B5EF4-FFF2-40B4-BE49-F238E27FC236}">
                <a16:creationId xmlns:a16="http://schemas.microsoft.com/office/drawing/2014/main" id="{8A5AEFA2-DD77-7344-3047-A0816989267B}"/>
              </a:ext>
              <a:ext uri="{C183D7F6-B498-43B3-948B-1728B52AA6E4}">
                <adec:decorative xmlns:adec="http://schemas.microsoft.com/office/drawing/2017/decorative" val="1"/>
              </a:ext>
            </a:extLst>
          </p:cNvPr>
          <p:cNvSpPr>
            <a:spLocks noGrp="1"/>
          </p:cNvSpPr>
          <p:nvPr>
            <p:ph type="pic" sz="quarter" idx="11" hasCustomPrompt="1"/>
          </p:nvPr>
        </p:nvSpPr>
        <p:spPr>
          <a:xfrm>
            <a:off x="0" y="0"/>
            <a:ext cx="6099048" cy="6858000"/>
          </a:xfrm>
        </p:spPr>
        <p:txBody>
          <a:bodyPr tIns="1554480" bIns="0" anchor="ctr"/>
          <a:lstStyle>
            <a:lvl1pPr marL="0" indent="0" algn="ctr">
              <a:spcAft>
                <a:spcPts val="0"/>
              </a:spcAft>
              <a:buNone/>
              <a:defRPr>
                <a:solidFill>
                  <a:schemeClr val="accent3"/>
                </a:solidFill>
              </a:defRPr>
            </a:lvl1pPr>
          </a:lstStyle>
          <a:p>
            <a:r>
              <a:rPr lang="en-US"/>
              <a:t>Click icon to add picture</a:t>
            </a:r>
            <a:br>
              <a:rPr lang="en-US"/>
            </a:br>
            <a:r>
              <a:rPr lang="en-US"/>
              <a:t>[Reading order of this slide is failing currently as </a:t>
            </a:r>
            <a:br>
              <a:rPr lang="en-US"/>
            </a:br>
            <a:r>
              <a:rPr lang="en-US"/>
              <a:t>you need to either label your image decorative]</a:t>
            </a:r>
          </a:p>
        </p:txBody>
      </p:sp>
    </p:spTree>
    <p:extLst>
      <p:ext uri="{BB962C8B-B14F-4D97-AF65-F5344CB8AC3E}">
        <p14:creationId xmlns:p14="http://schemas.microsoft.com/office/powerpoint/2010/main" val="3828927825"/>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showMasterSp="0" preserve="1" userDrawn="1">
  <p:cSld name="Chapter 30">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4562BE8B-C875-0792-6A10-7514DD6734B1}"/>
              </a:ext>
              <a:ext uri="{C183D7F6-B498-43B3-948B-1728B52AA6E4}">
                <adec:decorative xmlns:adec="http://schemas.microsoft.com/office/drawing/2017/decorative" val="1"/>
              </a:ext>
            </a:extLst>
          </p:cNvPr>
          <p:cNvGrpSpPr/>
          <p:nvPr userDrawn="1"/>
        </p:nvGrpSpPr>
        <p:grpSpPr>
          <a:xfrm>
            <a:off x="6099048" y="0"/>
            <a:ext cx="6092952" cy="6858000"/>
            <a:chOff x="6099048" y="0"/>
            <a:chExt cx="6092952" cy="6858000"/>
          </a:xfrm>
        </p:grpSpPr>
        <p:sp>
          <p:nvSpPr>
            <p:cNvPr id="3" name="Rectangle 2">
              <a:extLst>
                <a:ext uri="{FF2B5EF4-FFF2-40B4-BE49-F238E27FC236}">
                  <a16:creationId xmlns:a16="http://schemas.microsoft.com/office/drawing/2014/main" id="{376404E5-A3DB-9111-AC43-23290E8CD97C}"/>
                </a:ext>
                <a:ext uri="{C183D7F6-B498-43B3-948B-1728B52AA6E4}">
                  <adec:decorative xmlns:adec="http://schemas.microsoft.com/office/drawing/2017/decorative" val="1"/>
                </a:ext>
              </a:extLst>
            </p:cNvPr>
            <p:cNvSpPr/>
            <p:nvPr userDrawn="1"/>
          </p:nvSpPr>
          <p:spPr>
            <a:xfrm>
              <a:off x="6099048" y="0"/>
              <a:ext cx="6092952" cy="6858000"/>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924BF260-716D-9275-3FE1-C4548FE186B0}"/>
                </a:ext>
                <a:ext uri="{C183D7F6-B498-43B3-948B-1728B52AA6E4}">
                  <adec:decorative xmlns:adec="http://schemas.microsoft.com/office/drawing/2017/decorative" val="1"/>
                </a:ext>
              </a:extLst>
            </p:cNvPr>
            <p:cNvGrpSpPr/>
            <p:nvPr userDrawn="1"/>
          </p:nvGrpSpPr>
          <p:grpSpPr>
            <a:xfrm flipV="1">
              <a:off x="6465707" y="315444"/>
              <a:ext cx="5300843" cy="1766948"/>
              <a:chOff x="428625" y="4310002"/>
              <a:chExt cx="5300843" cy="1766948"/>
            </a:xfrm>
          </p:grpSpPr>
          <p:pic>
            <p:nvPicPr>
              <p:cNvPr id="13" name="Graphic 12">
                <a:extLst>
                  <a:ext uri="{FF2B5EF4-FFF2-40B4-BE49-F238E27FC236}">
                    <a16:creationId xmlns:a16="http://schemas.microsoft.com/office/drawing/2014/main" id="{E677AFD3-C579-BAD7-1C1D-8DDE5975117B}"/>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flipV="1">
                <a:off x="428625" y="4310002"/>
                <a:ext cx="1766948" cy="1766948"/>
              </a:xfrm>
              <a:prstGeom prst="rect">
                <a:avLst/>
              </a:prstGeom>
            </p:spPr>
          </p:pic>
          <p:pic>
            <p:nvPicPr>
              <p:cNvPr id="14" name="Graphic 13">
                <a:extLst>
                  <a:ext uri="{FF2B5EF4-FFF2-40B4-BE49-F238E27FC236}">
                    <a16:creationId xmlns:a16="http://schemas.microsoft.com/office/drawing/2014/main" id="{B52BD12C-8BEC-4782-C65A-41D868D438A3}"/>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5400000" flipH="1" flipV="1">
                <a:off x="2195573" y="4310002"/>
                <a:ext cx="1766948" cy="1766948"/>
              </a:xfrm>
              <a:prstGeom prst="rect">
                <a:avLst/>
              </a:prstGeom>
            </p:spPr>
          </p:pic>
          <p:pic>
            <p:nvPicPr>
              <p:cNvPr id="15" name="Graphic 14">
                <a:extLst>
                  <a:ext uri="{FF2B5EF4-FFF2-40B4-BE49-F238E27FC236}">
                    <a16:creationId xmlns:a16="http://schemas.microsoft.com/office/drawing/2014/main" id="{FE4E468E-7C33-ABD2-A978-CE4163D9FF2D}"/>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flipV="1">
                <a:off x="3962520" y="4310002"/>
                <a:ext cx="1766948" cy="1766948"/>
              </a:xfrm>
              <a:prstGeom prst="rect">
                <a:avLst/>
              </a:prstGeom>
            </p:spPr>
          </p:pic>
        </p:grpSp>
      </p:grpSp>
      <p:sp>
        <p:nvSpPr>
          <p:cNvPr id="9" name="Title 4">
            <a:extLst>
              <a:ext uri="{FF2B5EF4-FFF2-40B4-BE49-F238E27FC236}">
                <a16:creationId xmlns:a16="http://schemas.microsoft.com/office/drawing/2014/main" id="{58DC9F18-5549-E409-1C20-CAD9177354A5}"/>
              </a:ext>
            </a:extLst>
          </p:cNvPr>
          <p:cNvSpPr>
            <a:spLocks noGrp="1"/>
          </p:cNvSpPr>
          <p:nvPr>
            <p:ph type="title" hasCustomPrompt="1"/>
          </p:nvPr>
        </p:nvSpPr>
        <p:spPr>
          <a:xfrm>
            <a:off x="6427180" y="3897616"/>
            <a:ext cx="5340096" cy="1645920"/>
          </a:xfrm>
        </p:spPr>
        <p:txBody>
          <a:bodyPr/>
          <a:lstStyle>
            <a:lvl1pPr>
              <a:spcAft>
                <a:spcPts val="300"/>
              </a:spcAft>
              <a:defRPr lang="en-US" sz="4800" kern="1200" dirty="0">
                <a:solidFill>
                  <a:schemeClr val="bg1"/>
                </a:solidFill>
                <a:latin typeface="+mj-lt"/>
                <a:ea typeface="+mn-ea"/>
                <a:cs typeface="+mn-cs"/>
              </a:defRPr>
            </a:lvl1pPr>
          </a:lstStyle>
          <a:p>
            <a:pPr lvl="0"/>
            <a:r>
              <a:rPr lang="en-US"/>
              <a:t>Chapter title</a:t>
            </a:r>
            <a:br>
              <a:rPr lang="en-US"/>
            </a:br>
            <a:r>
              <a:rPr lang="en-US"/>
              <a:t>two lines</a:t>
            </a:r>
          </a:p>
        </p:txBody>
      </p:sp>
      <p:sp>
        <p:nvSpPr>
          <p:cNvPr id="6" name="Text Placeholder 8">
            <a:extLst>
              <a:ext uri="{FF2B5EF4-FFF2-40B4-BE49-F238E27FC236}">
                <a16:creationId xmlns:a16="http://schemas.microsoft.com/office/drawing/2014/main" id="{60F1895A-14D6-2C8D-6279-1FF0CBA01DB5}"/>
              </a:ext>
            </a:extLst>
          </p:cNvPr>
          <p:cNvSpPr>
            <a:spLocks noGrp="1"/>
          </p:cNvSpPr>
          <p:nvPr>
            <p:ph type="body" sz="quarter" idx="15" hasCustomPrompt="1"/>
          </p:nvPr>
        </p:nvSpPr>
        <p:spPr>
          <a:xfrm>
            <a:off x="6427180" y="2391922"/>
            <a:ext cx="1590179"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30</a:t>
            </a:r>
          </a:p>
        </p:txBody>
      </p:sp>
      <p:sp>
        <p:nvSpPr>
          <p:cNvPr id="8" name="Graphique 10" descr="Atos logo">
            <a:extLst>
              <a:ext uri="{FF2B5EF4-FFF2-40B4-BE49-F238E27FC236}">
                <a16:creationId xmlns:a16="http://schemas.microsoft.com/office/drawing/2014/main" id="{0348FDAC-BB8D-EE05-649D-F9427FB5C1D7}"/>
              </a:ext>
              <a:ext uri="{C183D7F6-B498-43B3-948B-1728B52AA6E4}">
                <adec:decorative xmlns:adec="http://schemas.microsoft.com/office/drawing/2017/decorative" val="0"/>
              </a:ext>
            </a:extLst>
          </p:cNvPr>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7" name="Picture Placeholder 6">
            <a:extLst>
              <a:ext uri="{FF2B5EF4-FFF2-40B4-BE49-F238E27FC236}">
                <a16:creationId xmlns:a16="http://schemas.microsoft.com/office/drawing/2014/main" id="{8A5AEFA2-DD77-7344-3047-A0816989267B}"/>
              </a:ext>
              <a:ext uri="{C183D7F6-B498-43B3-948B-1728B52AA6E4}">
                <adec:decorative xmlns:adec="http://schemas.microsoft.com/office/drawing/2017/decorative" val="1"/>
              </a:ext>
            </a:extLst>
          </p:cNvPr>
          <p:cNvSpPr>
            <a:spLocks noGrp="1"/>
          </p:cNvSpPr>
          <p:nvPr>
            <p:ph type="pic" sz="quarter" idx="11" hasCustomPrompt="1"/>
          </p:nvPr>
        </p:nvSpPr>
        <p:spPr>
          <a:xfrm>
            <a:off x="0" y="0"/>
            <a:ext cx="6099048" cy="6858000"/>
          </a:xfrm>
        </p:spPr>
        <p:txBody>
          <a:bodyPr tIns="1554480" bIns="0" anchor="ctr"/>
          <a:lstStyle>
            <a:lvl1pPr marL="0" indent="0" algn="ctr">
              <a:spcAft>
                <a:spcPts val="0"/>
              </a:spcAft>
              <a:buNone/>
              <a:defRPr>
                <a:solidFill>
                  <a:schemeClr val="accent3"/>
                </a:solidFill>
              </a:defRPr>
            </a:lvl1pPr>
          </a:lstStyle>
          <a:p>
            <a:r>
              <a:rPr lang="en-US"/>
              <a:t>Click icon to add picture</a:t>
            </a:r>
            <a:br>
              <a:rPr lang="en-US"/>
            </a:br>
            <a:r>
              <a:rPr lang="en-US"/>
              <a:t>[Reading order of this slide is failing currently as </a:t>
            </a:r>
            <a:br>
              <a:rPr lang="en-US"/>
            </a:br>
            <a:r>
              <a:rPr lang="en-US"/>
              <a:t>you need to either label your image decorative]</a:t>
            </a:r>
          </a:p>
        </p:txBody>
      </p:sp>
    </p:spTree>
    <p:extLst>
      <p:ext uri="{BB962C8B-B14F-4D97-AF65-F5344CB8AC3E}">
        <p14:creationId xmlns:p14="http://schemas.microsoft.com/office/powerpoint/2010/main" val="2389073793"/>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showMasterSp="0" preserve="1" userDrawn="1">
  <p:cSld name="Chapter 31">
    <p:spTree>
      <p:nvGrpSpPr>
        <p:cNvPr id="1" name=""/>
        <p:cNvGrpSpPr/>
        <p:nvPr/>
      </p:nvGrpSpPr>
      <p:grpSpPr>
        <a:xfrm>
          <a:off x="0" y="0"/>
          <a:ext cx="0" cy="0"/>
          <a:chOff x="0" y="0"/>
          <a:chExt cx="0" cy="0"/>
        </a:xfrm>
      </p:grpSpPr>
      <p:sp>
        <p:nvSpPr>
          <p:cNvPr id="2" name="Title 4">
            <a:extLst>
              <a:ext uri="{FF2B5EF4-FFF2-40B4-BE49-F238E27FC236}">
                <a16:creationId xmlns:a16="http://schemas.microsoft.com/office/drawing/2014/main" id="{FD63BAEC-737F-3455-6E41-44847E5F7C58}"/>
              </a:ext>
            </a:extLst>
          </p:cNvPr>
          <p:cNvSpPr>
            <a:spLocks noGrp="1"/>
          </p:cNvSpPr>
          <p:nvPr>
            <p:ph type="title" hasCustomPrompt="1"/>
          </p:nvPr>
        </p:nvSpPr>
        <p:spPr>
          <a:xfrm>
            <a:off x="413247" y="1895312"/>
            <a:ext cx="5486400" cy="1920240"/>
          </a:xfrm>
        </p:spPr>
        <p:txBody>
          <a:bodyPr/>
          <a:lstStyle>
            <a:lvl1pPr>
              <a:spcAft>
                <a:spcPts val="300"/>
              </a:spcAft>
              <a:defRPr lang="en-US" sz="4800" kern="1200" dirty="0">
                <a:solidFill>
                  <a:schemeClr val="accent3"/>
                </a:solidFill>
                <a:latin typeface="+mj-lt"/>
                <a:ea typeface="+mn-ea"/>
                <a:cs typeface="+mn-cs"/>
              </a:defRPr>
            </a:lvl1pPr>
          </a:lstStyle>
          <a:p>
            <a:pPr lvl="0"/>
            <a:r>
              <a:rPr lang="en-US"/>
              <a:t>Chapter title</a:t>
            </a:r>
            <a:br>
              <a:rPr lang="en-US"/>
            </a:br>
            <a:r>
              <a:rPr lang="en-US"/>
              <a:t>two lines</a:t>
            </a:r>
          </a:p>
        </p:txBody>
      </p:sp>
      <p:sp>
        <p:nvSpPr>
          <p:cNvPr id="4" name="Text Placeholder 8">
            <a:extLst>
              <a:ext uri="{FF2B5EF4-FFF2-40B4-BE49-F238E27FC236}">
                <a16:creationId xmlns:a16="http://schemas.microsoft.com/office/drawing/2014/main" id="{9C972C1F-FA07-7B32-C804-2F9D9DBDCA4B}"/>
              </a:ext>
            </a:extLst>
          </p:cNvPr>
          <p:cNvSpPr>
            <a:spLocks noGrp="1"/>
          </p:cNvSpPr>
          <p:nvPr>
            <p:ph type="body" sz="quarter" idx="14" hasCustomPrompt="1"/>
          </p:nvPr>
        </p:nvSpPr>
        <p:spPr>
          <a:xfrm>
            <a:off x="390098" y="389618"/>
            <a:ext cx="1232710"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31</a:t>
            </a:r>
          </a:p>
        </p:txBody>
      </p:sp>
      <p:sp>
        <p:nvSpPr>
          <p:cNvPr id="3" name="Graphique 10" descr="Atos logo">
            <a:extLst>
              <a:ext uri="{FF2B5EF4-FFF2-40B4-BE49-F238E27FC236}">
                <a16:creationId xmlns:a16="http://schemas.microsoft.com/office/drawing/2014/main" id="{93908D97-756A-94B0-3B08-88685AE4598F}"/>
              </a:ext>
              <a:ext uri="{C183D7F6-B498-43B3-948B-1728B52AA6E4}">
                <adec:decorative xmlns:adec="http://schemas.microsoft.com/office/drawing/2017/decorative" val="0"/>
              </a:ext>
            </a:extLst>
          </p:cNvPr>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accent1"/>
          </a:solidFill>
          <a:ln w="5690" cap="flat">
            <a:noFill/>
            <a:prstDash val="solid"/>
            <a:miter/>
          </a:ln>
        </p:spPr>
        <p:txBody>
          <a:bodyPr rtlCol="0" anchor="ctr"/>
          <a:lstStyle/>
          <a:p>
            <a:endParaRPr lang="fr-FR"/>
          </a:p>
        </p:txBody>
      </p:sp>
      <p:sp>
        <p:nvSpPr>
          <p:cNvPr id="19" name="Picture Placeholder 6">
            <a:extLst>
              <a:ext uri="{FF2B5EF4-FFF2-40B4-BE49-F238E27FC236}">
                <a16:creationId xmlns:a16="http://schemas.microsoft.com/office/drawing/2014/main" id="{A25555FE-C8DD-623E-93FB-3A1B6E1E3091}"/>
              </a:ext>
              <a:ext uri="{C183D7F6-B498-43B3-948B-1728B52AA6E4}">
                <adec:decorative xmlns:adec="http://schemas.microsoft.com/office/drawing/2017/decorative" val="1"/>
              </a:ext>
            </a:extLst>
          </p:cNvPr>
          <p:cNvSpPr>
            <a:spLocks noGrp="1" noChangeAspect="1"/>
          </p:cNvSpPr>
          <p:nvPr>
            <p:ph type="pic" sz="quarter" idx="12"/>
          </p:nvPr>
        </p:nvSpPr>
        <p:spPr>
          <a:xfrm>
            <a:off x="5333999" y="-2"/>
            <a:ext cx="6859655" cy="6862329"/>
          </a:xfrm>
          <a:custGeom>
            <a:avLst/>
            <a:gdLst>
              <a:gd name="connsiteX0" fmla="*/ 0 w 13716008"/>
              <a:gd name="connsiteY0" fmla="*/ 6858000 h 13716000"/>
              <a:gd name="connsiteX1" fmla="*/ 6858004 w 13716008"/>
              <a:gd name="connsiteY1" fmla="*/ 0 h 13716000"/>
              <a:gd name="connsiteX2" fmla="*/ 13716008 w 13716008"/>
              <a:gd name="connsiteY2" fmla="*/ 6858000 h 13716000"/>
              <a:gd name="connsiteX3" fmla="*/ 6858004 w 13716008"/>
              <a:gd name="connsiteY3" fmla="*/ 13716000 h 13716000"/>
              <a:gd name="connsiteX4" fmla="*/ 0 w 13716008"/>
              <a:gd name="connsiteY4" fmla="*/ 6858000 h 13716000"/>
              <a:gd name="connsiteX0" fmla="*/ 0 w 13836759"/>
              <a:gd name="connsiteY0" fmla="*/ 7199252 h 14057252"/>
              <a:gd name="connsiteX1" fmla="*/ 6858004 w 13836759"/>
              <a:gd name="connsiteY1" fmla="*/ 341252 h 14057252"/>
              <a:gd name="connsiteX2" fmla="*/ 10915650 w 13836759"/>
              <a:gd name="connsiteY2" fmla="*/ 1674752 h 14057252"/>
              <a:gd name="connsiteX3" fmla="*/ 13716008 w 13836759"/>
              <a:gd name="connsiteY3" fmla="*/ 7199252 h 14057252"/>
              <a:gd name="connsiteX4" fmla="*/ 6858004 w 13836759"/>
              <a:gd name="connsiteY4" fmla="*/ 14057252 h 14057252"/>
              <a:gd name="connsiteX5" fmla="*/ 0 w 13836759"/>
              <a:gd name="connsiteY5" fmla="*/ 7199252 h 14057252"/>
              <a:gd name="connsiteX0" fmla="*/ 0 w 13836759"/>
              <a:gd name="connsiteY0" fmla="*/ 7199252 h 14057252"/>
              <a:gd name="connsiteX1" fmla="*/ 6858004 w 13836759"/>
              <a:gd name="connsiteY1" fmla="*/ 341252 h 14057252"/>
              <a:gd name="connsiteX2" fmla="*/ 10915650 w 13836759"/>
              <a:gd name="connsiteY2" fmla="*/ 1674752 h 14057252"/>
              <a:gd name="connsiteX3" fmla="*/ 13716008 w 13836759"/>
              <a:gd name="connsiteY3" fmla="*/ 7199252 h 14057252"/>
              <a:gd name="connsiteX4" fmla="*/ 6858004 w 13836759"/>
              <a:gd name="connsiteY4" fmla="*/ 14057252 h 14057252"/>
              <a:gd name="connsiteX5" fmla="*/ 0 w 13836759"/>
              <a:gd name="connsiteY5" fmla="*/ 7199252 h 14057252"/>
              <a:gd name="connsiteX0" fmla="*/ 0 w 13836759"/>
              <a:gd name="connsiteY0" fmla="*/ 6858000 h 13716000"/>
              <a:gd name="connsiteX1" fmla="*/ 6858004 w 13836759"/>
              <a:gd name="connsiteY1" fmla="*/ 0 h 13716000"/>
              <a:gd name="connsiteX2" fmla="*/ 10915650 w 13836759"/>
              <a:gd name="connsiteY2" fmla="*/ 1333500 h 13716000"/>
              <a:gd name="connsiteX3" fmla="*/ 13716008 w 13836759"/>
              <a:gd name="connsiteY3" fmla="*/ 6858000 h 13716000"/>
              <a:gd name="connsiteX4" fmla="*/ 6858004 w 13836759"/>
              <a:gd name="connsiteY4" fmla="*/ 13716000 h 13716000"/>
              <a:gd name="connsiteX5" fmla="*/ 0 w 13836759"/>
              <a:gd name="connsiteY5" fmla="*/ 6858000 h 13716000"/>
              <a:gd name="connsiteX0" fmla="*/ 0 w 13766467"/>
              <a:gd name="connsiteY0" fmla="*/ 6858000 h 13716000"/>
              <a:gd name="connsiteX1" fmla="*/ 6858004 w 13766467"/>
              <a:gd name="connsiteY1" fmla="*/ 0 h 13716000"/>
              <a:gd name="connsiteX2" fmla="*/ 6924222 w 13766467"/>
              <a:gd name="connsiteY2" fmla="*/ 2784928 h 13716000"/>
              <a:gd name="connsiteX3" fmla="*/ 13716008 w 13766467"/>
              <a:gd name="connsiteY3" fmla="*/ 6858000 h 13716000"/>
              <a:gd name="connsiteX4" fmla="*/ 6858004 w 13766467"/>
              <a:gd name="connsiteY4" fmla="*/ 13716000 h 13716000"/>
              <a:gd name="connsiteX5" fmla="*/ 0 w 13766467"/>
              <a:gd name="connsiteY5" fmla="*/ 6858000 h 13716000"/>
              <a:gd name="connsiteX0" fmla="*/ 0 w 13766467"/>
              <a:gd name="connsiteY0" fmla="*/ 6858000 h 13716000"/>
              <a:gd name="connsiteX1" fmla="*/ 6858004 w 13766467"/>
              <a:gd name="connsiteY1" fmla="*/ 0 h 13716000"/>
              <a:gd name="connsiteX2" fmla="*/ 6924222 w 13766467"/>
              <a:gd name="connsiteY2" fmla="*/ 2784928 h 13716000"/>
              <a:gd name="connsiteX3" fmla="*/ 13716008 w 13766467"/>
              <a:gd name="connsiteY3" fmla="*/ 6858000 h 13716000"/>
              <a:gd name="connsiteX4" fmla="*/ 6858004 w 13766467"/>
              <a:gd name="connsiteY4" fmla="*/ 13716000 h 13716000"/>
              <a:gd name="connsiteX5" fmla="*/ 0 w 13766467"/>
              <a:gd name="connsiteY5" fmla="*/ 6858000 h 13716000"/>
              <a:gd name="connsiteX0" fmla="*/ 0 w 13766467"/>
              <a:gd name="connsiteY0" fmla="*/ 6858000 h 13716000"/>
              <a:gd name="connsiteX1" fmla="*/ 6858004 w 13766467"/>
              <a:gd name="connsiteY1" fmla="*/ 0 h 13716000"/>
              <a:gd name="connsiteX2" fmla="*/ 6924222 w 13766467"/>
              <a:gd name="connsiteY2" fmla="*/ 2784928 h 13716000"/>
              <a:gd name="connsiteX3" fmla="*/ 13716008 w 13766467"/>
              <a:gd name="connsiteY3" fmla="*/ 6858000 h 13716000"/>
              <a:gd name="connsiteX4" fmla="*/ 6858004 w 13766467"/>
              <a:gd name="connsiteY4" fmla="*/ 13716000 h 13716000"/>
              <a:gd name="connsiteX5" fmla="*/ 0 w 13766467"/>
              <a:gd name="connsiteY5" fmla="*/ 6858000 h 13716000"/>
              <a:gd name="connsiteX0" fmla="*/ 0 w 13765909"/>
              <a:gd name="connsiteY0" fmla="*/ 6858000 h 13716000"/>
              <a:gd name="connsiteX1" fmla="*/ 6858004 w 13765909"/>
              <a:gd name="connsiteY1" fmla="*/ 0 h 13716000"/>
              <a:gd name="connsiteX2" fmla="*/ 6848022 w 13765909"/>
              <a:gd name="connsiteY2" fmla="*/ 2784928 h 13716000"/>
              <a:gd name="connsiteX3" fmla="*/ 13716008 w 13765909"/>
              <a:gd name="connsiteY3" fmla="*/ 6858000 h 13716000"/>
              <a:gd name="connsiteX4" fmla="*/ 6858004 w 13765909"/>
              <a:gd name="connsiteY4" fmla="*/ 13716000 h 13716000"/>
              <a:gd name="connsiteX5" fmla="*/ 0 w 13765909"/>
              <a:gd name="connsiteY5" fmla="*/ 6858000 h 13716000"/>
              <a:gd name="connsiteX0" fmla="*/ 0 w 13765909"/>
              <a:gd name="connsiteY0" fmla="*/ 6858000 h 13716000"/>
              <a:gd name="connsiteX1" fmla="*/ 6858004 w 13765909"/>
              <a:gd name="connsiteY1" fmla="*/ 0 h 13716000"/>
              <a:gd name="connsiteX2" fmla="*/ 6848022 w 13765909"/>
              <a:gd name="connsiteY2" fmla="*/ 2784928 h 13716000"/>
              <a:gd name="connsiteX3" fmla="*/ 13716008 w 13765909"/>
              <a:gd name="connsiteY3" fmla="*/ 6858000 h 13716000"/>
              <a:gd name="connsiteX4" fmla="*/ 6858004 w 13765909"/>
              <a:gd name="connsiteY4" fmla="*/ 13716000 h 13716000"/>
              <a:gd name="connsiteX5" fmla="*/ 0 w 13765909"/>
              <a:gd name="connsiteY5" fmla="*/ 6858000 h 13716000"/>
              <a:gd name="connsiteX0" fmla="*/ 0 w 7128220"/>
              <a:gd name="connsiteY0" fmla="*/ 6858000 h 13738479"/>
              <a:gd name="connsiteX1" fmla="*/ 6858004 w 7128220"/>
              <a:gd name="connsiteY1" fmla="*/ 0 h 13738479"/>
              <a:gd name="connsiteX2" fmla="*/ 6848022 w 7128220"/>
              <a:gd name="connsiteY2" fmla="*/ 2784928 h 13738479"/>
              <a:gd name="connsiteX3" fmla="*/ 4635508 w 7128220"/>
              <a:gd name="connsiteY3" fmla="*/ 4864100 h 13738479"/>
              <a:gd name="connsiteX4" fmla="*/ 6858004 w 7128220"/>
              <a:gd name="connsiteY4" fmla="*/ 13716000 h 13738479"/>
              <a:gd name="connsiteX5" fmla="*/ 0 w 7128220"/>
              <a:gd name="connsiteY5" fmla="*/ 6858000 h 13738479"/>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0 w 7128220"/>
              <a:gd name="connsiteY0" fmla="*/ 6858000 h 7395439"/>
              <a:gd name="connsiteX1" fmla="*/ 6858004 w 7128220"/>
              <a:gd name="connsiteY1" fmla="*/ 0 h 7395439"/>
              <a:gd name="connsiteX2" fmla="*/ 6848022 w 7128220"/>
              <a:gd name="connsiteY2" fmla="*/ 2784928 h 7395439"/>
              <a:gd name="connsiteX3" fmla="*/ 4635508 w 7128220"/>
              <a:gd name="connsiteY3" fmla="*/ 4864100 h 7395439"/>
              <a:gd name="connsiteX4" fmla="*/ 2905436 w 7128220"/>
              <a:gd name="connsiteY4" fmla="*/ 7315200 h 7395439"/>
              <a:gd name="connsiteX5" fmla="*/ 0 w 7128220"/>
              <a:gd name="connsiteY5" fmla="*/ 6858000 h 7395439"/>
              <a:gd name="connsiteX0" fmla="*/ 0 w 7128220"/>
              <a:gd name="connsiteY0" fmla="*/ 6858000 h 7016049"/>
              <a:gd name="connsiteX1" fmla="*/ 6858004 w 7128220"/>
              <a:gd name="connsiteY1" fmla="*/ 0 h 7016049"/>
              <a:gd name="connsiteX2" fmla="*/ 6848022 w 7128220"/>
              <a:gd name="connsiteY2" fmla="*/ 2784928 h 7016049"/>
              <a:gd name="connsiteX3" fmla="*/ 4635508 w 7128220"/>
              <a:gd name="connsiteY3" fmla="*/ 4864100 h 7016049"/>
              <a:gd name="connsiteX4" fmla="*/ 2810186 w 7128220"/>
              <a:gd name="connsiteY4" fmla="*/ 6877050 h 7016049"/>
              <a:gd name="connsiteX5" fmla="*/ 0 w 7128220"/>
              <a:gd name="connsiteY5" fmla="*/ 6858000 h 7016049"/>
              <a:gd name="connsiteX0" fmla="*/ 0 w 7128220"/>
              <a:gd name="connsiteY0" fmla="*/ 6858000 h 7016049"/>
              <a:gd name="connsiteX1" fmla="*/ 6858004 w 7128220"/>
              <a:gd name="connsiteY1" fmla="*/ 0 h 7016049"/>
              <a:gd name="connsiteX2" fmla="*/ 6848022 w 7128220"/>
              <a:gd name="connsiteY2" fmla="*/ 2784928 h 7016049"/>
              <a:gd name="connsiteX3" fmla="*/ 4635508 w 7128220"/>
              <a:gd name="connsiteY3" fmla="*/ 4864100 h 7016049"/>
              <a:gd name="connsiteX4" fmla="*/ 2810186 w 7128220"/>
              <a:gd name="connsiteY4" fmla="*/ 6877050 h 7016049"/>
              <a:gd name="connsiteX5" fmla="*/ 0 w 7128220"/>
              <a:gd name="connsiteY5" fmla="*/ 6858000 h 7016049"/>
              <a:gd name="connsiteX0" fmla="*/ 0 w 7128220"/>
              <a:gd name="connsiteY0" fmla="*/ 6858000 h 7016049"/>
              <a:gd name="connsiteX1" fmla="*/ 6858004 w 7128220"/>
              <a:gd name="connsiteY1" fmla="*/ 0 h 7016049"/>
              <a:gd name="connsiteX2" fmla="*/ 6848022 w 7128220"/>
              <a:gd name="connsiteY2" fmla="*/ 2784928 h 7016049"/>
              <a:gd name="connsiteX3" fmla="*/ 4635508 w 7128220"/>
              <a:gd name="connsiteY3" fmla="*/ 4864100 h 7016049"/>
              <a:gd name="connsiteX4" fmla="*/ 2810186 w 7128220"/>
              <a:gd name="connsiteY4" fmla="*/ 6877050 h 7016049"/>
              <a:gd name="connsiteX5" fmla="*/ 0 w 7128220"/>
              <a:gd name="connsiteY5" fmla="*/ 6858000 h 7016049"/>
              <a:gd name="connsiteX0" fmla="*/ 0 w 7128220"/>
              <a:gd name="connsiteY0" fmla="*/ 6858000 h 6877050"/>
              <a:gd name="connsiteX1" fmla="*/ 6858004 w 7128220"/>
              <a:gd name="connsiteY1" fmla="*/ 0 h 6877050"/>
              <a:gd name="connsiteX2" fmla="*/ 6848022 w 7128220"/>
              <a:gd name="connsiteY2" fmla="*/ 2784928 h 6877050"/>
              <a:gd name="connsiteX3" fmla="*/ 4635508 w 7128220"/>
              <a:gd name="connsiteY3" fmla="*/ 4864100 h 6877050"/>
              <a:gd name="connsiteX4" fmla="*/ 2810186 w 7128220"/>
              <a:gd name="connsiteY4" fmla="*/ 6877050 h 6877050"/>
              <a:gd name="connsiteX5" fmla="*/ 0 w 7128220"/>
              <a:gd name="connsiteY5" fmla="*/ 6858000 h 6877050"/>
              <a:gd name="connsiteX0" fmla="*/ 0 w 7128220"/>
              <a:gd name="connsiteY0" fmla="*/ 6858000 h 6858000"/>
              <a:gd name="connsiteX1" fmla="*/ 6858004 w 7128220"/>
              <a:gd name="connsiteY1" fmla="*/ 0 h 6858000"/>
              <a:gd name="connsiteX2" fmla="*/ 6848022 w 7128220"/>
              <a:gd name="connsiteY2" fmla="*/ 2784928 h 6858000"/>
              <a:gd name="connsiteX3" fmla="*/ 4635508 w 7128220"/>
              <a:gd name="connsiteY3" fmla="*/ 4864100 h 6858000"/>
              <a:gd name="connsiteX4" fmla="*/ 2772086 w 7128220"/>
              <a:gd name="connsiteY4" fmla="*/ 6848475 h 6858000"/>
              <a:gd name="connsiteX5" fmla="*/ 0 w 7128220"/>
              <a:gd name="connsiteY5" fmla="*/ 6858000 h 6858000"/>
              <a:gd name="connsiteX0" fmla="*/ 0 w 6858895"/>
              <a:gd name="connsiteY0" fmla="*/ 6858000 h 6858000"/>
              <a:gd name="connsiteX1" fmla="*/ 6858004 w 6858895"/>
              <a:gd name="connsiteY1" fmla="*/ 0 h 6858000"/>
              <a:gd name="connsiteX2" fmla="*/ 6848022 w 6858895"/>
              <a:gd name="connsiteY2" fmla="*/ 2784928 h 6858000"/>
              <a:gd name="connsiteX3" fmla="*/ 2772086 w 6858895"/>
              <a:gd name="connsiteY3" fmla="*/ 6848475 h 6858000"/>
              <a:gd name="connsiteX4" fmla="*/ 0 w 6858895"/>
              <a:gd name="connsiteY4" fmla="*/ 6858000 h 6858000"/>
              <a:gd name="connsiteX0" fmla="*/ 0 w 6858895"/>
              <a:gd name="connsiteY0" fmla="*/ 6858000 h 6858000"/>
              <a:gd name="connsiteX1" fmla="*/ 6858004 w 6858895"/>
              <a:gd name="connsiteY1" fmla="*/ 0 h 6858000"/>
              <a:gd name="connsiteX2" fmla="*/ 6848022 w 6858895"/>
              <a:gd name="connsiteY2" fmla="*/ 2784928 h 6858000"/>
              <a:gd name="connsiteX3" fmla="*/ 2772086 w 6858895"/>
              <a:gd name="connsiteY3" fmla="*/ 6848475 h 6858000"/>
              <a:gd name="connsiteX4" fmla="*/ 0 w 6858895"/>
              <a:gd name="connsiteY4" fmla="*/ 6858000 h 6858000"/>
              <a:gd name="connsiteX0" fmla="*/ 0 w 6858895"/>
              <a:gd name="connsiteY0" fmla="*/ 6858000 h 6858000"/>
              <a:gd name="connsiteX1" fmla="*/ 6858004 w 6858895"/>
              <a:gd name="connsiteY1" fmla="*/ 0 h 6858000"/>
              <a:gd name="connsiteX2" fmla="*/ 6848022 w 6858895"/>
              <a:gd name="connsiteY2" fmla="*/ 2784928 h 6858000"/>
              <a:gd name="connsiteX3" fmla="*/ 2772086 w 6858895"/>
              <a:gd name="connsiteY3" fmla="*/ 6848475 h 6858000"/>
              <a:gd name="connsiteX4" fmla="*/ 0 w 685889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72086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827504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827504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76184"/>
              <a:gd name="connsiteX1" fmla="*/ 6858004 w 6859655"/>
              <a:gd name="connsiteY1" fmla="*/ 0 h 6876184"/>
              <a:gd name="connsiteX2" fmla="*/ 6857547 w 6859655"/>
              <a:gd name="connsiteY2" fmla="*/ 2775403 h 6876184"/>
              <a:gd name="connsiteX3" fmla="*/ 2785941 w 6859655"/>
              <a:gd name="connsiteY3" fmla="*/ 6876184 h 6876184"/>
              <a:gd name="connsiteX4" fmla="*/ 0 w 6859655"/>
              <a:gd name="connsiteY4" fmla="*/ 6858000 h 6876184"/>
              <a:gd name="connsiteX0" fmla="*/ 0 w 6859655"/>
              <a:gd name="connsiteY0" fmla="*/ 6858000 h 6862329"/>
              <a:gd name="connsiteX1" fmla="*/ 6858004 w 6859655"/>
              <a:gd name="connsiteY1" fmla="*/ 0 h 6862329"/>
              <a:gd name="connsiteX2" fmla="*/ 6857547 w 6859655"/>
              <a:gd name="connsiteY2" fmla="*/ 2775403 h 6862329"/>
              <a:gd name="connsiteX3" fmla="*/ 2785941 w 6859655"/>
              <a:gd name="connsiteY3" fmla="*/ 6862329 h 6862329"/>
              <a:gd name="connsiteX4" fmla="*/ 0 w 6859655"/>
              <a:gd name="connsiteY4" fmla="*/ 6858000 h 6862329"/>
              <a:gd name="connsiteX0" fmla="*/ 0 w 6859655"/>
              <a:gd name="connsiteY0" fmla="*/ 6858000 h 6862329"/>
              <a:gd name="connsiteX1" fmla="*/ 6858004 w 6859655"/>
              <a:gd name="connsiteY1" fmla="*/ 0 h 6862329"/>
              <a:gd name="connsiteX2" fmla="*/ 6857547 w 6859655"/>
              <a:gd name="connsiteY2" fmla="*/ 2775403 h 6862329"/>
              <a:gd name="connsiteX3" fmla="*/ 2785941 w 6859655"/>
              <a:gd name="connsiteY3" fmla="*/ 6862329 h 6862329"/>
              <a:gd name="connsiteX4" fmla="*/ 0 w 6859655"/>
              <a:gd name="connsiteY4" fmla="*/ 6858000 h 68623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59655" h="6862329">
                <a:moveTo>
                  <a:pt x="0" y="6858000"/>
                </a:moveTo>
                <a:cubicBezTo>
                  <a:pt x="92703" y="2794000"/>
                  <a:pt x="3259119" y="29029"/>
                  <a:pt x="6858004" y="0"/>
                </a:cubicBezTo>
                <a:cubicBezTo>
                  <a:pt x="6862993" y="1749878"/>
                  <a:pt x="6854824" y="2086881"/>
                  <a:pt x="6857547" y="2775403"/>
                </a:cubicBezTo>
                <a:cubicBezTo>
                  <a:pt x="3237665" y="2988560"/>
                  <a:pt x="2735787" y="6128065"/>
                  <a:pt x="2785941" y="6862329"/>
                </a:cubicBezTo>
                <a:cubicBezTo>
                  <a:pt x="1965731" y="6851746"/>
                  <a:pt x="2255889" y="6838950"/>
                  <a:pt x="0" y="6858000"/>
                </a:cubicBezTo>
                <a:close/>
              </a:path>
            </a:pathLst>
          </a:custGeom>
        </p:spPr>
        <p:txBody>
          <a:bodyPr bIns="822960" anchor="ctr"/>
          <a:lstStyle>
            <a:lvl1pPr marL="0" indent="0" algn="ctr">
              <a:buNone/>
              <a:defRPr/>
            </a:lvl1pPr>
          </a:lstStyle>
          <a:p>
            <a:r>
              <a:rPr lang="fr-FR"/>
              <a:t>Cliquez sur l'icône pour ajouter une image</a:t>
            </a:r>
            <a:endParaRPr lang="en-US"/>
          </a:p>
        </p:txBody>
      </p:sp>
    </p:spTree>
    <p:extLst>
      <p:ext uri="{BB962C8B-B14F-4D97-AF65-F5344CB8AC3E}">
        <p14:creationId xmlns:p14="http://schemas.microsoft.com/office/powerpoint/2010/main" val="171861679"/>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showMasterSp="0" preserve="1" userDrawn="1">
  <p:cSld name="Chapter 32">
    <p:bg>
      <p:bgPr>
        <a:solidFill>
          <a:schemeClr val="accent2"/>
        </a:solidFill>
        <a:effectLst/>
      </p:bgPr>
    </p:bg>
    <p:spTree>
      <p:nvGrpSpPr>
        <p:cNvPr id="1" name=""/>
        <p:cNvGrpSpPr/>
        <p:nvPr/>
      </p:nvGrpSpPr>
      <p:grpSpPr>
        <a:xfrm>
          <a:off x="0" y="0"/>
          <a:ext cx="0" cy="0"/>
          <a:chOff x="0" y="0"/>
          <a:chExt cx="0" cy="0"/>
        </a:xfrm>
      </p:grpSpPr>
      <p:sp>
        <p:nvSpPr>
          <p:cNvPr id="2" name="Title 4">
            <a:extLst>
              <a:ext uri="{FF2B5EF4-FFF2-40B4-BE49-F238E27FC236}">
                <a16:creationId xmlns:a16="http://schemas.microsoft.com/office/drawing/2014/main" id="{EAFEB385-6C15-1998-C95A-636D88E66DE8}"/>
              </a:ext>
            </a:extLst>
          </p:cNvPr>
          <p:cNvSpPr>
            <a:spLocks noGrp="1"/>
          </p:cNvSpPr>
          <p:nvPr>
            <p:ph type="title" hasCustomPrompt="1"/>
          </p:nvPr>
        </p:nvSpPr>
        <p:spPr>
          <a:xfrm>
            <a:off x="413247" y="1895312"/>
            <a:ext cx="5486400" cy="1920240"/>
          </a:xfrm>
        </p:spPr>
        <p:txBody>
          <a:bodyPr/>
          <a:lstStyle>
            <a:lvl1pPr>
              <a:spcAft>
                <a:spcPts val="300"/>
              </a:spcAft>
              <a:defRPr lang="en-US" sz="4800" kern="1200" dirty="0">
                <a:solidFill>
                  <a:schemeClr val="accent3"/>
                </a:solidFill>
                <a:latin typeface="+mj-lt"/>
                <a:ea typeface="+mn-ea"/>
                <a:cs typeface="+mn-cs"/>
              </a:defRPr>
            </a:lvl1pPr>
          </a:lstStyle>
          <a:p>
            <a:pPr lvl="0"/>
            <a:r>
              <a:rPr lang="en-US"/>
              <a:t>Chapter title</a:t>
            </a:r>
            <a:br>
              <a:rPr lang="en-US"/>
            </a:br>
            <a:r>
              <a:rPr lang="en-US"/>
              <a:t>two lines</a:t>
            </a:r>
          </a:p>
        </p:txBody>
      </p:sp>
      <p:sp>
        <p:nvSpPr>
          <p:cNvPr id="6" name="Text Placeholder 8">
            <a:extLst>
              <a:ext uri="{FF2B5EF4-FFF2-40B4-BE49-F238E27FC236}">
                <a16:creationId xmlns:a16="http://schemas.microsoft.com/office/drawing/2014/main" id="{DFBAB907-EF18-597F-DC14-A83EBE422567}"/>
              </a:ext>
            </a:extLst>
          </p:cNvPr>
          <p:cNvSpPr>
            <a:spLocks noGrp="1"/>
          </p:cNvSpPr>
          <p:nvPr>
            <p:ph type="body" sz="quarter" idx="14" hasCustomPrompt="1"/>
          </p:nvPr>
        </p:nvSpPr>
        <p:spPr>
          <a:xfrm>
            <a:off x="390098" y="389618"/>
            <a:ext cx="1439497"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32</a:t>
            </a:r>
          </a:p>
        </p:txBody>
      </p:sp>
      <p:sp>
        <p:nvSpPr>
          <p:cNvPr id="3" name="Graphique 10" descr="Atos logo">
            <a:extLst>
              <a:ext uri="{FF2B5EF4-FFF2-40B4-BE49-F238E27FC236}">
                <a16:creationId xmlns:a16="http://schemas.microsoft.com/office/drawing/2014/main" id="{955EAE60-076F-B3BA-2FD9-F291924DE944}"/>
              </a:ext>
              <a:ext uri="{C183D7F6-B498-43B3-948B-1728B52AA6E4}">
                <adec:decorative xmlns:adec="http://schemas.microsoft.com/office/drawing/2017/decorative" val="0"/>
              </a:ext>
            </a:extLst>
          </p:cNvPr>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11" name="Picture Placeholder 6">
            <a:extLst>
              <a:ext uri="{FF2B5EF4-FFF2-40B4-BE49-F238E27FC236}">
                <a16:creationId xmlns:a16="http://schemas.microsoft.com/office/drawing/2014/main" id="{8FC58AAA-366C-B87C-83CD-72182A819A9C}"/>
              </a:ext>
              <a:ext uri="{C183D7F6-B498-43B3-948B-1728B52AA6E4}">
                <adec:decorative xmlns:adec="http://schemas.microsoft.com/office/drawing/2017/decorative" val="1"/>
              </a:ext>
            </a:extLst>
          </p:cNvPr>
          <p:cNvSpPr>
            <a:spLocks noGrp="1" noChangeAspect="1"/>
          </p:cNvSpPr>
          <p:nvPr>
            <p:ph type="pic" sz="quarter" idx="12"/>
          </p:nvPr>
        </p:nvSpPr>
        <p:spPr>
          <a:xfrm>
            <a:off x="5333999" y="-2"/>
            <a:ext cx="6859655" cy="6862329"/>
          </a:xfrm>
          <a:custGeom>
            <a:avLst/>
            <a:gdLst>
              <a:gd name="connsiteX0" fmla="*/ 0 w 13716008"/>
              <a:gd name="connsiteY0" fmla="*/ 6858000 h 13716000"/>
              <a:gd name="connsiteX1" fmla="*/ 6858004 w 13716008"/>
              <a:gd name="connsiteY1" fmla="*/ 0 h 13716000"/>
              <a:gd name="connsiteX2" fmla="*/ 13716008 w 13716008"/>
              <a:gd name="connsiteY2" fmla="*/ 6858000 h 13716000"/>
              <a:gd name="connsiteX3" fmla="*/ 6858004 w 13716008"/>
              <a:gd name="connsiteY3" fmla="*/ 13716000 h 13716000"/>
              <a:gd name="connsiteX4" fmla="*/ 0 w 13716008"/>
              <a:gd name="connsiteY4" fmla="*/ 6858000 h 13716000"/>
              <a:gd name="connsiteX0" fmla="*/ 0 w 13836759"/>
              <a:gd name="connsiteY0" fmla="*/ 7199252 h 14057252"/>
              <a:gd name="connsiteX1" fmla="*/ 6858004 w 13836759"/>
              <a:gd name="connsiteY1" fmla="*/ 341252 h 14057252"/>
              <a:gd name="connsiteX2" fmla="*/ 10915650 w 13836759"/>
              <a:gd name="connsiteY2" fmla="*/ 1674752 h 14057252"/>
              <a:gd name="connsiteX3" fmla="*/ 13716008 w 13836759"/>
              <a:gd name="connsiteY3" fmla="*/ 7199252 h 14057252"/>
              <a:gd name="connsiteX4" fmla="*/ 6858004 w 13836759"/>
              <a:gd name="connsiteY4" fmla="*/ 14057252 h 14057252"/>
              <a:gd name="connsiteX5" fmla="*/ 0 w 13836759"/>
              <a:gd name="connsiteY5" fmla="*/ 7199252 h 14057252"/>
              <a:gd name="connsiteX0" fmla="*/ 0 w 13836759"/>
              <a:gd name="connsiteY0" fmla="*/ 7199252 h 14057252"/>
              <a:gd name="connsiteX1" fmla="*/ 6858004 w 13836759"/>
              <a:gd name="connsiteY1" fmla="*/ 341252 h 14057252"/>
              <a:gd name="connsiteX2" fmla="*/ 10915650 w 13836759"/>
              <a:gd name="connsiteY2" fmla="*/ 1674752 h 14057252"/>
              <a:gd name="connsiteX3" fmla="*/ 13716008 w 13836759"/>
              <a:gd name="connsiteY3" fmla="*/ 7199252 h 14057252"/>
              <a:gd name="connsiteX4" fmla="*/ 6858004 w 13836759"/>
              <a:gd name="connsiteY4" fmla="*/ 14057252 h 14057252"/>
              <a:gd name="connsiteX5" fmla="*/ 0 w 13836759"/>
              <a:gd name="connsiteY5" fmla="*/ 7199252 h 14057252"/>
              <a:gd name="connsiteX0" fmla="*/ 0 w 13836759"/>
              <a:gd name="connsiteY0" fmla="*/ 6858000 h 13716000"/>
              <a:gd name="connsiteX1" fmla="*/ 6858004 w 13836759"/>
              <a:gd name="connsiteY1" fmla="*/ 0 h 13716000"/>
              <a:gd name="connsiteX2" fmla="*/ 10915650 w 13836759"/>
              <a:gd name="connsiteY2" fmla="*/ 1333500 h 13716000"/>
              <a:gd name="connsiteX3" fmla="*/ 13716008 w 13836759"/>
              <a:gd name="connsiteY3" fmla="*/ 6858000 h 13716000"/>
              <a:gd name="connsiteX4" fmla="*/ 6858004 w 13836759"/>
              <a:gd name="connsiteY4" fmla="*/ 13716000 h 13716000"/>
              <a:gd name="connsiteX5" fmla="*/ 0 w 13836759"/>
              <a:gd name="connsiteY5" fmla="*/ 6858000 h 13716000"/>
              <a:gd name="connsiteX0" fmla="*/ 0 w 13766467"/>
              <a:gd name="connsiteY0" fmla="*/ 6858000 h 13716000"/>
              <a:gd name="connsiteX1" fmla="*/ 6858004 w 13766467"/>
              <a:gd name="connsiteY1" fmla="*/ 0 h 13716000"/>
              <a:gd name="connsiteX2" fmla="*/ 6924222 w 13766467"/>
              <a:gd name="connsiteY2" fmla="*/ 2784928 h 13716000"/>
              <a:gd name="connsiteX3" fmla="*/ 13716008 w 13766467"/>
              <a:gd name="connsiteY3" fmla="*/ 6858000 h 13716000"/>
              <a:gd name="connsiteX4" fmla="*/ 6858004 w 13766467"/>
              <a:gd name="connsiteY4" fmla="*/ 13716000 h 13716000"/>
              <a:gd name="connsiteX5" fmla="*/ 0 w 13766467"/>
              <a:gd name="connsiteY5" fmla="*/ 6858000 h 13716000"/>
              <a:gd name="connsiteX0" fmla="*/ 0 w 13766467"/>
              <a:gd name="connsiteY0" fmla="*/ 6858000 h 13716000"/>
              <a:gd name="connsiteX1" fmla="*/ 6858004 w 13766467"/>
              <a:gd name="connsiteY1" fmla="*/ 0 h 13716000"/>
              <a:gd name="connsiteX2" fmla="*/ 6924222 w 13766467"/>
              <a:gd name="connsiteY2" fmla="*/ 2784928 h 13716000"/>
              <a:gd name="connsiteX3" fmla="*/ 13716008 w 13766467"/>
              <a:gd name="connsiteY3" fmla="*/ 6858000 h 13716000"/>
              <a:gd name="connsiteX4" fmla="*/ 6858004 w 13766467"/>
              <a:gd name="connsiteY4" fmla="*/ 13716000 h 13716000"/>
              <a:gd name="connsiteX5" fmla="*/ 0 w 13766467"/>
              <a:gd name="connsiteY5" fmla="*/ 6858000 h 13716000"/>
              <a:gd name="connsiteX0" fmla="*/ 0 w 13766467"/>
              <a:gd name="connsiteY0" fmla="*/ 6858000 h 13716000"/>
              <a:gd name="connsiteX1" fmla="*/ 6858004 w 13766467"/>
              <a:gd name="connsiteY1" fmla="*/ 0 h 13716000"/>
              <a:gd name="connsiteX2" fmla="*/ 6924222 w 13766467"/>
              <a:gd name="connsiteY2" fmla="*/ 2784928 h 13716000"/>
              <a:gd name="connsiteX3" fmla="*/ 13716008 w 13766467"/>
              <a:gd name="connsiteY3" fmla="*/ 6858000 h 13716000"/>
              <a:gd name="connsiteX4" fmla="*/ 6858004 w 13766467"/>
              <a:gd name="connsiteY4" fmla="*/ 13716000 h 13716000"/>
              <a:gd name="connsiteX5" fmla="*/ 0 w 13766467"/>
              <a:gd name="connsiteY5" fmla="*/ 6858000 h 13716000"/>
              <a:gd name="connsiteX0" fmla="*/ 0 w 13765909"/>
              <a:gd name="connsiteY0" fmla="*/ 6858000 h 13716000"/>
              <a:gd name="connsiteX1" fmla="*/ 6858004 w 13765909"/>
              <a:gd name="connsiteY1" fmla="*/ 0 h 13716000"/>
              <a:gd name="connsiteX2" fmla="*/ 6848022 w 13765909"/>
              <a:gd name="connsiteY2" fmla="*/ 2784928 h 13716000"/>
              <a:gd name="connsiteX3" fmla="*/ 13716008 w 13765909"/>
              <a:gd name="connsiteY3" fmla="*/ 6858000 h 13716000"/>
              <a:gd name="connsiteX4" fmla="*/ 6858004 w 13765909"/>
              <a:gd name="connsiteY4" fmla="*/ 13716000 h 13716000"/>
              <a:gd name="connsiteX5" fmla="*/ 0 w 13765909"/>
              <a:gd name="connsiteY5" fmla="*/ 6858000 h 13716000"/>
              <a:gd name="connsiteX0" fmla="*/ 0 w 13765909"/>
              <a:gd name="connsiteY0" fmla="*/ 6858000 h 13716000"/>
              <a:gd name="connsiteX1" fmla="*/ 6858004 w 13765909"/>
              <a:gd name="connsiteY1" fmla="*/ 0 h 13716000"/>
              <a:gd name="connsiteX2" fmla="*/ 6848022 w 13765909"/>
              <a:gd name="connsiteY2" fmla="*/ 2784928 h 13716000"/>
              <a:gd name="connsiteX3" fmla="*/ 13716008 w 13765909"/>
              <a:gd name="connsiteY3" fmla="*/ 6858000 h 13716000"/>
              <a:gd name="connsiteX4" fmla="*/ 6858004 w 13765909"/>
              <a:gd name="connsiteY4" fmla="*/ 13716000 h 13716000"/>
              <a:gd name="connsiteX5" fmla="*/ 0 w 13765909"/>
              <a:gd name="connsiteY5" fmla="*/ 6858000 h 13716000"/>
              <a:gd name="connsiteX0" fmla="*/ 0 w 7128220"/>
              <a:gd name="connsiteY0" fmla="*/ 6858000 h 13738479"/>
              <a:gd name="connsiteX1" fmla="*/ 6858004 w 7128220"/>
              <a:gd name="connsiteY1" fmla="*/ 0 h 13738479"/>
              <a:gd name="connsiteX2" fmla="*/ 6848022 w 7128220"/>
              <a:gd name="connsiteY2" fmla="*/ 2784928 h 13738479"/>
              <a:gd name="connsiteX3" fmla="*/ 4635508 w 7128220"/>
              <a:gd name="connsiteY3" fmla="*/ 4864100 h 13738479"/>
              <a:gd name="connsiteX4" fmla="*/ 6858004 w 7128220"/>
              <a:gd name="connsiteY4" fmla="*/ 13716000 h 13738479"/>
              <a:gd name="connsiteX5" fmla="*/ 0 w 7128220"/>
              <a:gd name="connsiteY5" fmla="*/ 6858000 h 13738479"/>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0 w 7128220"/>
              <a:gd name="connsiteY0" fmla="*/ 6858000 h 7395439"/>
              <a:gd name="connsiteX1" fmla="*/ 6858004 w 7128220"/>
              <a:gd name="connsiteY1" fmla="*/ 0 h 7395439"/>
              <a:gd name="connsiteX2" fmla="*/ 6848022 w 7128220"/>
              <a:gd name="connsiteY2" fmla="*/ 2784928 h 7395439"/>
              <a:gd name="connsiteX3" fmla="*/ 4635508 w 7128220"/>
              <a:gd name="connsiteY3" fmla="*/ 4864100 h 7395439"/>
              <a:gd name="connsiteX4" fmla="*/ 2905436 w 7128220"/>
              <a:gd name="connsiteY4" fmla="*/ 7315200 h 7395439"/>
              <a:gd name="connsiteX5" fmla="*/ 0 w 7128220"/>
              <a:gd name="connsiteY5" fmla="*/ 6858000 h 7395439"/>
              <a:gd name="connsiteX0" fmla="*/ 0 w 7128220"/>
              <a:gd name="connsiteY0" fmla="*/ 6858000 h 7016049"/>
              <a:gd name="connsiteX1" fmla="*/ 6858004 w 7128220"/>
              <a:gd name="connsiteY1" fmla="*/ 0 h 7016049"/>
              <a:gd name="connsiteX2" fmla="*/ 6848022 w 7128220"/>
              <a:gd name="connsiteY2" fmla="*/ 2784928 h 7016049"/>
              <a:gd name="connsiteX3" fmla="*/ 4635508 w 7128220"/>
              <a:gd name="connsiteY3" fmla="*/ 4864100 h 7016049"/>
              <a:gd name="connsiteX4" fmla="*/ 2810186 w 7128220"/>
              <a:gd name="connsiteY4" fmla="*/ 6877050 h 7016049"/>
              <a:gd name="connsiteX5" fmla="*/ 0 w 7128220"/>
              <a:gd name="connsiteY5" fmla="*/ 6858000 h 7016049"/>
              <a:gd name="connsiteX0" fmla="*/ 0 w 7128220"/>
              <a:gd name="connsiteY0" fmla="*/ 6858000 h 7016049"/>
              <a:gd name="connsiteX1" fmla="*/ 6858004 w 7128220"/>
              <a:gd name="connsiteY1" fmla="*/ 0 h 7016049"/>
              <a:gd name="connsiteX2" fmla="*/ 6848022 w 7128220"/>
              <a:gd name="connsiteY2" fmla="*/ 2784928 h 7016049"/>
              <a:gd name="connsiteX3" fmla="*/ 4635508 w 7128220"/>
              <a:gd name="connsiteY3" fmla="*/ 4864100 h 7016049"/>
              <a:gd name="connsiteX4" fmla="*/ 2810186 w 7128220"/>
              <a:gd name="connsiteY4" fmla="*/ 6877050 h 7016049"/>
              <a:gd name="connsiteX5" fmla="*/ 0 w 7128220"/>
              <a:gd name="connsiteY5" fmla="*/ 6858000 h 7016049"/>
              <a:gd name="connsiteX0" fmla="*/ 0 w 7128220"/>
              <a:gd name="connsiteY0" fmla="*/ 6858000 h 7016049"/>
              <a:gd name="connsiteX1" fmla="*/ 6858004 w 7128220"/>
              <a:gd name="connsiteY1" fmla="*/ 0 h 7016049"/>
              <a:gd name="connsiteX2" fmla="*/ 6848022 w 7128220"/>
              <a:gd name="connsiteY2" fmla="*/ 2784928 h 7016049"/>
              <a:gd name="connsiteX3" fmla="*/ 4635508 w 7128220"/>
              <a:gd name="connsiteY3" fmla="*/ 4864100 h 7016049"/>
              <a:gd name="connsiteX4" fmla="*/ 2810186 w 7128220"/>
              <a:gd name="connsiteY4" fmla="*/ 6877050 h 7016049"/>
              <a:gd name="connsiteX5" fmla="*/ 0 w 7128220"/>
              <a:gd name="connsiteY5" fmla="*/ 6858000 h 7016049"/>
              <a:gd name="connsiteX0" fmla="*/ 0 w 7128220"/>
              <a:gd name="connsiteY0" fmla="*/ 6858000 h 6877050"/>
              <a:gd name="connsiteX1" fmla="*/ 6858004 w 7128220"/>
              <a:gd name="connsiteY1" fmla="*/ 0 h 6877050"/>
              <a:gd name="connsiteX2" fmla="*/ 6848022 w 7128220"/>
              <a:gd name="connsiteY2" fmla="*/ 2784928 h 6877050"/>
              <a:gd name="connsiteX3" fmla="*/ 4635508 w 7128220"/>
              <a:gd name="connsiteY3" fmla="*/ 4864100 h 6877050"/>
              <a:gd name="connsiteX4" fmla="*/ 2810186 w 7128220"/>
              <a:gd name="connsiteY4" fmla="*/ 6877050 h 6877050"/>
              <a:gd name="connsiteX5" fmla="*/ 0 w 7128220"/>
              <a:gd name="connsiteY5" fmla="*/ 6858000 h 6877050"/>
              <a:gd name="connsiteX0" fmla="*/ 0 w 7128220"/>
              <a:gd name="connsiteY0" fmla="*/ 6858000 h 6858000"/>
              <a:gd name="connsiteX1" fmla="*/ 6858004 w 7128220"/>
              <a:gd name="connsiteY1" fmla="*/ 0 h 6858000"/>
              <a:gd name="connsiteX2" fmla="*/ 6848022 w 7128220"/>
              <a:gd name="connsiteY2" fmla="*/ 2784928 h 6858000"/>
              <a:gd name="connsiteX3" fmla="*/ 4635508 w 7128220"/>
              <a:gd name="connsiteY3" fmla="*/ 4864100 h 6858000"/>
              <a:gd name="connsiteX4" fmla="*/ 2772086 w 7128220"/>
              <a:gd name="connsiteY4" fmla="*/ 6848475 h 6858000"/>
              <a:gd name="connsiteX5" fmla="*/ 0 w 7128220"/>
              <a:gd name="connsiteY5" fmla="*/ 6858000 h 6858000"/>
              <a:gd name="connsiteX0" fmla="*/ 0 w 6858895"/>
              <a:gd name="connsiteY0" fmla="*/ 6858000 h 6858000"/>
              <a:gd name="connsiteX1" fmla="*/ 6858004 w 6858895"/>
              <a:gd name="connsiteY1" fmla="*/ 0 h 6858000"/>
              <a:gd name="connsiteX2" fmla="*/ 6848022 w 6858895"/>
              <a:gd name="connsiteY2" fmla="*/ 2784928 h 6858000"/>
              <a:gd name="connsiteX3" fmla="*/ 2772086 w 6858895"/>
              <a:gd name="connsiteY3" fmla="*/ 6848475 h 6858000"/>
              <a:gd name="connsiteX4" fmla="*/ 0 w 6858895"/>
              <a:gd name="connsiteY4" fmla="*/ 6858000 h 6858000"/>
              <a:gd name="connsiteX0" fmla="*/ 0 w 6858895"/>
              <a:gd name="connsiteY0" fmla="*/ 6858000 h 6858000"/>
              <a:gd name="connsiteX1" fmla="*/ 6858004 w 6858895"/>
              <a:gd name="connsiteY1" fmla="*/ 0 h 6858000"/>
              <a:gd name="connsiteX2" fmla="*/ 6848022 w 6858895"/>
              <a:gd name="connsiteY2" fmla="*/ 2784928 h 6858000"/>
              <a:gd name="connsiteX3" fmla="*/ 2772086 w 6858895"/>
              <a:gd name="connsiteY3" fmla="*/ 6848475 h 6858000"/>
              <a:gd name="connsiteX4" fmla="*/ 0 w 6858895"/>
              <a:gd name="connsiteY4" fmla="*/ 6858000 h 6858000"/>
              <a:gd name="connsiteX0" fmla="*/ 0 w 6858895"/>
              <a:gd name="connsiteY0" fmla="*/ 6858000 h 6858000"/>
              <a:gd name="connsiteX1" fmla="*/ 6858004 w 6858895"/>
              <a:gd name="connsiteY1" fmla="*/ 0 h 6858000"/>
              <a:gd name="connsiteX2" fmla="*/ 6848022 w 6858895"/>
              <a:gd name="connsiteY2" fmla="*/ 2784928 h 6858000"/>
              <a:gd name="connsiteX3" fmla="*/ 2772086 w 6858895"/>
              <a:gd name="connsiteY3" fmla="*/ 6848475 h 6858000"/>
              <a:gd name="connsiteX4" fmla="*/ 0 w 685889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72086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827504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827504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76184"/>
              <a:gd name="connsiteX1" fmla="*/ 6858004 w 6859655"/>
              <a:gd name="connsiteY1" fmla="*/ 0 h 6876184"/>
              <a:gd name="connsiteX2" fmla="*/ 6857547 w 6859655"/>
              <a:gd name="connsiteY2" fmla="*/ 2775403 h 6876184"/>
              <a:gd name="connsiteX3" fmla="*/ 2785941 w 6859655"/>
              <a:gd name="connsiteY3" fmla="*/ 6876184 h 6876184"/>
              <a:gd name="connsiteX4" fmla="*/ 0 w 6859655"/>
              <a:gd name="connsiteY4" fmla="*/ 6858000 h 6876184"/>
              <a:gd name="connsiteX0" fmla="*/ 0 w 6859655"/>
              <a:gd name="connsiteY0" fmla="*/ 6858000 h 6862329"/>
              <a:gd name="connsiteX1" fmla="*/ 6858004 w 6859655"/>
              <a:gd name="connsiteY1" fmla="*/ 0 h 6862329"/>
              <a:gd name="connsiteX2" fmla="*/ 6857547 w 6859655"/>
              <a:gd name="connsiteY2" fmla="*/ 2775403 h 6862329"/>
              <a:gd name="connsiteX3" fmla="*/ 2785941 w 6859655"/>
              <a:gd name="connsiteY3" fmla="*/ 6862329 h 6862329"/>
              <a:gd name="connsiteX4" fmla="*/ 0 w 6859655"/>
              <a:gd name="connsiteY4" fmla="*/ 6858000 h 6862329"/>
              <a:gd name="connsiteX0" fmla="*/ 0 w 6859655"/>
              <a:gd name="connsiteY0" fmla="*/ 6858000 h 6862329"/>
              <a:gd name="connsiteX1" fmla="*/ 6858004 w 6859655"/>
              <a:gd name="connsiteY1" fmla="*/ 0 h 6862329"/>
              <a:gd name="connsiteX2" fmla="*/ 6857547 w 6859655"/>
              <a:gd name="connsiteY2" fmla="*/ 2775403 h 6862329"/>
              <a:gd name="connsiteX3" fmla="*/ 2785941 w 6859655"/>
              <a:gd name="connsiteY3" fmla="*/ 6862329 h 6862329"/>
              <a:gd name="connsiteX4" fmla="*/ 0 w 6859655"/>
              <a:gd name="connsiteY4" fmla="*/ 6858000 h 68623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59655" h="6862329">
                <a:moveTo>
                  <a:pt x="0" y="6858000"/>
                </a:moveTo>
                <a:cubicBezTo>
                  <a:pt x="92703" y="2794000"/>
                  <a:pt x="3259119" y="29029"/>
                  <a:pt x="6858004" y="0"/>
                </a:cubicBezTo>
                <a:cubicBezTo>
                  <a:pt x="6862993" y="1749878"/>
                  <a:pt x="6854824" y="2086881"/>
                  <a:pt x="6857547" y="2775403"/>
                </a:cubicBezTo>
                <a:cubicBezTo>
                  <a:pt x="3237665" y="2988560"/>
                  <a:pt x="2735787" y="6128065"/>
                  <a:pt x="2785941" y="6862329"/>
                </a:cubicBezTo>
                <a:cubicBezTo>
                  <a:pt x="1965731" y="6851746"/>
                  <a:pt x="2255889" y="6838950"/>
                  <a:pt x="0" y="6858000"/>
                </a:cubicBezTo>
                <a:close/>
              </a:path>
            </a:pathLst>
          </a:custGeom>
        </p:spPr>
        <p:txBody>
          <a:bodyPr bIns="822960" anchor="ctr"/>
          <a:lstStyle>
            <a:lvl1pPr marL="0" indent="0" algn="ctr">
              <a:buNone/>
              <a:defRPr/>
            </a:lvl1pPr>
          </a:lstStyle>
          <a:p>
            <a:r>
              <a:rPr lang="fr-FR"/>
              <a:t>Cliquez sur l'icône pour ajouter une image</a:t>
            </a:r>
            <a:endParaRPr lang="en-US"/>
          </a:p>
        </p:txBody>
      </p:sp>
    </p:spTree>
    <p:extLst>
      <p:ext uri="{BB962C8B-B14F-4D97-AF65-F5344CB8AC3E}">
        <p14:creationId xmlns:p14="http://schemas.microsoft.com/office/powerpoint/2010/main" val="3931328848"/>
      </p:ext>
    </p:extLst>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showMasterSp="0" preserve="1" userDrawn="1">
  <p:cSld name="Chapter 33">
    <p:bg>
      <p:bgPr>
        <a:solidFill>
          <a:schemeClr val="accent3"/>
        </a:solidFill>
        <a:effectLst/>
      </p:bgPr>
    </p:bg>
    <p:spTree>
      <p:nvGrpSpPr>
        <p:cNvPr id="1" name=""/>
        <p:cNvGrpSpPr/>
        <p:nvPr/>
      </p:nvGrpSpPr>
      <p:grpSpPr>
        <a:xfrm>
          <a:off x="0" y="0"/>
          <a:ext cx="0" cy="0"/>
          <a:chOff x="0" y="0"/>
          <a:chExt cx="0" cy="0"/>
        </a:xfrm>
      </p:grpSpPr>
      <p:sp>
        <p:nvSpPr>
          <p:cNvPr id="2" name="Title 4">
            <a:extLst>
              <a:ext uri="{FF2B5EF4-FFF2-40B4-BE49-F238E27FC236}">
                <a16:creationId xmlns:a16="http://schemas.microsoft.com/office/drawing/2014/main" id="{9778FBFA-9C80-C717-AECD-AD7663400FAF}"/>
              </a:ext>
            </a:extLst>
          </p:cNvPr>
          <p:cNvSpPr>
            <a:spLocks noGrp="1"/>
          </p:cNvSpPr>
          <p:nvPr>
            <p:ph type="title" hasCustomPrompt="1"/>
          </p:nvPr>
        </p:nvSpPr>
        <p:spPr>
          <a:xfrm>
            <a:off x="413247" y="1895312"/>
            <a:ext cx="5486400" cy="1920240"/>
          </a:xfrm>
        </p:spPr>
        <p:txBody>
          <a:bodyPr/>
          <a:lstStyle>
            <a:lvl1pPr>
              <a:spcAft>
                <a:spcPts val="300"/>
              </a:spcAft>
              <a:defRPr lang="en-US" sz="4800" kern="1200" dirty="0">
                <a:solidFill>
                  <a:schemeClr val="bg1"/>
                </a:solidFill>
                <a:latin typeface="+mj-lt"/>
                <a:ea typeface="+mn-ea"/>
                <a:cs typeface="+mn-cs"/>
              </a:defRPr>
            </a:lvl1pPr>
          </a:lstStyle>
          <a:p>
            <a:pPr lvl="0"/>
            <a:r>
              <a:rPr lang="en-US"/>
              <a:t>Chapter title</a:t>
            </a:r>
            <a:br>
              <a:rPr lang="en-US"/>
            </a:br>
            <a:r>
              <a:rPr lang="en-US"/>
              <a:t>two lines</a:t>
            </a:r>
          </a:p>
        </p:txBody>
      </p:sp>
      <p:sp>
        <p:nvSpPr>
          <p:cNvPr id="6" name="Text Placeholder 8">
            <a:extLst>
              <a:ext uri="{FF2B5EF4-FFF2-40B4-BE49-F238E27FC236}">
                <a16:creationId xmlns:a16="http://schemas.microsoft.com/office/drawing/2014/main" id="{C7E16845-FE66-9F38-5076-6B9C6444A612}"/>
              </a:ext>
            </a:extLst>
          </p:cNvPr>
          <p:cNvSpPr>
            <a:spLocks noGrp="1"/>
          </p:cNvSpPr>
          <p:nvPr>
            <p:ph type="body" sz="quarter" idx="14" hasCustomPrompt="1"/>
          </p:nvPr>
        </p:nvSpPr>
        <p:spPr>
          <a:xfrm>
            <a:off x="390098" y="389618"/>
            <a:ext cx="1445909"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33</a:t>
            </a:r>
          </a:p>
        </p:txBody>
      </p:sp>
      <p:sp>
        <p:nvSpPr>
          <p:cNvPr id="3" name="Graphique 10" descr="Atos logo">
            <a:extLst>
              <a:ext uri="{FF2B5EF4-FFF2-40B4-BE49-F238E27FC236}">
                <a16:creationId xmlns:a16="http://schemas.microsoft.com/office/drawing/2014/main" id="{73155FAC-6202-FC96-C442-D15F7CE1A2BA}"/>
              </a:ext>
              <a:ext uri="{C183D7F6-B498-43B3-948B-1728B52AA6E4}">
                <adec:decorative xmlns:adec="http://schemas.microsoft.com/office/drawing/2017/decorative" val="0"/>
              </a:ext>
            </a:extLst>
          </p:cNvPr>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7" name="Picture Placeholder 6">
            <a:extLst>
              <a:ext uri="{FF2B5EF4-FFF2-40B4-BE49-F238E27FC236}">
                <a16:creationId xmlns:a16="http://schemas.microsoft.com/office/drawing/2014/main" id="{63FFF2BC-0633-62B6-C5A8-79CD51B6B2D7}"/>
              </a:ext>
              <a:ext uri="{C183D7F6-B498-43B3-948B-1728B52AA6E4}">
                <adec:decorative xmlns:adec="http://schemas.microsoft.com/office/drawing/2017/decorative" val="1"/>
              </a:ext>
            </a:extLst>
          </p:cNvPr>
          <p:cNvSpPr>
            <a:spLocks noGrp="1" noChangeAspect="1"/>
          </p:cNvSpPr>
          <p:nvPr>
            <p:ph type="pic" sz="quarter" idx="12"/>
          </p:nvPr>
        </p:nvSpPr>
        <p:spPr>
          <a:xfrm>
            <a:off x="5333999" y="-2"/>
            <a:ext cx="6859655" cy="6862329"/>
          </a:xfrm>
          <a:custGeom>
            <a:avLst/>
            <a:gdLst>
              <a:gd name="connsiteX0" fmla="*/ 0 w 13716008"/>
              <a:gd name="connsiteY0" fmla="*/ 6858000 h 13716000"/>
              <a:gd name="connsiteX1" fmla="*/ 6858004 w 13716008"/>
              <a:gd name="connsiteY1" fmla="*/ 0 h 13716000"/>
              <a:gd name="connsiteX2" fmla="*/ 13716008 w 13716008"/>
              <a:gd name="connsiteY2" fmla="*/ 6858000 h 13716000"/>
              <a:gd name="connsiteX3" fmla="*/ 6858004 w 13716008"/>
              <a:gd name="connsiteY3" fmla="*/ 13716000 h 13716000"/>
              <a:gd name="connsiteX4" fmla="*/ 0 w 13716008"/>
              <a:gd name="connsiteY4" fmla="*/ 6858000 h 13716000"/>
              <a:gd name="connsiteX0" fmla="*/ 0 w 13836759"/>
              <a:gd name="connsiteY0" fmla="*/ 7199252 h 14057252"/>
              <a:gd name="connsiteX1" fmla="*/ 6858004 w 13836759"/>
              <a:gd name="connsiteY1" fmla="*/ 341252 h 14057252"/>
              <a:gd name="connsiteX2" fmla="*/ 10915650 w 13836759"/>
              <a:gd name="connsiteY2" fmla="*/ 1674752 h 14057252"/>
              <a:gd name="connsiteX3" fmla="*/ 13716008 w 13836759"/>
              <a:gd name="connsiteY3" fmla="*/ 7199252 h 14057252"/>
              <a:gd name="connsiteX4" fmla="*/ 6858004 w 13836759"/>
              <a:gd name="connsiteY4" fmla="*/ 14057252 h 14057252"/>
              <a:gd name="connsiteX5" fmla="*/ 0 w 13836759"/>
              <a:gd name="connsiteY5" fmla="*/ 7199252 h 14057252"/>
              <a:gd name="connsiteX0" fmla="*/ 0 w 13836759"/>
              <a:gd name="connsiteY0" fmla="*/ 7199252 h 14057252"/>
              <a:gd name="connsiteX1" fmla="*/ 6858004 w 13836759"/>
              <a:gd name="connsiteY1" fmla="*/ 341252 h 14057252"/>
              <a:gd name="connsiteX2" fmla="*/ 10915650 w 13836759"/>
              <a:gd name="connsiteY2" fmla="*/ 1674752 h 14057252"/>
              <a:gd name="connsiteX3" fmla="*/ 13716008 w 13836759"/>
              <a:gd name="connsiteY3" fmla="*/ 7199252 h 14057252"/>
              <a:gd name="connsiteX4" fmla="*/ 6858004 w 13836759"/>
              <a:gd name="connsiteY4" fmla="*/ 14057252 h 14057252"/>
              <a:gd name="connsiteX5" fmla="*/ 0 w 13836759"/>
              <a:gd name="connsiteY5" fmla="*/ 7199252 h 14057252"/>
              <a:gd name="connsiteX0" fmla="*/ 0 w 13836759"/>
              <a:gd name="connsiteY0" fmla="*/ 6858000 h 13716000"/>
              <a:gd name="connsiteX1" fmla="*/ 6858004 w 13836759"/>
              <a:gd name="connsiteY1" fmla="*/ 0 h 13716000"/>
              <a:gd name="connsiteX2" fmla="*/ 10915650 w 13836759"/>
              <a:gd name="connsiteY2" fmla="*/ 1333500 h 13716000"/>
              <a:gd name="connsiteX3" fmla="*/ 13716008 w 13836759"/>
              <a:gd name="connsiteY3" fmla="*/ 6858000 h 13716000"/>
              <a:gd name="connsiteX4" fmla="*/ 6858004 w 13836759"/>
              <a:gd name="connsiteY4" fmla="*/ 13716000 h 13716000"/>
              <a:gd name="connsiteX5" fmla="*/ 0 w 13836759"/>
              <a:gd name="connsiteY5" fmla="*/ 6858000 h 13716000"/>
              <a:gd name="connsiteX0" fmla="*/ 0 w 13766467"/>
              <a:gd name="connsiteY0" fmla="*/ 6858000 h 13716000"/>
              <a:gd name="connsiteX1" fmla="*/ 6858004 w 13766467"/>
              <a:gd name="connsiteY1" fmla="*/ 0 h 13716000"/>
              <a:gd name="connsiteX2" fmla="*/ 6924222 w 13766467"/>
              <a:gd name="connsiteY2" fmla="*/ 2784928 h 13716000"/>
              <a:gd name="connsiteX3" fmla="*/ 13716008 w 13766467"/>
              <a:gd name="connsiteY3" fmla="*/ 6858000 h 13716000"/>
              <a:gd name="connsiteX4" fmla="*/ 6858004 w 13766467"/>
              <a:gd name="connsiteY4" fmla="*/ 13716000 h 13716000"/>
              <a:gd name="connsiteX5" fmla="*/ 0 w 13766467"/>
              <a:gd name="connsiteY5" fmla="*/ 6858000 h 13716000"/>
              <a:gd name="connsiteX0" fmla="*/ 0 w 13766467"/>
              <a:gd name="connsiteY0" fmla="*/ 6858000 h 13716000"/>
              <a:gd name="connsiteX1" fmla="*/ 6858004 w 13766467"/>
              <a:gd name="connsiteY1" fmla="*/ 0 h 13716000"/>
              <a:gd name="connsiteX2" fmla="*/ 6924222 w 13766467"/>
              <a:gd name="connsiteY2" fmla="*/ 2784928 h 13716000"/>
              <a:gd name="connsiteX3" fmla="*/ 13716008 w 13766467"/>
              <a:gd name="connsiteY3" fmla="*/ 6858000 h 13716000"/>
              <a:gd name="connsiteX4" fmla="*/ 6858004 w 13766467"/>
              <a:gd name="connsiteY4" fmla="*/ 13716000 h 13716000"/>
              <a:gd name="connsiteX5" fmla="*/ 0 w 13766467"/>
              <a:gd name="connsiteY5" fmla="*/ 6858000 h 13716000"/>
              <a:gd name="connsiteX0" fmla="*/ 0 w 13766467"/>
              <a:gd name="connsiteY0" fmla="*/ 6858000 h 13716000"/>
              <a:gd name="connsiteX1" fmla="*/ 6858004 w 13766467"/>
              <a:gd name="connsiteY1" fmla="*/ 0 h 13716000"/>
              <a:gd name="connsiteX2" fmla="*/ 6924222 w 13766467"/>
              <a:gd name="connsiteY2" fmla="*/ 2784928 h 13716000"/>
              <a:gd name="connsiteX3" fmla="*/ 13716008 w 13766467"/>
              <a:gd name="connsiteY3" fmla="*/ 6858000 h 13716000"/>
              <a:gd name="connsiteX4" fmla="*/ 6858004 w 13766467"/>
              <a:gd name="connsiteY4" fmla="*/ 13716000 h 13716000"/>
              <a:gd name="connsiteX5" fmla="*/ 0 w 13766467"/>
              <a:gd name="connsiteY5" fmla="*/ 6858000 h 13716000"/>
              <a:gd name="connsiteX0" fmla="*/ 0 w 13765909"/>
              <a:gd name="connsiteY0" fmla="*/ 6858000 h 13716000"/>
              <a:gd name="connsiteX1" fmla="*/ 6858004 w 13765909"/>
              <a:gd name="connsiteY1" fmla="*/ 0 h 13716000"/>
              <a:gd name="connsiteX2" fmla="*/ 6848022 w 13765909"/>
              <a:gd name="connsiteY2" fmla="*/ 2784928 h 13716000"/>
              <a:gd name="connsiteX3" fmla="*/ 13716008 w 13765909"/>
              <a:gd name="connsiteY3" fmla="*/ 6858000 h 13716000"/>
              <a:gd name="connsiteX4" fmla="*/ 6858004 w 13765909"/>
              <a:gd name="connsiteY4" fmla="*/ 13716000 h 13716000"/>
              <a:gd name="connsiteX5" fmla="*/ 0 w 13765909"/>
              <a:gd name="connsiteY5" fmla="*/ 6858000 h 13716000"/>
              <a:gd name="connsiteX0" fmla="*/ 0 w 13765909"/>
              <a:gd name="connsiteY0" fmla="*/ 6858000 h 13716000"/>
              <a:gd name="connsiteX1" fmla="*/ 6858004 w 13765909"/>
              <a:gd name="connsiteY1" fmla="*/ 0 h 13716000"/>
              <a:gd name="connsiteX2" fmla="*/ 6848022 w 13765909"/>
              <a:gd name="connsiteY2" fmla="*/ 2784928 h 13716000"/>
              <a:gd name="connsiteX3" fmla="*/ 13716008 w 13765909"/>
              <a:gd name="connsiteY3" fmla="*/ 6858000 h 13716000"/>
              <a:gd name="connsiteX4" fmla="*/ 6858004 w 13765909"/>
              <a:gd name="connsiteY4" fmla="*/ 13716000 h 13716000"/>
              <a:gd name="connsiteX5" fmla="*/ 0 w 13765909"/>
              <a:gd name="connsiteY5" fmla="*/ 6858000 h 13716000"/>
              <a:gd name="connsiteX0" fmla="*/ 0 w 7128220"/>
              <a:gd name="connsiteY0" fmla="*/ 6858000 h 13738479"/>
              <a:gd name="connsiteX1" fmla="*/ 6858004 w 7128220"/>
              <a:gd name="connsiteY1" fmla="*/ 0 h 13738479"/>
              <a:gd name="connsiteX2" fmla="*/ 6848022 w 7128220"/>
              <a:gd name="connsiteY2" fmla="*/ 2784928 h 13738479"/>
              <a:gd name="connsiteX3" fmla="*/ 4635508 w 7128220"/>
              <a:gd name="connsiteY3" fmla="*/ 4864100 h 13738479"/>
              <a:gd name="connsiteX4" fmla="*/ 6858004 w 7128220"/>
              <a:gd name="connsiteY4" fmla="*/ 13716000 h 13738479"/>
              <a:gd name="connsiteX5" fmla="*/ 0 w 7128220"/>
              <a:gd name="connsiteY5" fmla="*/ 6858000 h 13738479"/>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0 w 7128220"/>
              <a:gd name="connsiteY0" fmla="*/ 6858000 h 7395439"/>
              <a:gd name="connsiteX1" fmla="*/ 6858004 w 7128220"/>
              <a:gd name="connsiteY1" fmla="*/ 0 h 7395439"/>
              <a:gd name="connsiteX2" fmla="*/ 6848022 w 7128220"/>
              <a:gd name="connsiteY2" fmla="*/ 2784928 h 7395439"/>
              <a:gd name="connsiteX3" fmla="*/ 4635508 w 7128220"/>
              <a:gd name="connsiteY3" fmla="*/ 4864100 h 7395439"/>
              <a:gd name="connsiteX4" fmla="*/ 2905436 w 7128220"/>
              <a:gd name="connsiteY4" fmla="*/ 7315200 h 7395439"/>
              <a:gd name="connsiteX5" fmla="*/ 0 w 7128220"/>
              <a:gd name="connsiteY5" fmla="*/ 6858000 h 7395439"/>
              <a:gd name="connsiteX0" fmla="*/ 0 w 7128220"/>
              <a:gd name="connsiteY0" fmla="*/ 6858000 h 7016049"/>
              <a:gd name="connsiteX1" fmla="*/ 6858004 w 7128220"/>
              <a:gd name="connsiteY1" fmla="*/ 0 h 7016049"/>
              <a:gd name="connsiteX2" fmla="*/ 6848022 w 7128220"/>
              <a:gd name="connsiteY2" fmla="*/ 2784928 h 7016049"/>
              <a:gd name="connsiteX3" fmla="*/ 4635508 w 7128220"/>
              <a:gd name="connsiteY3" fmla="*/ 4864100 h 7016049"/>
              <a:gd name="connsiteX4" fmla="*/ 2810186 w 7128220"/>
              <a:gd name="connsiteY4" fmla="*/ 6877050 h 7016049"/>
              <a:gd name="connsiteX5" fmla="*/ 0 w 7128220"/>
              <a:gd name="connsiteY5" fmla="*/ 6858000 h 7016049"/>
              <a:gd name="connsiteX0" fmla="*/ 0 w 7128220"/>
              <a:gd name="connsiteY0" fmla="*/ 6858000 h 7016049"/>
              <a:gd name="connsiteX1" fmla="*/ 6858004 w 7128220"/>
              <a:gd name="connsiteY1" fmla="*/ 0 h 7016049"/>
              <a:gd name="connsiteX2" fmla="*/ 6848022 w 7128220"/>
              <a:gd name="connsiteY2" fmla="*/ 2784928 h 7016049"/>
              <a:gd name="connsiteX3" fmla="*/ 4635508 w 7128220"/>
              <a:gd name="connsiteY3" fmla="*/ 4864100 h 7016049"/>
              <a:gd name="connsiteX4" fmla="*/ 2810186 w 7128220"/>
              <a:gd name="connsiteY4" fmla="*/ 6877050 h 7016049"/>
              <a:gd name="connsiteX5" fmla="*/ 0 w 7128220"/>
              <a:gd name="connsiteY5" fmla="*/ 6858000 h 7016049"/>
              <a:gd name="connsiteX0" fmla="*/ 0 w 7128220"/>
              <a:gd name="connsiteY0" fmla="*/ 6858000 h 7016049"/>
              <a:gd name="connsiteX1" fmla="*/ 6858004 w 7128220"/>
              <a:gd name="connsiteY1" fmla="*/ 0 h 7016049"/>
              <a:gd name="connsiteX2" fmla="*/ 6848022 w 7128220"/>
              <a:gd name="connsiteY2" fmla="*/ 2784928 h 7016049"/>
              <a:gd name="connsiteX3" fmla="*/ 4635508 w 7128220"/>
              <a:gd name="connsiteY3" fmla="*/ 4864100 h 7016049"/>
              <a:gd name="connsiteX4" fmla="*/ 2810186 w 7128220"/>
              <a:gd name="connsiteY4" fmla="*/ 6877050 h 7016049"/>
              <a:gd name="connsiteX5" fmla="*/ 0 w 7128220"/>
              <a:gd name="connsiteY5" fmla="*/ 6858000 h 7016049"/>
              <a:gd name="connsiteX0" fmla="*/ 0 w 7128220"/>
              <a:gd name="connsiteY0" fmla="*/ 6858000 h 6877050"/>
              <a:gd name="connsiteX1" fmla="*/ 6858004 w 7128220"/>
              <a:gd name="connsiteY1" fmla="*/ 0 h 6877050"/>
              <a:gd name="connsiteX2" fmla="*/ 6848022 w 7128220"/>
              <a:gd name="connsiteY2" fmla="*/ 2784928 h 6877050"/>
              <a:gd name="connsiteX3" fmla="*/ 4635508 w 7128220"/>
              <a:gd name="connsiteY3" fmla="*/ 4864100 h 6877050"/>
              <a:gd name="connsiteX4" fmla="*/ 2810186 w 7128220"/>
              <a:gd name="connsiteY4" fmla="*/ 6877050 h 6877050"/>
              <a:gd name="connsiteX5" fmla="*/ 0 w 7128220"/>
              <a:gd name="connsiteY5" fmla="*/ 6858000 h 6877050"/>
              <a:gd name="connsiteX0" fmla="*/ 0 w 7128220"/>
              <a:gd name="connsiteY0" fmla="*/ 6858000 h 6858000"/>
              <a:gd name="connsiteX1" fmla="*/ 6858004 w 7128220"/>
              <a:gd name="connsiteY1" fmla="*/ 0 h 6858000"/>
              <a:gd name="connsiteX2" fmla="*/ 6848022 w 7128220"/>
              <a:gd name="connsiteY2" fmla="*/ 2784928 h 6858000"/>
              <a:gd name="connsiteX3" fmla="*/ 4635508 w 7128220"/>
              <a:gd name="connsiteY3" fmla="*/ 4864100 h 6858000"/>
              <a:gd name="connsiteX4" fmla="*/ 2772086 w 7128220"/>
              <a:gd name="connsiteY4" fmla="*/ 6848475 h 6858000"/>
              <a:gd name="connsiteX5" fmla="*/ 0 w 7128220"/>
              <a:gd name="connsiteY5" fmla="*/ 6858000 h 6858000"/>
              <a:gd name="connsiteX0" fmla="*/ 0 w 6858895"/>
              <a:gd name="connsiteY0" fmla="*/ 6858000 h 6858000"/>
              <a:gd name="connsiteX1" fmla="*/ 6858004 w 6858895"/>
              <a:gd name="connsiteY1" fmla="*/ 0 h 6858000"/>
              <a:gd name="connsiteX2" fmla="*/ 6848022 w 6858895"/>
              <a:gd name="connsiteY2" fmla="*/ 2784928 h 6858000"/>
              <a:gd name="connsiteX3" fmla="*/ 2772086 w 6858895"/>
              <a:gd name="connsiteY3" fmla="*/ 6848475 h 6858000"/>
              <a:gd name="connsiteX4" fmla="*/ 0 w 6858895"/>
              <a:gd name="connsiteY4" fmla="*/ 6858000 h 6858000"/>
              <a:gd name="connsiteX0" fmla="*/ 0 w 6858895"/>
              <a:gd name="connsiteY0" fmla="*/ 6858000 h 6858000"/>
              <a:gd name="connsiteX1" fmla="*/ 6858004 w 6858895"/>
              <a:gd name="connsiteY1" fmla="*/ 0 h 6858000"/>
              <a:gd name="connsiteX2" fmla="*/ 6848022 w 6858895"/>
              <a:gd name="connsiteY2" fmla="*/ 2784928 h 6858000"/>
              <a:gd name="connsiteX3" fmla="*/ 2772086 w 6858895"/>
              <a:gd name="connsiteY3" fmla="*/ 6848475 h 6858000"/>
              <a:gd name="connsiteX4" fmla="*/ 0 w 6858895"/>
              <a:gd name="connsiteY4" fmla="*/ 6858000 h 6858000"/>
              <a:gd name="connsiteX0" fmla="*/ 0 w 6858895"/>
              <a:gd name="connsiteY0" fmla="*/ 6858000 h 6858000"/>
              <a:gd name="connsiteX1" fmla="*/ 6858004 w 6858895"/>
              <a:gd name="connsiteY1" fmla="*/ 0 h 6858000"/>
              <a:gd name="connsiteX2" fmla="*/ 6848022 w 6858895"/>
              <a:gd name="connsiteY2" fmla="*/ 2784928 h 6858000"/>
              <a:gd name="connsiteX3" fmla="*/ 2772086 w 6858895"/>
              <a:gd name="connsiteY3" fmla="*/ 6848475 h 6858000"/>
              <a:gd name="connsiteX4" fmla="*/ 0 w 685889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72086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827504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827504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76184"/>
              <a:gd name="connsiteX1" fmla="*/ 6858004 w 6859655"/>
              <a:gd name="connsiteY1" fmla="*/ 0 h 6876184"/>
              <a:gd name="connsiteX2" fmla="*/ 6857547 w 6859655"/>
              <a:gd name="connsiteY2" fmla="*/ 2775403 h 6876184"/>
              <a:gd name="connsiteX3" fmla="*/ 2785941 w 6859655"/>
              <a:gd name="connsiteY3" fmla="*/ 6876184 h 6876184"/>
              <a:gd name="connsiteX4" fmla="*/ 0 w 6859655"/>
              <a:gd name="connsiteY4" fmla="*/ 6858000 h 6876184"/>
              <a:gd name="connsiteX0" fmla="*/ 0 w 6859655"/>
              <a:gd name="connsiteY0" fmla="*/ 6858000 h 6862329"/>
              <a:gd name="connsiteX1" fmla="*/ 6858004 w 6859655"/>
              <a:gd name="connsiteY1" fmla="*/ 0 h 6862329"/>
              <a:gd name="connsiteX2" fmla="*/ 6857547 w 6859655"/>
              <a:gd name="connsiteY2" fmla="*/ 2775403 h 6862329"/>
              <a:gd name="connsiteX3" fmla="*/ 2785941 w 6859655"/>
              <a:gd name="connsiteY3" fmla="*/ 6862329 h 6862329"/>
              <a:gd name="connsiteX4" fmla="*/ 0 w 6859655"/>
              <a:gd name="connsiteY4" fmla="*/ 6858000 h 6862329"/>
              <a:gd name="connsiteX0" fmla="*/ 0 w 6859655"/>
              <a:gd name="connsiteY0" fmla="*/ 6858000 h 6862329"/>
              <a:gd name="connsiteX1" fmla="*/ 6858004 w 6859655"/>
              <a:gd name="connsiteY1" fmla="*/ 0 h 6862329"/>
              <a:gd name="connsiteX2" fmla="*/ 6857547 w 6859655"/>
              <a:gd name="connsiteY2" fmla="*/ 2775403 h 6862329"/>
              <a:gd name="connsiteX3" fmla="*/ 2785941 w 6859655"/>
              <a:gd name="connsiteY3" fmla="*/ 6862329 h 6862329"/>
              <a:gd name="connsiteX4" fmla="*/ 0 w 6859655"/>
              <a:gd name="connsiteY4" fmla="*/ 6858000 h 68623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59655" h="6862329">
                <a:moveTo>
                  <a:pt x="0" y="6858000"/>
                </a:moveTo>
                <a:cubicBezTo>
                  <a:pt x="92703" y="2794000"/>
                  <a:pt x="3259119" y="29029"/>
                  <a:pt x="6858004" y="0"/>
                </a:cubicBezTo>
                <a:cubicBezTo>
                  <a:pt x="6862993" y="1749878"/>
                  <a:pt x="6854824" y="2086881"/>
                  <a:pt x="6857547" y="2775403"/>
                </a:cubicBezTo>
                <a:cubicBezTo>
                  <a:pt x="3237665" y="2988560"/>
                  <a:pt x="2735787" y="6128065"/>
                  <a:pt x="2785941" y="6862329"/>
                </a:cubicBezTo>
                <a:cubicBezTo>
                  <a:pt x="1965731" y="6851746"/>
                  <a:pt x="2255889" y="6838950"/>
                  <a:pt x="0" y="6858000"/>
                </a:cubicBezTo>
                <a:close/>
              </a:path>
            </a:pathLst>
          </a:custGeom>
        </p:spPr>
        <p:txBody>
          <a:bodyPr bIns="822960" anchor="ctr"/>
          <a:lstStyle>
            <a:lvl1pPr marL="0" indent="0" algn="ctr">
              <a:buNone/>
              <a:defRPr>
                <a:solidFill>
                  <a:schemeClr val="bg1"/>
                </a:solidFill>
              </a:defRPr>
            </a:lvl1pPr>
          </a:lstStyle>
          <a:p>
            <a:r>
              <a:rPr lang="fr-FR"/>
              <a:t>Cliquez sur l'icône pour ajouter une image</a:t>
            </a:r>
            <a:endParaRPr lang="en-US"/>
          </a:p>
        </p:txBody>
      </p:sp>
    </p:spTree>
    <p:extLst>
      <p:ext uri="{BB962C8B-B14F-4D97-AF65-F5344CB8AC3E}">
        <p14:creationId xmlns:p14="http://schemas.microsoft.com/office/powerpoint/2010/main" val="1538860058"/>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showMasterSp="0" preserve="1" userDrawn="1">
  <p:cSld name="Questions">
    <p:bg>
      <p:bgPr>
        <a:solidFill>
          <a:schemeClr val="accent3"/>
        </a:solidFill>
        <a:effectLst/>
      </p:bgPr>
    </p:bg>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DB4AB316-183C-82C5-C1A7-C4659A85C6A7}"/>
              </a:ext>
              <a:ext uri="{C183D7F6-B498-43B3-948B-1728B52AA6E4}">
                <adec:decorative xmlns:adec="http://schemas.microsoft.com/office/drawing/2017/decorative" val="1"/>
              </a:ext>
            </a:extLst>
          </p:cNvPr>
          <p:cNvGrpSpPr/>
          <p:nvPr userDrawn="1"/>
        </p:nvGrpSpPr>
        <p:grpSpPr>
          <a:xfrm>
            <a:off x="3189525" y="522525"/>
            <a:ext cx="5812951" cy="5812951"/>
            <a:chOff x="6364404" y="688572"/>
            <a:chExt cx="5398971" cy="5398971"/>
          </a:xfrm>
        </p:grpSpPr>
        <p:pic>
          <p:nvPicPr>
            <p:cNvPr id="7" name="Graphic 6">
              <a:extLst>
                <a:ext uri="{FF2B5EF4-FFF2-40B4-BE49-F238E27FC236}">
                  <a16:creationId xmlns:a16="http://schemas.microsoft.com/office/drawing/2014/main" id="{7CBB66C1-6853-8EB3-75B2-B940DFD44C1D}"/>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V="1">
              <a:off x="6364404" y="3388057"/>
              <a:ext cx="2699486" cy="2699486"/>
            </a:xfrm>
            <a:prstGeom prst="rect">
              <a:avLst/>
            </a:prstGeom>
          </p:spPr>
        </p:pic>
        <p:pic>
          <p:nvPicPr>
            <p:cNvPr id="9" name="Graphic 8">
              <a:extLst>
                <a:ext uri="{FF2B5EF4-FFF2-40B4-BE49-F238E27FC236}">
                  <a16:creationId xmlns:a16="http://schemas.microsoft.com/office/drawing/2014/main" id="{D8FE0FFE-617B-11DD-4D76-3FF25292384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a:off x="9063889" y="688572"/>
              <a:ext cx="2699486" cy="2699486"/>
            </a:xfrm>
            <a:prstGeom prst="rect">
              <a:avLst/>
            </a:prstGeom>
          </p:spPr>
        </p:pic>
      </p:grpSp>
      <p:sp>
        <p:nvSpPr>
          <p:cNvPr id="3" name="Title 1">
            <a:extLst>
              <a:ext uri="{FF2B5EF4-FFF2-40B4-BE49-F238E27FC236}">
                <a16:creationId xmlns:a16="http://schemas.microsoft.com/office/drawing/2014/main" id="{3F73AD35-6458-4A2A-9A03-0222FC4D9395}"/>
              </a:ext>
            </a:extLst>
          </p:cNvPr>
          <p:cNvSpPr>
            <a:spLocks noGrp="1"/>
          </p:cNvSpPr>
          <p:nvPr>
            <p:ph type="title" hasCustomPrompt="1"/>
          </p:nvPr>
        </p:nvSpPr>
        <p:spPr>
          <a:xfrm>
            <a:off x="4385482" y="2731826"/>
            <a:ext cx="3421036" cy="1394348"/>
          </a:xfrm>
        </p:spPr>
        <p:txBody>
          <a:bodyPr wrap="none" anchor="ctr">
            <a:noAutofit/>
          </a:bodyPr>
          <a:lstStyle>
            <a:lvl1pPr algn="ctr">
              <a:lnSpc>
                <a:spcPct val="100000"/>
              </a:lnSpc>
              <a:defRPr sz="4400">
                <a:solidFill>
                  <a:schemeClr val="bg1"/>
                </a:solidFill>
              </a:defRPr>
            </a:lvl1pPr>
          </a:lstStyle>
          <a:p>
            <a:r>
              <a:rPr lang="en-US"/>
              <a:t>Questions</a:t>
            </a:r>
          </a:p>
        </p:txBody>
      </p:sp>
      <p:sp>
        <p:nvSpPr>
          <p:cNvPr id="4" name="Graphique 10" descr="Atos logo">
            <a:extLst>
              <a:ext uri="{FF2B5EF4-FFF2-40B4-BE49-F238E27FC236}">
                <a16:creationId xmlns:a16="http://schemas.microsoft.com/office/drawing/2014/main" id="{00F5AF71-3625-304B-2633-DA8784159D71}"/>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Tree>
    <p:extLst>
      <p:ext uri="{BB962C8B-B14F-4D97-AF65-F5344CB8AC3E}">
        <p14:creationId xmlns:p14="http://schemas.microsoft.com/office/powerpoint/2010/main" val="898375623"/>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showMasterSp="0" preserve="1" userDrawn="1">
  <p:cSld name="Thank you">
    <p:bg>
      <p:bgPr>
        <a:solidFill>
          <a:schemeClr val="accent3"/>
        </a:solidFill>
        <a:effectLst/>
      </p:bgPr>
    </p:bg>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18A606E8-B755-D267-3334-BB72D31CE5DD}"/>
              </a:ext>
              <a:ext uri="{C183D7F6-B498-43B3-948B-1728B52AA6E4}">
                <adec:decorative xmlns:adec="http://schemas.microsoft.com/office/drawing/2017/decorative" val="1"/>
              </a:ext>
            </a:extLst>
          </p:cNvPr>
          <p:cNvGrpSpPr/>
          <p:nvPr userDrawn="1"/>
        </p:nvGrpSpPr>
        <p:grpSpPr>
          <a:xfrm>
            <a:off x="0" y="1"/>
            <a:ext cx="12192000" cy="6857999"/>
            <a:chOff x="0" y="1"/>
            <a:chExt cx="12192000" cy="6857999"/>
          </a:xfrm>
        </p:grpSpPr>
        <p:pic>
          <p:nvPicPr>
            <p:cNvPr id="11" name="Graphic 10">
              <a:extLst>
                <a:ext uri="{FF2B5EF4-FFF2-40B4-BE49-F238E27FC236}">
                  <a16:creationId xmlns:a16="http://schemas.microsoft.com/office/drawing/2014/main" id="{B37E38E8-ADCB-8E97-E61A-DDC65AF315C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a:off x="0" y="3474720"/>
              <a:ext cx="3383280" cy="3383280"/>
            </a:xfrm>
            <a:prstGeom prst="rect">
              <a:avLst/>
            </a:prstGeom>
          </p:spPr>
        </p:pic>
        <p:pic>
          <p:nvPicPr>
            <p:cNvPr id="9" name="Graphic 8">
              <a:extLst>
                <a:ext uri="{FF2B5EF4-FFF2-40B4-BE49-F238E27FC236}">
                  <a16:creationId xmlns:a16="http://schemas.microsoft.com/office/drawing/2014/main" id="{D4E82305-2CFC-B442-7D06-48C49A6D08D4}"/>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16200000">
              <a:off x="8808720" y="1"/>
              <a:ext cx="3383280" cy="3383280"/>
            </a:xfrm>
            <a:prstGeom prst="rect">
              <a:avLst/>
            </a:prstGeom>
          </p:spPr>
        </p:pic>
      </p:grpSp>
      <p:sp>
        <p:nvSpPr>
          <p:cNvPr id="8" name="Title 1">
            <a:extLst>
              <a:ext uri="{FF2B5EF4-FFF2-40B4-BE49-F238E27FC236}">
                <a16:creationId xmlns:a16="http://schemas.microsoft.com/office/drawing/2014/main" id="{499553CC-D1FC-0BF8-65E8-622A9A598473}"/>
              </a:ext>
            </a:extLst>
          </p:cNvPr>
          <p:cNvSpPr>
            <a:spLocks noGrp="1"/>
          </p:cNvSpPr>
          <p:nvPr>
            <p:ph type="title" hasCustomPrompt="1"/>
          </p:nvPr>
        </p:nvSpPr>
        <p:spPr>
          <a:xfrm>
            <a:off x="428625" y="678310"/>
            <a:ext cx="3784561" cy="830997"/>
          </a:xfrm>
        </p:spPr>
        <p:txBody>
          <a:bodyPr wrap="none">
            <a:noAutofit/>
          </a:bodyPr>
          <a:lstStyle>
            <a:lvl1pPr>
              <a:lnSpc>
                <a:spcPct val="100000"/>
              </a:lnSpc>
              <a:defRPr sz="5400">
                <a:solidFill>
                  <a:schemeClr val="accent2"/>
                </a:solidFill>
              </a:defRPr>
            </a:lvl1pPr>
          </a:lstStyle>
          <a:p>
            <a:r>
              <a:rPr lang="en-US"/>
              <a:t>Thank you!</a:t>
            </a:r>
          </a:p>
        </p:txBody>
      </p:sp>
      <p:sp>
        <p:nvSpPr>
          <p:cNvPr id="13" name="Text Placeholder 12">
            <a:extLst>
              <a:ext uri="{FF2B5EF4-FFF2-40B4-BE49-F238E27FC236}">
                <a16:creationId xmlns:a16="http://schemas.microsoft.com/office/drawing/2014/main" id="{F2E6D97E-7A6D-5A28-FF0A-4786C40756EC}"/>
              </a:ext>
            </a:extLst>
          </p:cNvPr>
          <p:cNvSpPr>
            <a:spLocks noGrp="1"/>
          </p:cNvSpPr>
          <p:nvPr>
            <p:ph type="body" sz="quarter" idx="10" hasCustomPrompt="1"/>
          </p:nvPr>
        </p:nvSpPr>
        <p:spPr>
          <a:xfrm>
            <a:off x="428624" y="1691640"/>
            <a:ext cx="3784561" cy="1190456"/>
          </a:xfrm>
        </p:spPr>
        <p:txBody>
          <a:bodyPr wrap="none"/>
          <a:lstStyle>
            <a:lvl1pPr marL="0" indent="0">
              <a:spcAft>
                <a:spcPts val="0"/>
              </a:spcAft>
              <a:buNone/>
              <a:defRPr>
                <a:solidFill>
                  <a:schemeClr val="bg1"/>
                </a:solidFill>
              </a:defRPr>
            </a:lvl1pPr>
            <a:lvl2pPr marL="228600" indent="0">
              <a:buNone/>
              <a:defRPr>
                <a:solidFill>
                  <a:schemeClr val="bg1"/>
                </a:solidFill>
              </a:defRPr>
            </a:lvl2pPr>
            <a:lvl3pPr marL="457200" indent="0">
              <a:buNone/>
              <a:defRPr>
                <a:solidFill>
                  <a:schemeClr val="bg1"/>
                </a:solidFill>
              </a:defRPr>
            </a:lvl3pPr>
            <a:lvl4pPr marL="685800" indent="0">
              <a:buNone/>
              <a:defRPr>
                <a:solidFill>
                  <a:schemeClr val="bg1"/>
                </a:solidFill>
              </a:defRPr>
            </a:lvl4pPr>
            <a:lvl5pPr marL="914400" indent="0">
              <a:buNone/>
              <a:defRPr>
                <a:solidFill>
                  <a:schemeClr val="bg1"/>
                </a:solidFill>
              </a:defRPr>
            </a:lvl5pPr>
          </a:lstStyle>
          <a:p>
            <a:pPr lvl="0"/>
            <a:r>
              <a:rPr lang="en-US"/>
              <a:t>For more information please contact:</a:t>
            </a:r>
            <a:br>
              <a:rPr lang="en-US"/>
            </a:br>
            <a:r>
              <a:rPr lang="en-US"/>
              <a:t>T+ 33 1 98765432</a:t>
            </a:r>
            <a:br>
              <a:rPr lang="en-US"/>
            </a:br>
            <a:r>
              <a:rPr lang="en-US"/>
              <a:t>M+ 33 6 44445678</a:t>
            </a:r>
            <a:br>
              <a:rPr lang="en-US"/>
            </a:br>
            <a:r>
              <a:rPr lang="en-US"/>
              <a:t>firstname.lastname@atos.net</a:t>
            </a:r>
          </a:p>
        </p:txBody>
      </p:sp>
      <p:sp>
        <p:nvSpPr>
          <p:cNvPr id="3" name="AddNotifier#1">
            <a:extLst>
              <a:ext uri="{FF2B5EF4-FFF2-40B4-BE49-F238E27FC236}">
                <a16:creationId xmlns:a16="http://schemas.microsoft.com/office/drawing/2014/main" id="{DEB32E4C-FD35-01ED-4923-78A44A2BBA63}"/>
              </a:ext>
            </a:extLst>
          </p:cNvPr>
          <p:cNvSpPr txBox="1">
            <a:spLocks noChangeArrowheads="1"/>
          </p:cNvSpPr>
          <p:nvPr userDrawn="1"/>
        </p:nvSpPr>
        <p:spPr bwMode="invGray">
          <a:xfrm>
            <a:off x="3511965" y="5580670"/>
            <a:ext cx="3383281" cy="492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b" anchorCtr="0">
            <a:spAutoFit/>
          </a:bodyPr>
          <a:lstStyle>
            <a:lvl1pPr>
              <a:defRPr>
                <a:solidFill>
                  <a:schemeClr val="tx1"/>
                </a:solidFill>
                <a:latin typeface="Lucida Sans Unicode" pitchFamily="34" charset="0"/>
              </a:defRPr>
            </a:lvl1pPr>
            <a:lvl2pPr marL="742950" indent="-285750">
              <a:defRPr>
                <a:solidFill>
                  <a:schemeClr val="tx1"/>
                </a:solidFill>
                <a:latin typeface="Lucida Sans Unicode" pitchFamily="34" charset="0"/>
              </a:defRPr>
            </a:lvl2pPr>
            <a:lvl3pPr marL="1143000" indent="-228600">
              <a:defRPr>
                <a:solidFill>
                  <a:schemeClr val="tx1"/>
                </a:solidFill>
                <a:latin typeface="Lucida Sans Unicode" pitchFamily="34" charset="0"/>
              </a:defRPr>
            </a:lvl3pPr>
            <a:lvl4pPr marL="1600200" indent="-228600">
              <a:defRPr>
                <a:solidFill>
                  <a:schemeClr val="tx1"/>
                </a:solidFill>
                <a:latin typeface="Lucida Sans Unicode" pitchFamily="34" charset="0"/>
              </a:defRPr>
            </a:lvl4pPr>
            <a:lvl5pPr marL="2057400" indent="-228600">
              <a:defRPr>
                <a:solidFill>
                  <a:schemeClr val="tx1"/>
                </a:solidFill>
                <a:latin typeface="Lucida Sans Unicode" pitchFamily="34" charset="0"/>
              </a:defRPr>
            </a:lvl5pPr>
            <a:lvl6pPr marL="2514600" indent="-228600" fontAlgn="base">
              <a:spcBef>
                <a:spcPct val="0"/>
              </a:spcBef>
              <a:spcAft>
                <a:spcPct val="0"/>
              </a:spcAft>
              <a:defRPr>
                <a:solidFill>
                  <a:schemeClr val="tx1"/>
                </a:solidFill>
                <a:latin typeface="Lucida Sans Unicode" pitchFamily="34" charset="0"/>
              </a:defRPr>
            </a:lvl6pPr>
            <a:lvl7pPr marL="2971800" indent="-228600" fontAlgn="base">
              <a:spcBef>
                <a:spcPct val="0"/>
              </a:spcBef>
              <a:spcAft>
                <a:spcPct val="0"/>
              </a:spcAft>
              <a:defRPr>
                <a:solidFill>
                  <a:schemeClr val="tx1"/>
                </a:solidFill>
                <a:latin typeface="Lucida Sans Unicode" pitchFamily="34" charset="0"/>
              </a:defRPr>
            </a:lvl7pPr>
            <a:lvl8pPr marL="3429000" indent="-228600" fontAlgn="base">
              <a:spcBef>
                <a:spcPct val="0"/>
              </a:spcBef>
              <a:spcAft>
                <a:spcPct val="0"/>
              </a:spcAft>
              <a:defRPr>
                <a:solidFill>
                  <a:schemeClr val="tx1"/>
                </a:solidFill>
                <a:latin typeface="Lucida Sans Unicode" pitchFamily="34" charset="0"/>
              </a:defRPr>
            </a:lvl8pPr>
            <a:lvl9pPr marL="3886200" indent="-228600" fontAlgn="base">
              <a:spcBef>
                <a:spcPct val="0"/>
              </a:spcBef>
              <a:spcAft>
                <a:spcPct val="0"/>
              </a:spcAft>
              <a:defRPr>
                <a:solidFill>
                  <a:schemeClr val="tx1"/>
                </a:solidFill>
                <a:latin typeface="Lucida Sans Unicode" pitchFamily="34" charset="0"/>
              </a:defRPr>
            </a:lvl9pPr>
          </a:lstStyle>
          <a:p>
            <a:r>
              <a:rPr lang="en-US" sz="800" kern="1200" baseline="0">
                <a:solidFill>
                  <a:schemeClr val="bg1"/>
                </a:solidFill>
                <a:latin typeface="+mn-lt"/>
                <a:ea typeface="Verdana" pitchFamily="34" charset="0"/>
                <a:cs typeface="Verdana" pitchFamily="34" charset="0"/>
              </a:rPr>
              <a:t>Atos is a registered trademark of Atos SE. © 2024 Atos. Confidential information owned by Atos, to be used by the recipient only. This document, or any part of it, may not be reproduced, copied, circulated and/or distributed nor quoted without prior written approval from Atos.</a:t>
            </a:r>
            <a:endParaRPr lang="en-US" sz="800" baseline="0">
              <a:solidFill>
                <a:schemeClr val="bg1"/>
              </a:solidFill>
              <a:latin typeface="+mn-lt"/>
              <a:ea typeface="Verdana" pitchFamily="34" charset="0"/>
              <a:cs typeface="Verdana" pitchFamily="34" charset="0"/>
            </a:endParaRPr>
          </a:p>
        </p:txBody>
      </p:sp>
      <p:sp>
        <p:nvSpPr>
          <p:cNvPr id="4" name="Text Placeholder 12">
            <a:extLst>
              <a:ext uri="{FF2B5EF4-FFF2-40B4-BE49-F238E27FC236}">
                <a16:creationId xmlns:a16="http://schemas.microsoft.com/office/drawing/2014/main" id="{EB50BEC9-5EE0-B57E-CAE5-7C3F4E023F33}"/>
              </a:ext>
            </a:extLst>
          </p:cNvPr>
          <p:cNvSpPr>
            <a:spLocks noGrp="1"/>
          </p:cNvSpPr>
          <p:nvPr>
            <p:ph type="body" sz="quarter" idx="11" hasCustomPrompt="1"/>
          </p:nvPr>
        </p:nvSpPr>
        <p:spPr>
          <a:xfrm>
            <a:off x="3511965" y="6316314"/>
            <a:ext cx="2560320" cy="92333"/>
          </a:xfrm>
        </p:spPr>
        <p:txBody>
          <a:bodyPr wrap="none" anchor="ctr">
            <a:noAutofit/>
          </a:bodyPr>
          <a:lstStyle>
            <a:lvl1pPr marL="0" indent="0">
              <a:spcAft>
                <a:spcPts val="0"/>
              </a:spcAft>
              <a:buNone/>
              <a:defRPr sz="600">
                <a:solidFill>
                  <a:schemeClr val="bg1"/>
                </a:solidFill>
              </a:defRPr>
            </a:lvl1pPr>
            <a:lvl2pPr marL="228600" indent="0">
              <a:buNone/>
              <a:defRPr>
                <a:solidFill>
                  <a:schemeClr val="bg1"/>
                </a:solidFill>
              </a:defRPr>
            </a:lvl2pPr>
            <a:lvl3pPr marL="457200" indent="0">
              <a:buNone/>
              <a:defRPr>
                <a:solidFill>
                  <a:schemeClr val="bg1"/>
                </a:solidFill>
              </a:defRPr>
            </a:lvl3pPr>
            <a:lvl4pPr marL="685800" indent="0">
              <a:buNone/>
              <a:defRPr>
                <a:solidFill>
                  <a:schemeClr val="bg1"/>
                </a:solidFill>
              </a:defRPr>
            </a:lvl4pPr>
            <a:lvl5pPr marL="914400" indent="0">
              <a:buNone/>
              <a:defRPr>
                <a:solidFill>
                  <a:schemeClr val="bg1"/>
                </a:solidFill>
              </a:defRPr>
            </a:lvl5pPr>
          </a:lstStyle>
          <a:p>
            <a:pPr lvl="0"/>
            <a:r>
              <a:rPr lang="en-US"/>
              <a:t>Job Number-Designer-BP</a:t>
            </a:r>
          </a:p>
        </p:txBody>
      </p:sp>
      <p:sp>
        <p:nvSpPr>
          <p:cNvPr id="5" name="Graphique 10" descr="Atos logo">
            <a:extLst>
              <a:ext uri="{FF2B5EF4-FFF2-40B4-BE49-F238E27FC236}">
                <a16:creationId xmlns:a16="http://schemas.microsoft.com/office/drawing/2014/main" id="{19A80A2F-D5E3-6F7F-C1EB-15EBCE6C6CAC}"/>
              </a:ext>
            </a:extLst>
          </p:cNvPr>
          <p:cNvSpPr>
            <a:spLocks noChangeAspect="1"/>
          </p:cNvSpPr>
          <p:nvPr userDrawn="1"/>
        </p:nvSpPr>
        <p:spPr>
          <a:xfrm>
            <a:off x="9848292"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Tree>
    <p:extLst>
      <p:ext uri="{BB962C8B-B14F-4D97-AF65-F5344CB8AC3E}">
        <p14:creationId xmlns:p14="http://schemas.microsoft.com/office/powerpoint/2010/main" val="802629334"/>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showMasterSp="0" preserve="1" userDrawn="1">
  <p:cSld name="Thank you with QR">
    <p:bg>
      <p:bgPr>
        <a:solidFill>
          <a:schemeClr val="accent3"/>
        </a:solidFill>
        <a:effectLst/>
      </p:bgPr>
    </p:bg>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18A606E8-B755-D267-3334-BB72D31CE5DD}"/>
              </a:ext>
              <a:ext uri="{C183D7F6-B498-43B3-948B-1728B52AA6E4}">
                <adec:decorative xmlns:adec="http://schemas.microsoft.com/office/drawing/2017/decorative" val="1"/>
              </a:ext>
            </a:extLst>
          </p:cNvPr>
          <p:cNvGrpSpPr/>
          <p:nvPr userDrawn="1"/>
        </p:nvGrpSpPr>
        <p:grpSpPr>
          <a:xfrm>
            <a:off x="0" y="1"/>
            <a:ext cx="12192000" cy="6857999"/>
            <a:chOff x="0" y="1"/>
            <a:chExt cx="12192000" cy="6857999"/>
          </a:xfrm>
        </p:grpSpPr>
        <p:pic>
          <p:nvPicPr>
            <p:cNvPr id="11" name="Graphic 10">
              <a:extLst>
                <a:ext uri="{FF2B5EF4-FFF2-40B4-BE49-F238E27FC236}">
                  <a16:creationId xmlns:a16="http://schemas.microsoft.com/office/drawing/2014/main" id="{B37E38E8-ADCB-8E97-E61A-DDC65AF315C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a:off x="0" y="3474720"/>
              <a:ext cx="3383280" cy="3383280"/>
            </a:xfrm>
            <a:prstGeom prst="rect">
              <a:avLst/>
            </a:prstGeom>
          </p:spPr>
        </p:pic>
        <p:pic>
          <p:nvPicPr>
            <p:cNvPr id="9" name="Graphic 8">
              <a:extLst>
                <a:ext uri="{FF2B5EF4-FFF2-40B4-BE49-F238E27FC236}">
                  <a16:creationId xmlns:a16="http://schemas.microsoft.com/office/drawing/2014/main" id="{D4E82305-2CFC-B442-7D06-48C49A6D08D4}"/>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16200000">
              <a:off x="8808720" y="1"/>
              <a:ext cx="3383280" cy="3383280"/>
            </a:xfrm>
            <a:prstGeom prst="rect">
              <a:avLst/>
            </a:prstGeom>
          </p:spPr>
        </p:pic>
      </p:grpSp>
      <p:sp>
        <p:nvSpPr>
          <p:cNvPr id="8" name="Title 1">
            <a:extLst>
              <a:ext uri="{FF2B5EF4-FFF2-40B4-BE49-F238E27FC236}">
                <a16:creationId xmlns:a16="http://schemas.microsoft.com/office/drawing/2014/main" id="{499553CC-D1FC-0BF8-65E8-622A9A598473}"/>
              </a:ext>
            </a:extLst>
          </p:cNvPr>
          <p:cNvSpPr>
            <a:spLocks noGrp="1"/>
          </p:cNvSpPr>
          <p:nvPr>
            <p:ph type="title" hasCustomPrompt="1"/>
          </p:nvPr>
        </p:nvSpPr>
        <p:spPr>
          <a:xfrm>
            <a:off x="428625" y="678310"/>
            <a:ext cx="3784561" cy="830997"/>
          </a:xfrm>
        </p:spPr>
        <p:txBody>
          <a:bodyPr wrap="none">
            <a:noAutofit/>
          </a:bodyPr>
          <a:lstStyle>
            <a:lvl1pPr>
              <a:lnSpc>
                <a:spcPct val="100000"/>
              </a:lnSpc>
              <a:defRPr sz="5400">
                <a:solidFill>
                  <a:schemeClr val="accent2"/>
                </a:solidFill>
              </a:defRPr>
            </a:lvl1pPr>
          </a:lstStyle>
          <a:p>
            <a:r>
              <a:rPr lang="en-US"/>
              <a:t>Thank you!</a:t>
            </a:r>
          </a:p>
        </p:txBody>
      </p:sp>
      <p:sp>
        <p:nvSpPr>
          <p:cNvPr id="13" name="Text Placeholder 12">
            <a:extLst>
              <a:ext uri="{FF2B5EF4-FFF2-40B4-BE49-F238E27FC236}">
                <a16:creationId xmlns:a16="http://schemas.microsoft.com/office/drawing/2014/main" id="{F2E6D97E-7A6D-5A28-FF0A-4786C40756EC}"/>
              </a:ext>
            </a:extLst>
          </p:cNvPr>
          <p:cNvSpPr>
            <a:spLocks noGrp="1"/>
          </p:cNvSpPr>
          <p:nvPr>
            <p:ph type="body" sz="quarter" idx="10" hasCustomPrompt="1"/>
          </p:nvPr>
        </p:nvSpPr>
        <p:spPr>
          <a:xfrm>
            <a:off x="428624" y="1691640"/>
            <a:ext cx="3784561" cy="1190456"/>
          </a:xfrm>
        </p:spPr>
        <p:txBody>
          <a:bodyPr wrap="none"/>
          <a:lstStyle>
            <a:lvl1pPr marL="0" indent="0">
              <a:spcAft>
                <a:spcPts val="0"/>
              </a:spcAft>
              <a:buNone/>
              <a:defRPr>
                <a:solidFill>
                  <a:schemeClr val="bg1"/>
                </a:solidFill>
              </a:defRPr>
            </a:lvl1pPr>
            <a:lvl2pPr marL="228600" indent="0">
              <a:buNone/>
              <a:defRPr>
                <a:solidFill>
                  <a:schemeClr val="bg1"/>
                </a:solidFill>
              </a:defRPr>
            </a:lvl2pPr>
            <a:lvl3pPr marL="457200" indent="0">
              <a:buNone/>
              <a:defRPr>
                <a:solidFill>
                  <a:schemeClr val="bg1"/>
                </a:solidFill>
              </a:defRPr>
            </a:lvl3pPr>
            <a:lvl4pPr marL="685800" indent="0">
              <a:buNone/>
              <a:defRPr>
                <a:solidFill>
                  <a:schemeClr val="bg1"/>
                </a:solidFill>
              </a:defRPr>
            </a:lvl4pPr>
            <a:lvl5pPr marL="914400" indent="0">
              <a:buNone/>
              <a:defRPr>
                <a:solidFill>
                  <a:schemeClr val="bg1"/>
                </a:solidFill>
              </a:defRPr>
            </a:lvl5pPr>
          </a:lstStyle>
          <a:p>
            <a:pPr lvl="0"/>
            <a:r>
              <a:rPr lang="en-US"/>
              <a:t>For more information please contact:</a:t>
            </a:r>
            <a:br>
              <a:rPr lang="en-US"/>
            </a:br>
            <a:r>
              <a:rPr lang="en-US"/>
              <a:t>T+ 33 1 98765432</a:t>
            </a:r>
            <a:br>
              <a:rPr lang="en-US"/>
            </a:br>
            <a:r>
              <a:rPr lang="en-US"/>
              <a:t>M+ 33 6 44445678</a:t>
            </a:r>
            <a:br>
              <a:rPr lang="en-US"/>
            </a:br>
            <a:r>
              <a:rPr lang="en-US"/>
              <a:t>firstname.lastname@atos.net</a:t>
            </a:r>
          </a:p>
        </p:txBody>
      </p:sp>
      <p:sp>
        <p:nvSpPr>
          <p:cNvPr id="3" name="AddNotifier#1">
            <a:extLst>
              <a:ext uri="{FF2B5EF4-FFF2-40B4-BE49-F238E27FC236}">
                <a16:creationId xmlns:a16="http://schemas.microsoft.com/office/drawing/2014/main" id="{DEB32E4C-FD35-01ED-4923-78A44A2BBA63}"/>
              </a:ext>
            </a:extLst>
          </p:cNvPr>
          <p:cNvSpPr txBox="1">
            <a:spLocks noChangeArrowheads="1"/>
          </p:cNvSpPr>
          <p:nvPr userDrawn="1"/>
        </p:nvSpPr>
        <p:spPr bwMode="invGray">
          <a:xfrm>
            <a:off x="3511965" y="5580669"/>
            <a:ext cx="3383280" cy="492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b" anchorCtr="0">
            <a:spAutoFit/>
          </a:bodyPr>
          <a:lstStyle>
            <a:lvl1pPr>
              <a:defRPr>
                <a:solidFill>
                  <a:schemeClr val="tx1"/>
                </a:solidFill>
                <a:latin typeface="Lucida Sans Unicode" pitchFamily="34" charset="0"/>
              </a:defRPr>
            </a:lvl1pPr>
            <a:lvl2pPr marL="742950" indent="-285750">
              <a:defRPr>
                <a:solidFill>
                  <a:schemeClr val="tx1"/>
                </a:solidFill>
                <a:latin typeface="Lucida Sans Unicode" pitchFamily="34" charset="0"/>
              </a:defRPr>
            </a:lvl2pPr>
            <a:lvl3pPr marL="1143000" indent="-228600">
              <a:defRPr>
                <a:solidFill>
                  <a:schemeClr val="tx1"/>
                </a:solidFill>
                <a:latin typeface="Lucida Sans Unicode" pitchFamily="34" charset="0"/>
              </a:defRPr>
            </a:lvl3pPr>
            <a:lvl4pPr marL="1600200" indent="-228600">
              <a:defRPr>
                <a:solidFill>
                  <a:schemeClr val="tx1"/>
                </a:solidFill>
                <a:latin typeface="Lucida Sans Unicode" pitchFamily="34" charset="0"/>
              </a:defRPr>
            </a:lvl4pPr>
            <a:lvl5pPr marL="2057400" indent="-228600">
              <a:defRPr>
                <a:solidFill>
                  <a:schemeClr val="tx1"/>
                </a:solidFill>
                <a:latin typeface="Lucida Sans Unicode" pitchFamily="34" charset="0"/>
              </a:defRPr>
            </a:lvl5pPr>
            <a:lvl6pPr marL="2514600" indent="-228600" fontAlgn="base">
              <a:spcBef>
                <a:spcPct val="0"/>
              </a:spcBef>
              <a:spcAft>
                <a:spcPct val="0"/>
              </a:spcAft>
              <a:defRPr>
                <a:solidFill>
                  <a:schemeClr val="tx1"/>
                </a:solidFill>
                <a:latin typeface="Lucida Sans Unicode" pitchFamily="34" charset="0"/>
              </a:defRPr>
            </a:lvl6pPr>
            <a:lvl7pPr marL="2971800" indent="-228600" fontAlgn="base">
              <a:spcBef>
                <a:spcPct val="0"/>
              </a:spcBef>
              <a:spcAft>
                <a:spcPct val="0"/>
              </a:spcAft>
              <a:defRPr>
                <a:solidFill>
                  <a:schemeClr val="tx1"/>
                </a:solidFill>
                <a:latin typeface="Lucida Sans Unicode" pitchFamily="34" charset="0"/>
              </a:defRPr>
            </a:lvl7pPr>
            <a:lvl8pPr marL="3429000" indent="-228600" fontAlgn="base">
              <a:spcBef>
                <a:spcPct val="0"/>
              </a:spcBef>
              <a:spcAft>
                <a:spcPct val="0"/>
              </a:spcAft>
              <a:defRPr>
                <a:solidFill>
                  <a:schemeClr val="tx1"/>
                </a:solidFill>
                <a:latin typeface="Lucida Sans Unicode" pitchFamily="34" charset="0"/>
              </a:defRPr>
            </a:lvl8pPr>
            <a:lvl9pPr marL="3886200" indent="-228600" fontAlgn="base">
              <a:spcBef>
                <a:spcPct val="0"/>
              </a:spcBef>
              <a:spcAft>
                <a:spcPct val="0"/>
              </a:spcAft>
              <a:defRPr>
                <a:solidFill>
                  <a:schemeClr val="tx1"/>
                </a:solidFill>
                <a:latin typeface="Lucida Sans Unicode" pitchFamily="34" charset="0"/>
              </a:defRPr>
            </a:lvl9pPr>
          </a:lstStyle>
          <a:p>
            <a:r>
              <a:rPr lang="en-US" sz="800" kern="1200" baseline="0">
                <a:solidFill>
                  <a:schemeClr val="bg1"/>
                </a:solidFill>
                <a:latin typeface="+mn-lt"/>
                <a:ea typeface="Verdana" pitchFamily="34" charset="0"/>
                <a:cs typeface="Verdana" pitchFamily="34" charset="0"/>
              </a:rPr>
              <a:t>Atos is a registered trademark of Atos SE. © 2024 Atos. Confidential information owned by Atos, to be used by the recipient only. This document, or any part of it, may not be reproduced, copied, circulated and/or distributed nor quoted without prior written approval from Atos.</a:t>
            </a:r>
            <a:endParaRPr lang="en-US" sz="800" baseline="0">
              <a:solidFill>
                <a:schemeClr val="bg1"/>
              </a:solidFill>
              <a:latin typeface="+mn-lt"/>
              <a:ea typeface="Verdana" pitchFamily="34" charset="0"/>
              <a:cs typeface="Verdana" pitchFamily="34" charset="0"/>
            </a:endParaRPr>
          </a:p>
        </p:txBody>
      </p:sp>
      <p:sp>
        <p:nvSpPr>
          <p:cNvPr id="4" name="Text Placeholder 12">
            <a:extLst>
              <a:ext uri="{FF2B5EF4-FFF2-40B4-BE49-F238E27FC236}">
                <a16:creationId xmlns:a16="http://schemas.microsoft.com/office/drawing/2014/main" id="{6781CC69-B03E-7287-C774-E4C42AD5B4B1}"/>
              </a:ext>
            </a:extLst>
          </p:cNvPr>
          <p:cNvSpPr>
            <a:spLocks noGrp="1"/>
          </p:cNvSpPr>
          <p:nvPr>
            <p:ph type="body" sz="quarter" idx="12" hasCustomPrompt="1"/>
          </p:nvPr>
        </p:nvSpPr>
        <p:spPr>
          <a:xfrm>
            <a:off x="3511965" y="6316314"/>
            <a:ext cx="2560320" cy="92333"/>
          </a:xfrm>
        </p:spPr>
        <p:txBody>
          <a:bodyPr wrap="none" anchor="ctr">
            <a:noAutofit/>
          </a:bodyPr>
          <a:lstStyle>
            <a:lvl1pPr marL="0" indent="0">
              <a:spcAft>
                <a:spcPts val="0"/>
              </a:spcAft>
              <a:buNone/>
              <a:defRPr sz="600">
                <a:solidFill>
                  <a:schemeClr val="bg1"/>
                </a:solidFill>
              </a:defRPr>
            </a:lvl1pPr>
            <a:lvl2pPr marL="228600" indent="0">
              <a:buNone/>
              <a:defRPr>
                <a:solidFill>
                  <a:schemeClr val="bg1"/>
                </a:solidFill>
              </a:defRPr>
            </a:lvl2pPr>
            <a:lvl3pPr marL="457200" indent="0">
              <a:buNone/>
              <a:defRPr>
                <a:solidFill>
                  <a:schemeClr val="bg1"/>
                </a:solidFill>
              </a:defRPr>
            </a:lvl3pPr>
            <a:lvl4pPr marL="685800" indent="0">
              <a:buNone/>
              <a:defRPr>
                <a:solidFill>
                  <a:schemeClr val="bg1"/>
                </a:solidFill>
              </a:defRPr>
            </a:lvl4pPr>
            <a:lvl5pPr marL="914400" indent="0">
              <a:buNone/>
              <a:defRPr>
                <a:solidFill>
                  <a:schemeClr val="bg1"/>
                </a:solidFill>
              </a:defRPr>
            </a:lvl5pPr>
          </a:lstStyle>
          <a:p>
            <a:pPr lvl="0"/>
            <a:r>
              <a:rPr lang="en-US"/>
              <a:t>Job Number-Designer-BP</a:t>
            </a:r>
          </a:p>
        </p:txBody>
      </p:sp>
      <p:sp>
        <p:nvSpPr>
          <p:cNvPr id="5" name="Graphique 10" descr="Atos logo">
            <a:extLst>
              <a:ext uri="{FF2B5EF4-FFF2-40B4-BE49-F238E27FC236}">
                <a16:creationId xmlns:a16="http://schemas.microsoft.com/office/drawing/2014/main" id="{19A80A2F-D5E3-6F7F-C1EB-15EBCE6C6CAC}"/>
              </a:ext>
            </a:extLst>
          </p:cNvPr>
          <p:cNvSpPr>
            <a:spLocks noChangeAspect="1"/>
          </p:cNvSpPr>
          <p:nvPr userDrawn="1"/>
        </p:nvSpPr>
        <p:spPr>
          <a:xfrm>
            <a:off x="9848292"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12" name="Rectangle 11">
            <a:extLst>
              <a:ext uri="{FF2B5EF4-FFF2-40B4-BE49-F238E27FC236}">
                <a16:creationId xmlns:a16="http://schemas.microsoft.com/office/drawing/2014/main" id="{8296AC93-851F-8873-EB9F-A167B6F3D50B}"/>
              </a:ext>
              <a:ext uri="{C183D7F6-B498-43B3-948B-1728B52AA6E4}">
                <adec:decorative xmlns:adec="http://schemas.microsoft.com/office/drawing/2017/decorative" val="1"/>
              </a:ext>
            </a:extLst>
          </p:cNvPr>
          <p:cNvSpPr/>
          <p:nvPr userDrawn="1"/>
        </p:nvSpPr>
        <p:spPr>
          <a:xfrm>
            <a:off x="4967288" y="678310"/>
            <a:ext cx="2194560" cy="2194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664728D3-787C-00B9-69B8-1EF2872881D8}"/>
              </a:ext>
              <a:ext uri="{C183D7F6-B498-43B3-948B-1728B52AA6E4}">
                <adec:decorative xmlns:adec="http://schemas.microsoft.com/office/drawing/2017/decorative" val="1"/>
              </a:ext>
            </a:extLst>
          </p:cNvPr>
          <p:cNvSpPr>
            <a:spLocks noGrp="1"/>
          </p:cNvSpPr>
          <p:nvPr>
            <p:ph type="pic" sz="quarter" idx="11" hasCustomPrompt="1"/>
          </p:nvPr>
        </p:nvSpPr>
        <p:spPr>
          <a:xfrm>
            <a:off x="5035868" y="746890"/>
            <a:ext cx="2057400" cy="2057400"/>
          </a:xfrm>
        </p:spPr>
        <p:txBody>
          <a:bodyPr tIns="1097280" bIns="0" anchor="ctr"/>
          <a:lstStyle>
            <a:lvl1pPr marL="0" indent="0" algn="ctr">
              <a:buNone/>
              <a:defRPr sz="1400">
                <a:solidFill>
                  <a:schemeClr val="accent3"/>
                </a:solidFill>
              </a:defRPr>
            </a:lvl1pPr>
          </a:lstStyle>
          <a:p>
            <a:r>
              <a:rPr lang="en-US" noProof="0"/>
              <a:t>Click icon to add QR Code</a:t>
            </a:r>
            <a:endParaRPr lang="en-US"/>
          </a:p>
        </p:txBody>
      </p:sp>
    </p:spTree>
    <p:extLst>
      <p:ext uri="{BB962C8B-B14F-4D97-AF65-F5344CB8AC3E}">
        <p14:creationId xmlns:p14="http://schemas.microsoft.com/office/powerpoint/2010/main" val="4120586415"/>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type="obj">
  <p:cSld name="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A58AB8C-6B7B-EBD3-4D71-F5150448D3B6}"/>
              </a:ext>
            </a:extLst>
          </p:cNvPr>
          <p:cNvSpPr>
            <a:spLocks noGrp="1"/>
          </p:cNvSpPr>
          <p:nvPr>
            <p:ph type="title"/>
          </p:nvPr>
        </p:nvSpPr>
        <p:spPr>
          <a:xfrm>
            <a:off x="685800" y="360221"/>
            <a:ext cx="10515600" cy="1330468"/>
          </a:xfrm>
        </p:spPr>
        <p:txBody>
          <a:bodyPr rtlCol="0"/>
          <a:lstStyle/>
          <a:p>
            <a:pPr rtl="0"/>
            <a:r>
              <a:rPr lang="fr"/>
              <a:t>Modifiez le style du titre</a:t>
            </a:r>
            <a:endParaRPr lang="en-US"/>
          </a:p>
        </p:txBody>
      </p:sp>
      <p:sp>
        <p:nvSpPr>
          <p:cNvPr id="3" name="Espace réservé du contenu 2">
            <a:extLst>
              <a:ext uri="{FF2B5EF4-FFF2-40B4-BE49-F238E27FC236}">
                <a16:creationId xmlns:a16="http://schemas.microsoft.com/office/drawing/2014/main" id="{00327223-CF88-A3FD-E8DF-370D7C19B1B6}"/>
              </a:ext>
            </a:extLst>
          </p:cNvPr>
          <p:cNvSpPr>
            <a:spLocks noGrp="1"/>
          </p:cNvSpPr>
          <p:nvPr>
            <p:ph idx="1"/>
          </p:nvPr>
        </p:nvSpPr>
        <p:spPr>
          <a:xfrm>
            <a:off x="685800" y="2004291"/>
            <a:ext cx="10515600" cy="4172672"/>
          </a:xfrm>
        </p:spPr>
        <p:txBody>
          <a:bodyPr rtlCol="0"/>
          <a:lstStyle/>
          <a:p>
            <a:pPr lvl="0" rtl="0"/>
            <a:r>
              <a:rPr lang="fr"/>
              <a:t>Modifiez les styles du texte</a:t>
            </a:r>
          </a:p>
          <a:p>
            <a:pPr lvl="1" rtl="0"/>
            <a:r>
              <a:rPr lang="fr"/>
              <a:t>Deuxième niveau</a:t>
            </a:r>
          </a:p>
          <a:p>
            <a:pPr lvl="2" rtl="0"/>
            <a:r>
              <a:rPr lang="fr"/>
              <a:t>Troisième niveau</a:t>
            </a:r>
          </a:p>
          <a:p>
            <a:pPr lvl="3" rtl="0"/>
            <a:r>
              <a:rPr lang="fr"/>
              <a:t>Quatrième niveau</a:t>
            </a:r>
          </a:p>
          <a:p>
            <a:pPr lvl="4" rtl="0"/>
            <a:r>
              <a:rPr lang="fr"/>
              <a:t>Cinquième niveau</a:t>
            </a:r>
            <a:endParaRPr lang="en-US"/>
          </a:p>
        </p:txBody>
      </p:sp>
      <p:sp>
        <p:nvSpPr>
          <p:cNvPr id="5" name="Espace réservé du pied de page 4">
            <a:extLst>
              <a:ext uri="{FF2B5EF4-FFF2-40B4-BE49-F238E27FC236}">
                <a16:creationId xmlns:a16="http://schemas.microsoft.com/office/drawing/2014/main" id="{A7E38D70-266E-0D00-4BB2-CEF20A35B76C}"/>
              </a:ext>
            </a:extLst>
          </p:cNvPr>
          <p:cNvSpPr>
            <a:spLocks noGrp="1"/>
          </p:cNvSpPr>
          <p:nvPr>
            <p:ph type="ftr" sz="quarter" idx="11"/>
          </p:nvPr>
        </p:nvSpPr>
        <p:spPr>
          <a:xfrm>
            <a:off x="685800" y="6445997"/>
            <a:ext cx="3949302" cy="365125"/>
          </a:xfrm>
        </p:spPr>
        <p:txBody>
          <a:bodyPr rtlCol="0"/>
          <a:lstStyle/>
          <a:p>
            <a:pPr rtl="0"/>
            <a:r>
              <a:rPr lang="fr"/>
              <a:t>Exemple de texte de pied de page</a:t>
            </a:r>
          </a:p>
        </p:txBody>
      </p:sp>
      <p:sp>
        <p:nvSpPr>
          <p:cNvPr id="4" name="Espace réservé de la date 3">
            <a:extLst>
              <a:ext uri="{FF2B5EF4-FFF2-40B4-BE49-F238E27FC236}">
                <a16:creationId xmlns:a16="http://schemas.microsoft.com/office/drawing/2014/main" id="{ADC28223-FDFF-908F-158A-3401127BA5C7}"/>
              </a:ext>
            </a:extLst>
          </p:cNvPr>
          <p:cNvSpPr>
            <a:spLocks noGrp="1"/>
          </p:cNvSpPr>
          <p:nvPr>
            <p:ph type="dt" sz="half" idx="10"/>
          </p:nvPr>
        </p:nvSpPr>
        <p:spPr/>
        <p:txBody>
          <a:bodyPr rtlCol="0"/>
          <a:lstStyle/>
          <a:p>
            <a:pPr rtl="0"/>
            <a:r>
              <a:rPr lang="en-US"/>
              <a:t>11/8/2025</a:t>
            </a:r>
          </a:p>
        </p:txBody>
      </p:sp>
      <p:sp>
        <p:nvSpPr>
          <p:cNvPr id="6" name="Espace réservé du numéro de diapositive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rtlCol="0"/>
          <a:lstStyle/>
          <a:p>
            <a:pPr rtl="0"/>
            <a:fld id="{DDF60B60-82CA-4BB9-BA6E-A62FADF2374B}" type="slidenum">
              <a:rPr lang="en-US" smtClean="0"/>
              <a:t>‹N°›</a:t>
            </a:fld>
            <a:endParaRPr lang="en-US"/>
          </a:p>
        </p:txBody>
      </p:sp>
      <p:cxnSp>
        <p:nvCxnSpPr>
          <p:cNvPr id="15" name="Connecteur droit 14">
            <a:extLst>
              <a:ext uri="{FF2B5EF4-FFF2-40B4-BE49-F238E27FC236}">
                <a16:creationId xmlns:a16="http://schemas.microsoft.com/office/drawing/2014/main" id="{176D044F-5574-D6D7-2A47-5069E411C22F}"/>
              </a:ext>
            </a:extLst>
          </p:cNvPr>
          <p:cNvCxnSpPr>
            <a:cxnSpLocks/>
          </p:cNvCxnSpPr>
          <p:nvPr/>
        </p:nvCxnSpPr>
        <p:spPr>
          <a:xfrm flipH="1">
            <a:off x="0" y="1825625"/>
            <a:ext cx="12210293"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64969815"/>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lnSpc>
                <a:spcPct val="100000"/>
              </a:lnSpc>
              <a:defRPr/>
            </a:lvl1pPr>
          </a:lstStyle>
          <a:p>
            <a:r>
              <a:rPr lang="en-US"/>
              <a:t>Title</a:t>
            </a:r>
          </a:p>
        </p:txBody>
      </p:sp>
      <p:sp>
        <p:nvSpPr>
          <p:cNvPr id="4" name="Text Placeholder 7">
            <a:extLst>
              <a:ext uri="{FF2B5EF4-FFF2-40B4-BE49-F238E27FC236}">
                <a16:creationId xmlns:a16="http://schemas.microsoft.com/office/drawing/2014/main" id="{F0FEDF7D-16CB-CED7-A7AF-90CBDF7D67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a:t>Subtitle</a:t>
            </a:r>
          </a:p>
        </p:txBody>
      </p:sp>
      <p:sp>
        <p:nvSpPr>
          <p:cNvPr id="3" name="Slide Number Placeholder 5">
            <a:extLst>
              <a:ext uri="{FF2B5EF4-FFF2-40B4-BE49-F238E27FC236}">
                <a16:creationId xmlns:a16="http://schemas.microsoft.com/office/drawing/2014/main" id="{835715C9-752F-27C5-8AC2-5672C84C6123}"/>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spTree>
    <p:extLst>
      <p:ext uri="{BB962C8B-B14F-4D97-AF65-F5344CB8AC3E}">
        <p14:creationId xmlns:p14="http://schemas.microsoft.com/office/powerpoint/2010/main" val="4278694900"/>
      </p:ext>
    </p:extLst>
  </p:cSld>
  <p:clrMapOvr>
    <a:masterClrMapping/>
  </p:clrMapOvr>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21" Type="http://schemas.openxmlformats.org/officeDocument/2006/relationships/slideLayout" Target="../slideLayouts/slideLayout21.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63" Type="http://schemas.openxmlformats.org/officeDocument/2006/relationships/slideLayout" Target="../slideLayouts/slideLayout63.xml"/><Relationship Id="rId68" Type="http://schemas.openxmlformats.org/officeDocument/2006/relationships/slideLayout" Target="../slideLayouts/slideLayout68.xml"/><Relationship Id="rId84" Type="http://schemas.openxmlformats.org/officeDocument/2006/relationships/slideLayout" Target="../slideLayouts/slideLayout84.xml"/><Relationship Id="rId89" Type="http://schemas.openxmlformats.org/officeDocument/2006/relationships/slideLayout" Target="../slideLayouts/slideLayout89.xml"/><Relationship Id="rId16" Type="http://schemas.openxmlformats.org/officeDocument/2006/relationships/slideLayout" Target="../slideLayouts/slideLayout16.xml"/><Relationship Id="rId11" Type="http://schemas.openxmlformats.org/officeDocument/2006/relationships/slideLayout" Target="../slideLayouts/slideLayout11.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74" Type="http://schemas.openxmlformats.org/officeDocument/2006/relationships/slideLayout" Target="../slideLayouts/slideLayout74.xml"/><Relationship Id="rId79" Type="http://schemas.openxmlformats.org/officeDocument/2006/relationships/slideLayout" Target="../slideLayouts/slideLayout79.xml"/><Relationship Id="rId102" Type="http://schemas.openxmlformats.org/officeDocument/2006/relationships/slideLayout" Target="../slideLayouts/slideLayout102.xml"/><Relationship Id="rId5" Type="http://schemas.openxmlformats.org/officeDocument/2006/relationships/slideLayout" Target="../slideLayouts/slideLayout5.xml"/><Relationship Id="rId90" Type="http://schemas.openxmlformats.org/officeDocument/2006/relationships/slideLayout" Target="../slideLayouts/slideLayout90.xml"/><Relationship Id="rId95" Type="http://schemas.openxmlformats.org/officeDocument/2006/relationships/slideLayout" Target="../slideLayouts/slideLayout95.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64" Type="http://schemas.openxmlformats.org/officeDocument/2006/relationships/slideLayout" Target="../slideLayouts/slideLayout64.xml"/><Relationship Id="rId69" Type="http://schemas.openxmlformats.org/officeDocument/2006/relationships/slideLayout" Target="../slideLayouts/slideLayout69.xml"/><Relationship Id="rId80" Type="http://schemas.openxmlformats.org/officeDocument/2006/relationships/slideLayout" Target="../slideLayouts/slideLayout80.xml"/><Relationship Id="rId85" Type="http://schemas.openxmlformats.org/officeDocument/2006/relationships/slideLayout" Target="../slideLayouts/slideLayout85.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67" Type="http://schemas.openxmlformats.org/officeDocument/2006/relationships/slideLayout" Target="../slideLayouts/slideLayout67.xml"/><Relationship Id="rId103" Type="http://schemas.openxmlformats.org/officeDocument/2006/relationships/slideLayout" Target="../slideLayouts/slideLayout103.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70" Type="http://schemas.openxmlformats.org/officeDocument/2006/relationships/slideLayout" Target="../slideLayouts/slideLayout70.xml"/><Relationship Id="rId75" Type="http://schemas.openxmlformats.org/officeDocument/2006/relationships/slideLayout" Target="../slideLayouts/slideLayout75.xml"/><Relationship Id="rId83" Type="http://schemas.openxmlformats.org/officeDocument/2006/relationships/slideLayout" Target="../slideLayouts/slideLayout83.xml"/><Relationship Id="rId88" Type="http://schemas.openxmlformats.org/officeDocument/2006/relationships/slideLayout" Target="../slideLayouts/slideLayout88.xml"/><Relationship Id="rId91" Type="http://schemas.openxmlformats.org/officeDocument/2006/relationships/slideLayout" Target="../slideLayouts/slideLayout91.xml"/><Relationship Id="rId96" Type="http://schemas.openxmlformats.org/officeDocument/2006/relationships/slideLayout" Target="../slideLayouts/slideLayout96.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73" Type="http://schemas.openxmlformats.org/officeDocument/2006/relationships/slideLayout" Target="../slideLayouts/slideLayout73.xml"/><Relationship Id="rId78" Type="http://schemas.openxmlformats.org/officeDocument/2006/relationships/slideLayout" Target="../slideLayouts/slideLayout78.xml"/><Relationship Id="rId81" Type="http://schemas.openxmlformats.org/officeDocument/2006/relationships/slideLayout" Target="../slideLayouts/slideLayout81.xml"/><Relationship Id="rId86" Type="http://schemas.openxmlformats.org/officeDocument/2006/relationships/slideLayout" Target="../slideLayouts/slideLayout86.xml"/><Relationship Id="rId94" Type="http://schemas.openxmlformats.org/officeDocument/2006/relationships/slideLayout" Target="../slideLayouts/slideLayout94.xml"/><Relationship Id="rId99" Type="http://schemas.openxmlformats.org/officeDocument/2006/relationships/slideLayout" Target="../slideLayouts/slideLayout99.xml"/><Relationship Id="rId101" Type="http://schemas.openxmlformats.org/officeDocument/2006/relationships/slideLayout" Target="../slideLayouts/slideLayout101.xml"/><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 Id="rId34" Type="http://schemas.openxmlformats.org/officeDocument/2006/relationships/slideLayout" Target="../slideLayouts/slideLayout34.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6" Type="http://schemas.openxmlformats.org/officeDocument/2006/relationships/slideLayout" Target="../slideLayouts/slideLayout76.xml"/><Relationship Id="rId97" Type="http://schemas.openxmlformats.org/officeDocument/2006/relationships/slideLayout" Target="../slideLayouts/slideLayout97.xml"/><Relationship Id="rId104" Type="http://schemas.openxmlformats.org/officeDocument/2006/relationships/theme" Target="../theme/theme1.xml"/><Relationship Id="rId7" Type="http://schemas.openxmlformats.org/officeDocument/2006/relationships/slideLayout" Target="../slideLayouts/slideLayout7.xml"/><Relationship Id="rId71" Type="http://schemas.openxmlformats.org/officeDocument/2006/relationships/slideLayout" Target="../slideLayouts/slideLayout71.xml"/><Relationship Id="rId92" Type="http://schemas.openxmlformats.org/officeDocument/2006/relationships/slideLayout" Target="../slideLayouts/slideLayout92.xml"/><Relationship Id="rId2" Type="http://schemas.openxmlformats.org/officeDocument/2006/relationships/slideLayout" Target="../slideLayouts/slideLayout2.xml"/><Relationship Id="rId29" Type="http://schemas.openxmlformats.org/officeDocument/2006/relationships/slideLayout" Target="../slideLayouts/slideLayout29.xml"/><Relationship Id="rId24" Type="http://schemas.openxmlformats.org/officeDocument/2006/relationships/slideLayout" Target="../slideLayouts/slideLayout24.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66" Type="http://schemas.openxmlformats.org/officeDocument/2006/relationships/slideLayout" Target="../slideLayouts/slideLayout66.xml"/><Relationship Id="rId87" Type="http://schemas.openxmlformats.org/officeDocument/2006/relationships/slideLayout" Target="../slideLayouts/slideLayout87.xml"/><Relationship Id="rId61" Type="http://schemas.openxmlformats.org/officeDocument/2006/relationships/slideLayout" Target="../slideLayouts/slideLayout61.xml"/><Relationship Id="rId82" Type="http://schemas.openxmlformats.org/officeDocument/2006/relationships/slideLayout" Target="../slideLayouts/slideLayout82.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56" Type="http://schemas.openxmlformats.org/officeDocument/2006/relationships/slideLayout" Target="../slideLayouts/slideLayout56.xml"/><Relationship Id="rId77" Type="http://schemas.openxmlformats.org/officeDocument/2006/relationships/slideLayout" Target="../slideLayouts/slideLayout77.xml"/><Relationship Id="rId100" Type="http://schemas.openxmlformats.org/officeDocument/2006/relationships/slideLayout" Target="../slideLayouts/slideLayout100.xml"/><Relationship Id="rId8" Type="http://schemas.openxmlformats.org/officeDocument/2006/relationships/slideLayout" Target="../slideLayouts/slideLayout8.xml"/><Relationship Id="rId51" Type="http://schemas.openxmlformats.org/officeDocument/2006/relationships/slideLayout" Target="../slideLayouts/slideLayout51.xml"/><Relationship Id="rId72" Type="http://schemas.openxmlformats.org/officeDocument/2006/relationships/slideLayout" Target="../slideLayouts/slideLayout72.xml"/><Relationship Id="rId93" Type="http://schemas.openxmlformats.org/officeDocument/2006/relationships/slideLayout" Target="../slideLayouts/slideLayout93.xml"/><Relationship Id="rId98" Type="http://schemas.openxmlformats.org/officeDocument/2006/relationships/slideLayout" Target="../slideLayouts/slideLayout98.xml"/><Relationship Id="rId3"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CF9D3E5-713E-2458-85D8-863C02E33FC9}"/>
              </a:ext>
            </a:extLst>
          </p:cNvPr>
          <p:cNvSpPr>
            <a:spLocks noGrp="1"/>
          </p:cNvSpPr>
          <p:nvPr>
            <p:ph type="title"/>
          </p:nvPr>
        </p:nvSpPr>
        <p:spPr>
          <a:xfrm>
            <a:off x="428624" y="291452"/>
            <a:ext cx="11337925" cy="796568"/>
          </a:xfrm>
          <a:prstGeom prst="rect">
            <a:avLst/>
          </a:prstGeom>
        </p:spPr>
        <p:txBody>
          <a:bodyPr vert="horz" lIns="0" tIns="0" rIns="0" bIns="0" rtlCol="0" anchor="t">
            <a:noAutofit/>
          </a:bodyPr>
          <a:lstStyle/>
          <a:p>
            <a:r>
              <a:rPr lang="en-US"/>
              <a:t>Title</a:t>
            </a:r>
          </a:p>
        </p:txBody>
      </p:sp>
      <p:sp>
        <p:nvSpPr>
          <p:cNvPr id="3" name="Text Placeholder 2">
            <a:extLst>
              <a:ext uri="{FF2B5EF4-FFF2-40B4-BE49-F238E27FC236}">
                <a16:creationId xmlns:a16="http://schemas.microsoft.com/office/drawing/2014/main" id="{F4BE1C79-616F-D7C0-02B1-92ECF462DD0D}"/>
              </a:ext>
            </a:extLst>
          </p:cNvPr>
          <p:cNvSpPr>
            <a:spLocks noGrp="1"/>
          </p:cNvSpPr>
          <p:nvPr>
            <p:ph type="body" idx="1"/>
          </p:nvPr>
        </p:nvSpPr>
        <p:spPr>
          <a:xfrm>
            <a:off x="428624" y="1446212"/>
            <a:ext cx="11337926" cy="4630737"/>
          </a:xfrm>
          <a:prstGeom prst="rect">
            <a:avLst/>
          </a:prstGeom>
        </p:spPr>
        <p:txBody>
          <a:bodyPr vert="horz" lIns="0" tIns="0" rIns="0" bIns="0" rtlCol="0">
            <a:noAutofit/>
          </a:bodyPr>
          <a:lstStyle/>
          <a:p>
            <a:pPr lvl="0"/>
            <a:r>
              <a:rPr lang="en-US"/>
              <a:t>Level 01</a:t>
            </a:r>
          </a:p>
          <a:p>
            <a:pPr lvl="1"/>
            <a:r>
              <a:rPr lang="en-US"/>
              <a:t>Level 02</a:t>
            </a:r>
          </a:p>
          <a:p>
            <a:pPr lvl="2"/>
            <a:r>
              <a:rPr lang="en-US"/>
              <a:t>Level 03</a:t>
            </a:r>
          </a:p>
          <a:p>
            <a:pPr lvl="3"/>
            <a:r>
              <a:rPr lang="en-US"/>
              <a:t>Level 04</a:t>
            </a:r>
          </a:p>
          <a:p>
            <a:pPr marL="1143000" marR="0" lvl="4" indent="-228600" algn="l" defTabSz="914400" rtl="0" eaLnBrk="1" fontAlgn="auto" latinLnBrk="0" hangingPunct="1">
              <a:lnSpc>
                <a:spcPct val="100000"/>
              </a:lnSpc>
              <a:spcBef>
                <a:spcPts val="0"/>
              </a:spcBef>
              <a:spcAft>
                <a:spcPts val="600"/>
              </a:spcAft>
              <a:buClr>
                <a:schemeClr val="accent3"/>
              </a:buClr>
              <a:buSzTx/>
              <a:buFont typeface="Arial" panose="020B0604020202020204" pitchFamily="34" charset="0"/>
              <a:buChar char="•"/>
              <a:tabLst/>
              <a:defRPr/>
            </a:pPr>
            <a:r>
              <a:rPr lang="en-US"/>
              <a:t>Level 05</a:t>
            </a:r>
          </a:p>
          <a:p>
            <a:pPr marL="1371600" marR="0" lvl="0" indent="-228600" algn="l" defTabSz="914400" rtl="0" eaLnBrk="1" fontAlgn="auto" latinLnBrk="0" hangingPunct="1">
              <a:lnSpc>
                <a:spcPct val="100000"/>
              </a:lnSpc>
              <a:spcBef>
                <a:spcPts val="0"/>
              </a:spcBef>
              <a:spcAft>
                <a:spcPts val="600"/>
              </a:spcAft>
              <a:buClr>
                <a:schemeClr val="accent3"/>
              </a:buClr>
              <a:buSzTx/>
              <a:buFont typeface="Arial" panose="020B0604020202020204" pitchFamily="34" charset="0"/>
              <a:buChar char="•"/>
              <a:tabLst/>
              <a:defRPr/>
            </a:pPr>
            <a:r>
              <a:rPr lang="en-US"/>
              <a:t>Level 06</a:t>
            </a:r>
          </a:p>
        </p:txBody>
      </p:sp>
      <p:sp>
        <p:nvSpPr>
          <p:cNvPr id="6" name="Slide Number Placeholder 5">
            <a:extLst>
              <a:ext uri="{FF2B5EF4-FFF2-40B4-BE49-F238E27FC236}">
                <a16:creationId xmlns:a16="http://schemas.microsoft.com/office/drawing/2014/main" id="{9F567185-ACB9-908F-2962-5980CB3C095C}"/>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a:p>
        </p:txBody>
      </p:sp>
      <p:sp>
        <p:nvSpPr>
          <p:cNvPr id="7" name="AddCustomFooter#1">
            <a:extLst>
              <a:ext uri="{FF2B5EF4-FFF2-40B4-BE49-F238E27FC236}">
                <a16:creationId xmlns:a16="http://schemas.microsoft.com/office/drawing/2014/main" id="{E00FAE01-94EC-1357-62EB-1169EE36702E}"/>
              </a:ext>
            </a:extLst>
          </p:cNvPr>
          <p:cNvSpPr txBox="1"/>
          <p:nvPr userDrawn="1"/>
        </p:nvSpPr>
        <p:spPr bwMode="gray">
          <a:xfrm>
            <a:off x="428625" y="6420355"/>
            <a:ext cx="3762568" cy="153888"/>
          </a:xfrm>
          <a:prstGeom prst="rect">
            <a:avLst/>
          </a:prstGeom>
          <a:noFill/>
        </p:spPr>
        <p:txBody>
          <a:bodyPr wrap="none" lIns="0" tIns="0" rIns="0" bIns="0"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tab pos="274320" algn="l"/>
                <a:tab pos="411480" algn="l"/>
              </a:tabLst>
              <a:defRPr/>
            </a:pPr>
            <a:r>
              <a:rPr kumimoji="0" lang="en-US" sz="1000" b="0" i="0" u="none" strike="noStrike" kern="1200" cap="none" spc="0" normalizeH="0" baseline="0" noProof="0">
                <a:ln>
                  <a:noFill/>
                </a:ln>
                <a:solidFill>
                  <a:schemeClr val="accent3"/>
                </a:solidFill>
                <a:effectLst/>
                <a:uLnTx/>
                <a:uFillTx/>
                <a:latin typeface="+mn-lt"/>
                <a:ea typeface="Verdana" pitchFamily="34" charset="0"/>
                <a:cs typeface="Verdana" pitchFamily="34" charset="0"/>
              </a:rPr>
              <a:t>	|	12/10/2026 | Classification multimodale | Certification CISIA | © Atos - for internal use</a:t>
            </a:r>
            <a:endParaRPr lang="nl-NL" sz="900" baseline="0">
              <a:solidFill>
                <a:schemeClr val="accent3"/>
              </a:solidFill>
              <a:latin typeface="+mn-lt"/>
              <a:ea typeface="Verdana" pitchFamily="34" charset="0"/>
              <a:cs typeface="Verdana" pitchFamily="34" charset="0"/>
            </a:endParaRPr>
          </a:p>
        </p:txBody>
      </p:sp>
      <p:sp>
        <p:nvSpPr>
          <p:cNvPr id="5" name="Graphique 10" descr="Atos logo">
            <a:extLst>
              <a:ext uri="{FF2B5EF4-FFF2-40B4-BE49-F238E27FC236}">
                <a16:creationId xmlns:a16="http://schemas.microsoft.com/office/drawing/2014/main" id="{1C95FD47-5D5D-CF7D-07B8-ABFE4BCD951D}"/>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accent1"/>
          </a:solidFill>
          <a:ln w="5690" cap="flat">
            <a:noFill/>
            <a:prstDash val="solid"/>
            <a:miter/>
          </a:ln>
        </p:spPr>
        <p:txBody>
          <a:bodyPr rtlCol="0" anchor="ctr"/>
          <a:lstStyle/>
          <a:p>
            <a:endParaRPr lang="fr-FR"/>
          </a:p>
        </p:txBody>
      </p:sp>
    </p:spTree>
    <p:extLst>
      <p:ext uri="{BB962C8B-B14F-4D97-AF65-F5344CB8AC3E}">
        <p14:creationId xmlns:p14="http://schemas.microsoft.com/office/powerpoint/2010/main" val="523802451"/>
      </p:ext>
    </p:extLst>
  </p:cSld>
  <p:clrMap bg1="lt1" tx1="dk1" bg2="lt2" tx2="dk2" accent1="accent1" accent2="accent2" accent3="accent3" accent4="accent4" accent5="accent5" accent6="accent6" hlink="hlink" folHlink="folHlink"/>
  <p:sldLayoutIdLst>
    <p:sldLayoutId id="2147483765" r:id="rId1"/>
    <p:sldLayoutId id="2147483831" r:id="rId2"/>
    <p:sldLayoutId id="2147483766" r:id="rId3"/>
    <p:sldLayoutId id="2147483792" r:id="rId4"/>
    <p:sldLayoutId id="2147483793" r:id="rId5"/>
    <p:sldLayoutId id="2147483767" r:id="rId6"/>
    <p:sldLayoutId id="2147483794" r:id="rId7"/>
    <p:sldLayoutId id="2147483795" r:id="rId8"/>
    <p:sldLayoutId id="2147483796" r:id="rId9"/>
    <p:sldLayoutId id="2147483797" r:id="rId10"/>
    <p:sldLayoutId id="2147483798" r:id="rId11"/>
    <p:sldLayoutId id="2147483799" r:id="rId12"/>
    <p:sldLayoutId id="2147483800" r:id="rId13"/>
    <p:sldLayoutId id="2147483801" r:id="rId14"/>
    <p:sldLayoutId id="2147483802" r:id="rId15"/>
    <p:sldLayoutId id="2147483803" r:id="rId16"/>
    <p:sldLayoutId id="2147483804" r:id="rId17"/>
    <p:sldLayoutId id="2147483782" r:id="rId18"/>
    <p:sldLayoutId id="2147483783" r:id="rId19"/>
    <p:sldLayoutId id="2147483650" r:id="rId20"/>
    <p:sldLayoutId id="2147483693" r:id="rId21"/>
    <p:sldLayoutId id="2147483751" r:id="rId22"/>
    <p:sldLayoutId id="2147483752" r:id="rId23"/>
    <p:sldLayoutId id="2147483753" r:id="rId24"/>
    <p:sldLayoutId id="2147483695" r:id="rId25"/>
    <p:sldLayoutId id="2147483754" r:id="rId26"/>
    <p:sldLayoutId id="2147483755" r:id="rId27"/>
    <p:sldLayoutId id="2147483756" r:id="rId28"/>
    <p:sldLayoutId id="2147483757" r:id="rId29"/>
    <p:sldLayoutId id="2147483758" r:id="rId30"/>
    <p:sldLayoutId id="2147483759" r:id="rId31"/>
    <p:sldLayoutId id="2147483760" r:id="rId32"/>
    <p:sldLayoutId id="2147483761" r:id="rId33"/>
    <p:sldLayoutId id="2147483656" r:id="rId34"/>
    <p:sldLayoutId id="2147483746" r:id="rId35"/>
    <p:sldLayoutId id="2147483655" r:id="rId36"/>
    <p:sldLayoutId id="2147483696" r:id="rId37"/>
    <p:sldLayoutId id="2147483697" r:id="rId38"/>
    <p:sldLayoutId id="2147483722" r:id="rId39"/>
    <p:sldLayoutId id="2147483699" r:id="rId40"/>
    <p:sldLayoutId id="2147483703" r:id="rId41"/>
    <p:sldLayoutId id="2147483701" r:id="rId42"/>
    <p:sldLayoutId id="2147483702" r:id="rId43"/>
    <p:sldLayoutId id="2147483704" r:id="rId44"/>
    <p:sldLayoutId id="2147483707" r:id="rId45"/>
    <p:sldLayoutId id="2147483706" r:id="rId46"/>
    <p:sldLayoutId id="2147483705" r:id="rId47"/>
    <p:sldLayoutId id="2147483708" r:id="rId48"/>
    <p:sldLayoutId id="2147483709" r:id="rId49"/>
    <p:sldLayoutId id="2147483724" r:id="rId50"/>
    <p:sldLayoutId id="2147483712" r:id="rId51"/>
    <p:sldLayoutId id="2147483737" r:id="rId52"/>
    <p:sldLayoutId id="2147483739" r:id="rId53"/>
    <p:sldLayoutId id="2147483738" r:id="rId54"/>
    <p:sldLayoutId id="2147483729" r:id="rId55"/>
    <p:sldLayoutId id="2147483730" r:id="rId56"/>
    <p:sldLayoutId id="2147483731" r:id="rId57"/>
    <p:sldLayoutId id="2147483727" r:id="rId58"/>
    <p:sldLayoutId id="2147483750" r:id="rId59"/>
    <p:sldLayoutId id="2147483805" r:id="rId60"/>
    <p:sldLayoutId id="2147483806" r:id="rId61"/>
    <p:sldLayoutId id="2147483807" r:id="rId62"/>
    <p:sldLayoutId id="2147483832" r:id="rId63"/>
    <p:sldLayoutId id="2147483788" r:id="rId64"/>
    <p:sldLayoutId id="2147483790" r:id="rId65"/>
    <p:sldLayoutId id="2147483791" r:id="rId66"/>
    <p:sldLayoutId id="2147483771" r:id="rId67"/>
    <p:sldLayoutId id="2147483772" r:id="rId68"/>
    <p:sldLayoutId id="2147483773" r:id="rId69"/>
    <p:sldLayoutId id="2147483774" r:id="rId70"/>
    <p:sldLayoutId id="2147483775" r:id="rId71"/>
    <p:sldLayoutId id="2147483776" r:id="rId72"/>
    <p:sldLayoutId id="2147483777" r:id="rId73"/>
    <p:sldLayoutId id="2147483781" r:id="rId74"/>
    <p:sldLayoutId id="2147483780" r:id="rId75"/>
    <p:sldLayoutId id="2147483779" r:id="rId76"/>
    <p:sldLayoutId id="2147483778" r:id="rId77"/>
    <p:sldLayoutId id="2147483808" r:id="rId78"/>
    <p:sldLayoutId id="2147483809" r:id="rId79"/>
    <p:sldLayoutId id="2147483810" r:id="rId80"/>
    <p:sldLayoutId id="2147483811" r:id="rId81"/>
    <p:sldLayoutId id="2147483812" r:id="rId82"/>
    <p:sldLayoutId id="2147483813" r:id="rId83"/>
    <p:sldLayoutId id="2147483814" r:id="rId84"/>
    <p:sldLayoutId id="2147483815" r:id="rId85"/>
    <p:sldLayoutId id="2147483816" r:id="rId86"/>
    <p:sldLayoutId id="2147483817" r:id="rId87"/>
    <p:sldLayoutId id="2147483818" r:id="rId88"/>
    <p:sldLayoutId id="2147483819" r:id="rId89"/>
    <p:sldLayoutId id="2147483820" r:id="rId90"/>
    <p:sldLayoutId id="2147483821" r:id="rId91"/>
    <p:sldLayoutId id="2147483822" r:id="rId92"/>
    <p:sldLayoutId id="2147483823" r:id="rId93"/>
    <p:sldLayoutId id="2147483824" r:id="rId94"/>
    <p:sldLayoutId id="2147483825" r:id="rId95"/>
    <p:sldLayoutId id="2147483826" r:id="rId96"/>
    <p:sldLayoutId id="2147483827" r:id="rId97"/>
    <p:sldLayoutId id="2147483828" r:id="rId98"/>
    <p:sldLayoutId id="2147483748" r:id="rId99"/>
    <p:sldLayoutId id="2147483829" r:id="rId100"/>
    <p:sldLayoutId id="2147483830" r:id="rId101"/>
    <p:sldLayoutId id="2147483833" r:id="rId102"/>
    <p:sldLayoutId id="2147483835" r:id="rId103"/>
  </p:sldLayoutIdLst>
  <p:hf hdr="0" ftr="0" dt="0"/>
  <p:txStyles>
    <p:titleStyle>
      <a:lvl1pPr algn="l" defTabSz="914400" rtl="0" eaLnBrk="1" latinLnBrk="0" hangingPunct="1">
        <a:lnSpc>
          <a:spcPct val="100000"/>
        </a:lnSpc>
        <a:spcBef>
          <a:spcPct val="0"/>
        </a:spcBef>
        <a:buNone/>
        <a:defRPr sz="2800" kern="1200">
          <a:solidFill>
            <a:schemeClr val="accent1"/>
          </a:solidFill>
          <a:latin typeface="+mj-lt"/>
          <a:ea typeface="+mj-ea"/>
          <a:cs typeface="+mj-cs"/>
        </a:defRPr>
      </a:lvl1pPr>
    </p:titleStyle>
    <p:bodyStyle>
      <a:lvl1pPr marL="2286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1pPr>
      <a:lvl2pPr marL="4572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2pPr>
      <a:lvl3pPr marL="6858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3pPr>
      <a:lvl4pPr marL="9144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4pPr>
      <a:lvl5pPr marL="914400" indent="0" algn="l" defTabSz="914400" rtl="0" eaLnBrk="1" latinLnBrk="0" hangingPunct="1">
        <a:lnSpc>
          <a:spcPct val="100000"/>
        </a:lnSpc>
        <a:spcBef>
          <a:spcPts val="0"/>
        </a:spcBef>
        <a:spcAft>
          <a:spcPts val="600"/>
        </a:spcAft>
        <a:buClr>
          <a:schemeClr val="accent3"/>
        </a:buClr>
        <a:buFont typeface="Arial" panose="020B0604020202020204" pitchFamily="34" charset="0"/>
        <a:buNone/>
        <a:defRPr sz="1600" kern="1200">
          <a:solidFill>
            <a:schemeClr val="accent3"/>
          </a:solidFill>
          <a:latin typeface="+mn-lt"/>
          <a:ea typeface="+mn-ea"/>
          <a:cs typeface="+mn-cs"/>
        </a:defRPr>
      </a:lvl5pPr>
      <a:lvl6pPr marL="1600200" indent="914400" algn="l" defTabSz="914400" rtl="0" eaLnBrk="1" latinLnBrk="0" hangingPunct="1">
        <a:lnSpc>
          <a:spcPct val="90000"/>
        </a:lnSpc>
        <a:spcBef>
          <a:spcPts val="500"/>
        </a:spcBef>
        <a:buFont typeface="Arial" panose="020B0604020202020204" pitchFamily="34" charset="0"/>
        <a:buNone/>
        <a:defRPr sz="1600" kern="1200">
          <a:solidFill>
            <a:schemeClr val="accent3"/>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828" userDrawn="1">
          <p15:clr>
            <a:srgbClr val="F26B43"/>
          </p15:clr>
        </p15:guide>
        <p15:guide id="2" pos="270" userDrawn="1">
          <p15:clr>
            <a:srgbClr val="F26B43"/>
          </p15:clr>
        </p15:guide>
        <p15:guide id="3" pos="7412" userDrawn="1">
          <p15:clr>
            <a:srgbClr val="F26B43"/>
          </p15:clr>
        </p15:guide>
        <p15:guide id="4" orient="horz" pos="911"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0.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0.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8.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0.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7.xml"/></Relationships>
</file>

<file path=ppt/slides/_rels/slide1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37.xml"/></Relationships>
</file>

<file path=ppt/slides/_rels/slide1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0.xml"/></Relationships>
</file>

<file path=ppt/slides/_rels/slide1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40.xml"/></Relationships>
</file>

<file path=ppt/slides/_rels/slide1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37.xml"/></Relationships>
</file>

<file path=ppt/slides/_rels/slide1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8.xml"/><Relationship Id="rId1" Type="http://schemas.openxmlformats.org/officeDocument/2006/relationships/slideLayout" Target="../slideLayouts/slideLayout20.xml"/></Relationships>
</file>

<file path=ppt/slides/_rels/slide19.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37.xml"/></Relationships>
</file>

<file path=ppt/slides/_rels/slide2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0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0.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9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1" cy="1"/>
          <a:chOff x="0" y="0"/>
          <a:chExt cx="1" cy="1"/>
        </a:xfrm>
      </p:grpSpPr>
      <p:sp>
        <p:nvSpPr>
          <p:cNvPr id="2" name="Title 1"/>
          <p:cNvSpPr>
            <a:spLocks noGrp="1"/>
          </p:cNvSpPr>
          <p:nvPr>
            <p:ph type="title"/>
          </p:nvPr>
        </p:nvSpPr>
        <p:spPr/>
        <p:txBody>
          <a:bodyPr wrap="square" lIns="127000" tIns="63500" rIns="101600" bIns="50800"/>
          <a:lstStyle/>
          <a:p>
            <a:pPr>
              <a:spcAft>
                <a:spcPts val="500"/>
              </a:spcAft>
              <a:defRPr sz="2600" b="1">
                <a:solidFill>
                  <a:srgbClr val="142337"/>
                </a:solidFill>
                <a:latin typeface="Arial"/>
              </a:defRPr>
            </a:pPr>
            <a:r>
              <a:t>Classification multimodale</a:t>
            </a:r>
          </a:p>
        </p:txBody>
      </p:sp>
      <p:sp>
        <p:nvSpPr>
          <p:cNvPr id="3" name="Text Placeholder 2"/>
          <p:cNvSpPr>
            <a:spLocks noGrp="1"/>
          </p:cNvSpPr>
          <p:nvPr>
            <p:ph type="body" sz="quarter" idx="13"/>
          </p:nvPr>
        </p:nvSpPr>
        <p:spPr/>
        <p:txBody>
          <a:bodyPr/>
          <a:lstStyle/>
          <a:p>
            <a:endParaRPr/>
          </a:p>
        </p:txBody>
      </p:sp>
      <p:sp>
        <p:nvSpPr>
          <p:cNvPr id="4" name="Text Placeholder 3"/>
          <p:cNvSpPr>
            <a:spLocks noGrp="1"/>
          </p:cNvSpPr>
          <p:nvPr>
            <p:ph type="body" sz="quarter" idx="15"/>
          </p:nvPr>
        </p:nvSpPr>
        <p:spPr/>
        <p:txBody>
          <a:bodyPr wrap="square" lIns="127000" tIns="63500" rIns="101600" bIns="50800"/>
          <a:lstStyle/>
          <a:p>
            <a:pPr>
              <a:spcAft>
                <a:spcPts val="500"/>
              </a:spcAft>
              <a:defRPr sz="1400" b="0">
                <a:solidFill>
                  <a:srgbClr val="5C6978"/>
                </a:solidFill>
                <a:latin typeface="Arial"/>
              </a:defRPr>
            </a:pPr>
            <a:r>
              <a:t>Certification CISIA</a:t>
            </a:r>
          </a:p>
        </p:txBody>
      </p:sp>
      <p:sp>
        <p:nvSpPr>
          <p:cNvPr id="5" name="Rounded Rectangle 4"/>
          <p:cNvSpPr/>
          <p:nvPr/>
        </p:nvSpPr>
        <p:spPr>
          <a:xfrm>
            <a:off x="502920" y="4526280"/>
            <a:ext cx="1874519" cy="566928"/>
          </a:xfrm>
          <a:prstGeom prst="roundRect">
            <a:avLst/>
          </a:prstGeom>
          <a:solidFill>
            <a:srgbClr val="005FB8"/>
          </a:solidFill>
          <a:ln>
            <a:solidFill>
              <a:srgbClr val="005FB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FFFFFF"/>
                </a:solidFill>
                <a:latin typeface="Arial"/>
              </a:defRPr>
            </a:pPr>
            <a:r>
              <a:t>Besoin métier</a:t>
            </a:r>
          </a:p>
        </p:txBody>
      </p:sp>
      <p:sp>
        <p:nvSpPr>
          <p:cNvPr id="6" name="Right Arrow 5"/>
          <p:cNvSpPr/>
          <p:nvPr/>
        </p:nvSpPr>
        <p:spPr>
          <a:xfrm>
            <a:off x="2404872" y="4663440"/>
            <a:ext cx="320040" cy="237744"/>
          </a:xfrm>
          <a:prstGeom prst="rightArrow">
            <a:avLst/>
          </a:prstGeom>
          <a:solidFill>
            <a:srgbClr val="5C69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2770632" y="4526280"/>
            <a:ext cx="1874519" cy="566928"/>
          </a:xfrm>
          <a:prstGeom prst="roundRect">
            <a:avLst/>
          </a:prstGeom>
          <a:solidFill>
            <a:srgbClr val="00AEEF"/>
          </a:solidFill>
          <a:ln>
            <a:solidFill>
              <a:srgbClr val="00AEEF"/>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FFFFFF"/>
                </a:solidFill>
                <a:latin typeface="Arial"/>
              </a:defRPr>
            </a:pPr>
            <a:r>
              <a:t>Données et preuves</a:t>
            </a:r>
          </a:p>
        </p:txBody>
      </p:sp>
      <p:sp>
        <p:nvSpPr>
          <p:cNvPr id="8" name="Right Arrow 7"/>
          <p:cNvSpPr/>
          <p:nvPr/>
        </p:nvSpPr>
        <p:spPr>
          <a:xfrm>
            <a:off x="4672583" y="4663440"/>
            <a:ext cx="320040" cy="237744"/>
          </a:xfrm>
          <a:prstGeom prst="rightArrow">
            <a:avLst/>
          </a:prstGeom>
          <a:solidFill>
            <a:srgbClr val="5C69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5038344" y="4526280"/>
            <a:ext cx="1874519" cy="566928"/>
          </a:xfrm>
          <a:prstGeom prst="roundRect">
            <a:avLst/>
          </a:prstGeom>
          <a:solidFill>
            <a:srgbClr val="644BAA"/>
          </a:solidFill>
          <a:ln>
            <a:solidFill>
              <a:srgbClr val="644BA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FFFFFF"/>
                </a:solidFill>
                <a:latin typeface="Arial"/>
              </a:defRPr>
            </a:pPr>
            <a:r>
              <a:t>Choix éthique</a:t>
            </a:r>
          </a:p>
        </p:txBody>
      </p:sp>
      <p:sp>
        <p:nvSpPr>
          <p:cNvPr id="10" name="Right Arrow 9"/>
          <p:cNvSpPr/>
          <p:nvPr/>
        </p:nvSpPr>
        <p:spPr>
          <a:xfrm>
            <a:off x="6940296" y="4663440"/>
            <a:ext cx="320040" cy="237744"/>
          </a:xfrm>
          <a:prstGeom prst="rightArrow">
            <a:avLst/>
          </a:prstGeom>
          <a:solidFill>
            <a:srgbClr val="5C69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7306055" y="4526280"/>
            <a:ext cx="1874519" cy="566928"/>
          </a:xfrm>
          <a:prstGeom prst="roundRect">
            <a:avLst/>
          </a:prstGeom>
          <a:solidFill>
            <a:srgbClr val="EB7332"/>
          </a:solidFill>
          <a:ln>
            <a:solidFill>
              <a:srgbClr val="EB733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FFFFFF"/>
                </a:solidFill>
                <a:latin typeface="Arial"/>
              </a:defRPr>
            </a:pPr>
            <a:r>
              <a:t>Modèle + escalade</a:t>
            </a:r>
          </a:p>
        </p:txBody>
      </p:sp>
      <p:sp>
        <p:nvSpPr>
          <p:cNvPr id="12" name="Right Arrow 11"/>
          <p:cNvSpPr/>
          <p:nvPr/>
        </p:nvSpPr>
        <p:spPr>
          <a:xfrm>
            <a:off x="9208008" y="4663440"/>
            <a:ext cx="320040" cy="237744"/>
          </a:xfrm>
          <a:prstGeom prst="rightArrow">
            <a:avLst/>
          </a:prstGeom>
          <a:solidFill>
            <a:srgbClr val="5C69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9573768" y="4526280"/>
            <a:ext cx="1874519" cy="566928"/>
          </a:xfrm>
          <a:prstGeom prst="roundRect">
            <a:avLst/>
          </a:prstGeom>
          <a:solidFill>
            <a:srgbClr val="34965F"/>
          </a:solidFill>
          <a:ln>
            <a:solidFill>
              <a:srgbClr val="34965F"/>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FFFFFF"/>
                </a:solidFill>
                <a:latin typeface="Arial"/>
              </a:defRPr>
            </a:pPr>
            <a:r>
              <a:t>Service surveillé</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1" cy="1"/>
          <a:chOff x="0" y="0"/>
          <a:chExt cx="1" cy="1"/>
        </a:xfrm>
      </p:grpSpPr>
      <p:sp>
        <p:nvSpPr>
          <p:cNvPr id="2" name="Title 1"/>
          <p:cNvSpPr>
            <a:spLocks noGrp="1"/>
          </p:cNvSpPr>
          <p:nvPr>
            <p:ph type="title"/>
          </p:nvPr>
        </p:nvSpPr>
        <p:spPr/>
        <p:txBody>
          <a:bodyPr wrap="square" lIns="127000" tIns="63500" rIns="101600" bIns="50800"/>
          <a:lstStyle/>
          <a:p>
            <a:pPr>
              <a:spcAft>
                <a:spcPts val="500"/>
              </a:spcAft>
              <a:defRPr sz="2600" b="1">
                <a:solidFill>
                  <a:srgbClr val="142337"/>
                </a:solidFill>
                <a:latin typeface="Arial"/>
              </a:defRPr>
            </a:pPr>
            <a:r>
              <a:t>Le problème métier</a:t>
            </a:r>
          </a:p>
        </p:txBody>
      </p:sp>
      <p:sp>
        <p:nvSpPr>
          <p:cNvPr id="3" name="Text Placeholder 2"/>
          <p:cNvSpPr>
            <a:spLocks noGrp="1"/>
          </p:cNvSpPr>
          <p:nvPr>
            <p:ph type="body" sz="quarter" idx="10"/>
          </p:nvPr>
        </p:nvSpPr>
        <p:spPr/>
        <p:txBody>
          <a:bodyPr wrap="square" lIns="127000" tIns="63500" rIns="101600" bIns="50800"/>
          <a:lstStyle/>
          <a:p>
            <a:pPr>
              <a:spcAft>
                <a:spcPts val="500"/>
              </a:spcAft>
              <a:defRPr sz="1100" b="0">
                <a:solidFill>
                  <a:srgbClr val="5C6978"/>
                </a:solidFill>
                <a:latin typeface="Arial"/>
              </a:defRPr>
            </a:pPr>
            <a:r>
              <a:t>Toutes les erreurs ne se valent pas</a:t>
            </a:r>
          </a:p>
        </p:txBody>
      </p:sp>
      <p:sp>
        <p:nvSpPr>
          <p:cNvPr id="4" name="Content Placeholder 3"/>
          <p:cNvSpPr>
            <a:spLocks noGrp="1"/>
          </p:cNvSpPr>
          <p:nvPr>
            <p:ph idx="12"/>
          </p:nvPr>
        </p:nvSpPr>
        <p:spPr/>
        <p:txBody>
          <a:bodyPr wrap="square"/>
          <a:lstStyle/>
          <a:p>
            <a:pPr>
              <a:spcAft>
                <a:spcPts val="700"/>
              </a:spcAft>
              <a:defRPr sz="1600">
                <a:solidFill>
                  <a:srgbClr val="142337"/>
                </a:solidFill>
                <a:latin typeface="Arial"/>
              </a:defRPr>
            </a:pPr>
            <a:r>
              <a:t>Classe 0  | Retour rapide : &lt; 6 mois</a:t>
            </a:r>
          </a:p>
          <a:p>
            <a:pPr>
              <a:spcAft>
                <a:spcPts val="700"/>
              </a:spcAft>
              <a:defRPr sz="1600">
                <a:solidFill>
                  <a:srgbClr val="142337"/>
                </a:solidFill>
                <a:latin typeface="Arial"/>
              </a:defRPr>
            </a:pPr>
            <a:r>
              <a:t>Classe 1  | Retour intermédiaire : 6 à 12 mois</a:t>
            </a:r>
          </a:p>
          <a:p>
            <a:pPr>
              <a:spcAft>
                <a:spcPts val="700"/>
              </a:spcAft>
              <a:defRPr sz="1600">
                <a:solidFill>
                  <a:srgbClr val="142337"/>
                </a:solidFill>
                <a:latin typeface="Arial"/>
              </a:defRPr>
            </a:pPr>
            <a:r>
              <a:t>Classe 2  | Risque longue durée : &gt; 12 mois</a:t>
            </a:r>
          </a:p>
        </p:txBody>
      </p:sp>
      <p:sp>
        <p:nvSpPr>
          <p:cNvPr id="5" name="Content Placeholder 4"/>
          <p:cNvSpPr>
            <a:spLocks noGrp="1"/>
          </p:cNvSpPr>
          <p:nvPr>
            <p:ph idx="13"/>
          </p:nvPr>
        </p:nvSpPr>
        <p:spPr/>
        <p:txBody>
          <a:bodyPr/>
          <a:lstStyle/>
          <a:p>
            <a:endParaRPr/>
          </a:p>
        </p:txBody>
      </p:sp>
      <p:sp>
        <p:nvSpPr>
          <p:cNvPr id="6" name="Rounded Rectangle 5"/>
          <p:cNvSpPr/>
          <p:nvPr/>
        </p:nvSpPr>
        <p:spPr>
          <a:xfrm>
            <a:off x="6720840" y="1920240"/>
            <a:ext cx="4434840" cy="2286000"/>
          </a:xfrm>
          <a:prstGeom prst="roundRect">
            <a:avLst/>
          </a:prstGeom>
          <a:solidFill>
            <a:srgbClr val="DC373C"/>
          </a:solidFill>
          <a:ln>
            <a:solidFill>
              <a:srgbClr val="DC37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200" b="1">
                <a:solidFill>
                  <a:srgbClr val="FFFFFF"/>
                </a:solidFill>
                <a:latin typeface="Arial"/>
              </a:defRPr>
            </a:pPr>
            <a:r>
              <a:t>ERREUR CRITIQUE</a:t>
            </a:r>
            <a:br/>
            <a:br/>
            <a:r>
              <a:t>Situation réelle : classe 2</a:t>
            </a:r>
            <a:br/>
            <a:r>
              <a:t>Prédiction : classe 0</a:t>
            </a:r>
          </a:p>
        </p:txBody>
      </p:sp>
      <p:sp>
        <p:nvSpPr>
          <p:cNvPr id="7" name="Rounded Rectangle 6"/>
          <p:cNvSpPr/>
          <p:nvPr/>
        </p:nvSpPr>
        <p:spPr>
          <a:xfrm>
            <a:off x="6720840" y="4480560"/>
            <a:ext cx="4434840" cy="731520"/>
          </a:xfrm>
          <a:prstGeom prst="roundRect">
            <a:avLst/>
          </a:prstGeom>
          <a:solidFill>
            <a:srgbClr val="EBF5FB"/>
          </a:solidFill>
          <a:ln>
            <a:solidFill>
              <a:srgbClr val="005FB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500" b="1">
                <a:solidFill>
                  <a:srgbClr val="142337"/>
                </a:solidFill>
                <a:latin typeface="Arial"/>
              </a:defRPr>
            </a:pPr>
            <a:r>
              <a:t>Priorité : détecter les cas qui risquent de passer sous le radar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1" cy="1"/>
          <a:chOff x="0" y="0"/>
          <a:chExt cx="1" cy="1"/>
        </a:xfrm>
      </p:grpSpPr>
      <p:sp>
        <p:nvSpPr>
          <p:cNvPr id="2" name="Title 1"/>
          <p:cNvSpPr>
            <a:spLocks noGrp="1"/>
          </p:cNvSpPr>
          <p:nvPr>
            <p:ph type="title"/>
          </p:nvPr>
        </p:nvSpPr>
        <p:spPr/>
        <p:txBody>
          <a:bodyPr wrap="square" lIns="127000" tIns="63500" rIns="101600" bIns="50800"/>
          <a:lstStyle/>
          <a:p>
            <a:pPr>
              <a:spcAft>
                <a:spcPts val="500"/>
              </a:spcAft>
              <a:defRPr sz="2600" b="1">
                <a:solidFill>
                  <a:srgbClr val="142337"/>
                </a:solidFill>
                <a:latin typeface="Arial"/>
              </a:defRPr>
            </a:pPr>
            <a:r>
              <a:t>Les données combinent tabulaire, texte et variable sensible</a:t>
            </a:r>
          </a:p>
        </p:txBody>
      </p:sp>
      <p:sp>
        <p:nvSpPr>
          <p:cNvPr id="3" name="Text Placeholder 2"/>
          <p:cNvSpPr>
            <a:spLocks noGrp="1"/>
          </p:cNvSpPr>
          <p:nvPr>
            <p:ph type="body" sz="quarter" idx="10"/>
          </p:nvPr>
        </p:nvSpPr>
        <p:spPr/>
        <p:txBody>
          <a:bodyPr wrap="square" lIns="127000" tIns="63500" rIns="101600" bIns="50800"/>
          <a:lstStyle/>
          <a:p>
            <a:pPr>
              <a:spcAft>
                <a:spcPts val="500"/>
              </a:spcAft>
              <a:defRPr sz="1100" b="0">
                <a:solidFill>
                  <a:srgbClr val="5C6978"/>
                </a:solidFill>
                <a:latin typeface="Arial"/>
              </a:defRPr>
            </a:pPr>
            <a:r>
              <a:t>2 500 dossiers • 10 colonnes</a:t>
            </a:r>
          </a:p>
        </p:txBody>
      </p:sp>
      <p:sp>
        <p:nvSpPr>
          <p:cNvPr id="4" name="Content Placeholder 3"/>
          <p:cNvSpPr>
            <a:spLocks noGrp="1"/>
          </p:cNvSpPr>
          <p:nvPr>
            <p:ph idx="1"/>
          </p:nvPr>
        </p:nvSpPr>
        <p:spPr/>
        <p:txBody>
          <a:bodyPr/>
          <a:lstStyle/>
          <a:p>
            <a:endParaRPr dirty="0"/>
          </a:p>
        </p:txBody>
      </p:sp>
      <p:sp>
        <p:nvSpPr>
          <p:cNvPr id="5" name="Rounded Rectangle 4"/>
          <p:cNvSpPr/>
          <p:nvPr/>
        </p:nvSpPr>
        <p:spPr>
          <a:xfrm>
            <a:off x="502920" y="2103120"/>
            <a:ext cx="1874519" cy="2194560"/>
          </a:xfrm>
          <a:prstGeom prst="roundRect">
            <a:avLst/>
          </a:prstGeom>
          <a:solidFill>
            <a:srgbClr val="005FB8"/>
          </a:solidFill>
          <a:ln>
            <a:solidFill>
              <a:srgbClr val="005FB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600" b="1">
                <a:solidFill>
                  <a:srgbClr val="FFFFFF"/>
                </a:solidFill>
                <a:latin typeface="Arial"/>
              </a:defRPr>
            </a:pPr>
            <a:r>
              <a:rPr dirty="0">
                <a:solidFill>
                  <a:schemeClr val="tx1"/>
                </a:solidFill>
              </a:rPr>
              <a:t>Numérique</a:t>
            </a:r>
            <a:br>
              <a:rPr dirty="0"/>
            </a:br>
            <a:r>
              <a:rPr dirty="0" err="1"/>
              <a:t>âge</a:t>
            </a:r>
            <a:r>
              <a:rPr dirty="0"/>
              <a:t>, </a:t>
            </a:r>
            <a:r>
              <a:rPr dirty="0" err="1"/>
              <a:t>ancienneté</a:t>
            </a:r>
            <a:endParaRPr dirty="0"/>
          </a:p>
        </p:txBody>
      </p:sp>
      <p:sp>
        <p:nvSpPr>
          <p:cNvPr id="6" name="Rounded Rectangle 5"/>
          <p:cNvSpPr/>
          <p:nvPr/>
        </p:nvSpPr>
        <p:spPr>
          <a:xfrm>
            <a:off x="2770632" y="2103120"/>
            <a:ext cx="1874519" cy="2194560"/>
          </a:xfrm>
          <a:prstGeom prst="roundRect">
            <a:avLst/>
          </a:prstGeom>
          <a:solidFill>
            <a:srgbClr val="00AEEF"/>
          </a:solidFill>
          <a:ln>
            <a:solidFill>
              <a:srgbClr val="00AEEF"/>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600" b="1">
                <a:solidFill>
                  <a:srgbClr val="FFFFFF"/>
                </a:solidFill>
                <a:latin typeface="Arial"/>
              </a:defRPr>
            </a:pPr>
            <a:r>
              <a:rPr dirty="0" err="1">
                <a:solidFill>
                  <a:schemeClr val="tx1"/>
                </a:solidFill>
              </a:rPr>
              <a:t>Catégoriel</a:t>
            </a:r>
            <a:br>
              <a:rPr dirty="0"/>
            </a:br>
            <a:r>
              <a:rPr dirty="0"/>
              <a:t>diplôme, métier, allocation, </a:t>
            </a:r>
            <a:r>
              <a:rPr dirty="0" err="1"/>
              <a:t>géographie</a:t>
            </a:r>
            <a:endParaRPr dirty="0"/>
          </a:p>
        </p:txBody>
      </p:sp>
      <p:sp>
        <p:nvSpPr>
          <p:cNvPr id="7" name="Rounded Rectangle 6"/>
          <p:cNvSpPr/>
          <p:nvPr/>
        </p:nvSpPr>
        <p:spPr>
          <a:xfrm>
            <a:off x="5038344" y="2103120"/>
            <a:ext cx="1874519" cy="2194560"/>
          </a:xfrm>
          <a:prstGeom prst="roundRect">
            <a:avLst/>
          </a:prstGeom>
          <a:solidFill>
            <a:srgbClr val="644BAA"/>
          </a:solidFill>
          <a:ln>
            <a:solidFill>
              <a:srgbClr val="644BA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600" b="1">
                <a:solidFill>
                  <a:srgbClr val="FFFFFF"/>
                </a:solidFill>
                <a:latin typeface="Arial"/>
              </a:defRPr>
            </a:pPr>
            <a:r>
              <a:rPr dirty="0">
                <a:solidFill>
                  <a:schemeClr val="tx1"/>
                </a:solidFill>
              </a:rPr>
              <a:t>Texte libre</a:t>
            </a:r>
            <a:br>
              <a:rPr dirty="0"/>
            </a:br>
            <a:r>
              <a:rPr dirty="0" err="1"/>
              <a:t>synthèse</a:t>
            </a:r>
            <a:r>
              <a:rPr dirty="0"/>
              <a:t> </a:t>
            </a:r>
            <a:r>
              <a:rPr dirty="0" err="1"/>
              <a:t>d’entretien</a:t>
            </a:r>
            <a:endParaRPr dirty="0"/>
          </a:p>
        </p:txBody>
      </p:sp>
      <p:sp>
        <p:nvSpPr>
          <p:cNvPr id="8" name="Rounded Rectangle 7"/>
          <p:cNvSpPr/>
          <p:nvPr/>
        </p:nvSpPr>
        <p:spPr>
          <a:xfrm>
            <a:off x="7306055" y="2103120"/>
            <a:ext cx="1874519" cy="2194560"/>
          </a:xfrm>
          <a:prstGeom prst="roundRect">
            <a:avLst/>
          </a:prstGeom>
          <a:solidFill>
            <a:srgbClr val="DC373C"/>
          </a:solidFill>
          <a:ln>
            <a:solidFill>
              <a:srgbClr val="DC37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600" b="1">
                <a:solidFill>
                  <a:srgbClr val="FFFFFF"/>
                </a:solidFill>
                <a:latin typeface="Arial"/>
              </a:defRPr>
            </a:pPr>
            <a:r>
              <a:rPr dirty="0">
                <a:solidFill>
                  <a:schemeClr val="tx1"/>
                </a:solidFill>
              </a:rPr>
              <a:t>Sensible</a:t>
            </a:r>
            <a:br>
              <a:rPr dirty="0"/>
            </a:br>
            <a:r>
              <a:rPr dirty="0" err="1"/>
              <a:t>nationalite_hors_ue</a:t>
            </a:r>
            <a:endParaRPr dirty="0"/>
          </a:p>
        </p:txBody>
      </p:sp>
      <p:sp>
        <p:nvSpPr>
          <p:cNvPr id="9" name="Rounded Rectangle 8"/>
          <p:cNvSpPr/>
          <p:nvPr/>
        </p:nvSpPr>
        <p:spPr>
          <a:xfrm>
            <a:off x="9573768" y="2103120"/>
            <a:ext cx="1874519" cy="2194560"/>
          </a:xfrm>
          <a:prstGeom prst="roundRect">
            <a:avLst/>
          </a:prstGeom>
          <a:solidFill>
            <a:srgbClr val="34965F"/>
          </a:solidFill>
          <a:ln>
            <a:solidFill>
              <a:srgbClr val="34965F"/>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600" b="1">
                <a:solidFill>
                  <a:srgbClr val="FFFFFF"/>
                </a:solidFill>
                <a:latin typeface="Arial"/>
              </a:defRPr>
            </a:pPr>
            <a:r>
              <a:rPr dirty="0" err="1">
                <a:solidFill>
                  <a:schemeClr val="tx1"/>
                </a:solidFill>
              </a:rPr>
              <a:t>Cible</a:t>
            </a:r>
            <a:br>
              <a:rPr dirty="0"/>
            </a:br>
            <a:r>
              <a:rPr dirty="0" err="1"/>
              <a:t>classe</a:t>
            </a:r>
            <a:r>
              <a:rPr dirty="0"/>
              <a:t> 0, 1 </a:t>
            </a:r>
            <a:r>
              <a:rPr dirty="0" err="1"/>
              <a:t>ou</a:t>
            </a:r>
            <a:r>
              <a:rPr dirty="0"/>
              <a:t> 2</a:t>
            </a:r>
          </a:p>
        </p:txBody>
      </p:sp>
      <p:sp>
        <p:nvSpPr>
          <p:cNvPr id="10" name="Rounded Rectangle 9"/>
          <p:cNvSpPr/>
          <p:nvPr/>
        </p:nvSpPr>
        <p:spPr>
          <a:xfrm>
            <a:off x="3337560" y="4617720"/>
            <a:ext cx="5486400" cy="566928"/>
          </a:xfrm>
          <a:prstGeom prst="roundRect">
            <a:avLst/>
          </a:prstGeom>
          <a:solidFill>
            <a:srgbClr val="EBF5FB"/>
          </a:solidFill>
          <a:ln>
            <a:solidFill>
              <a:srgbClr val="005FB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500" b="1">
                <a:solidFill>
                  <a:srgbClr val="142337"/>
                </a:solidFill>
                <a:latin typeface="Arial"/>
              </a:defRPr>
            </a:pPr>
            <a:r>
              <a:t>Un même dossier alimente plusieurs modalités, mais la variable sensible reste isolée.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1" cy="1"/>
          <a:chOff x="0" y="0"/>
          <a:chExt cx="1" cy="1"/>
        </a:xfrm>
      </p:grpSpPr>
      <p:sp>
        <p:nvSpPr>
          <p:cNvPr id="2" name="Title 1"/>
          <p:cNvSpPr>
            <a:spLocks noGrp="1"/>
          </p:cNvSpPr>
          <p:nvPr>
            <p:ph type="title"/>
          </p:nvPr>
        </p:nvSpPr>
        <p:spPr/>
        <p:txBody>
          <a:bodyPr wrap="square" lIns="127000" tIns="63500" rIns="101600" bIns="50800"/>
          <a:lstStyle/>
          <a:p>
            <a:pPr>
              <a:spcAft>
                <a:spcPts val="500"/>
              </a:spcAft>
              <a:defRPr sz="2600" b="1">
                <a:solidFill>
                  <a:srgbClr val="142337"/>
                </a:solidFill>
                <a:latin typeface="Arial"/>
              </a:defRPr>
            </a:pPr>
            <a:r>
              <a:t>L’EDA révèle le déséquilibre et les risques de biais</a:t>
            </a:r>
          </a:p>
        </p:txBody>
      </p:sp>
      <p:sp>
        <p:nvSpPr>
          <p:cNvPr id="3" name="Text Placeholder 2"/>
          <p:cNvSpPr>
            <a:spLocks noGrp="1"/>
          </p:cNvSpPr>
          <p:nvPr>
            <p:ph type="body" sz="quarter" idx="10"/>
          </p:nvPr>
        </p:nvSpPr>
        <p:spPr/>
        <p:txBody>
          <a:bodyPr wrap="square" lIns="127000" tIns="63500" rIns="101600" bIns="50800"/>
          <a:lstStyle/>
          <a:p>
            <a:pPr>
              <a:spcAft>
                <a:spcPts val="500"/>
              </a:spcAft>
              <a:defRPr sz="1100" b="0">
                <a:solidFill>
                  <a:srgbClr val="5C6978"/>
                </a:solidFill>
                <a:latin typeface="Arial"/>
              </a:defRPr>
            </a:pPr>
            <a:r>
              <a:t>La qualité des données guide la modélisation</a:t>
            </a:r>
          </a:p>
        </p:txBody>
      </p:sp>
      <p:sp>
        <p:nvSpPr>
          <p:cNvPr id="4" name="Content Placeholder 3"/>
          <p:cNvSpPr>
            <a:spLocks noGrp="1"/>
          </p:cNvSpPr>
          <p:nvPr>
            <p:ph idx="12"/>
          </p:nvPr>
        </p:nvSpPr>
        <p:spPr/>
        <p:txBody>
          <a:bodyPr wrap="square"/>
          <a:lstStyle/>
          <a:p>
            <a:r>
              <a:t>Classe 2 minoritaire : 18,08 %</a:t>
            </a:r>
          </a:p>
          <a:p>
            <a:r>
              <a:t>Valeurs manquantes modérées</a:t>
            </a:r>
          </a:p>
          <a:p>
            <a:r>
              <a:t>Écarts liés à la nationalité</a:t>
            </a:r>
          </a:p>
          <a:p>
            <a:r>
              <a:t>Proxys possibles : âge, allocation, géographie, texte</a:t>
            </a:r>
          </a:p>
          <a:p>
            <a:r>
              <a:t>Texte peu diversifié : risque de sur-apprentissage</a:t>
            </a:r>
          </a:p>
        </p:txBody>
      </p:sp>
      <p:sp>
        <p:nvSpPr>
          <p:cNvPr id="5" name="Content Placeholder 4"/>
          <p:cNvSpPr>
            <a:spLocks noGrp="1"/>
          </p:cNvSpPr>
          <p:nvPr>
            <p:ph idx="13"/>
          </p:nvPr>
        </p:nvSpPr>
        <p:spPr/>
        <p:txBody>
          <a:bodyPr/>
          <a:lstStyle/>
          <a:p>
            <a:endParaRPr/>
          </a:p>
        </p:txBody>
      </p:sp>
      <p:sp>
        <p:nvSpPr>
          <p:cNvPr id="6" name="Rounded Rectangle 5"/>
          <p:cNvSpPr/>
          <p:nvPr/>
        </p:nvSpPr>
        <p:spPr>
          <a:xfrm>
            <a:off x="6858000" y="1920240"/>
            <a:ext cx="1234440" cy="4114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wrap="square" rtlCol="0" anchor="ctr"/>
          <a:lstStyle/>
          <a:p>
            <a:r>
              <a:t>Classe 0</a:t>
            </a:r>
          </a:p>
        </p:txBody>
      </p:sp>
      <p:sp>
        <p:nvSpPr>
          <p:cNvPr id="7" name="Rounded Rectangle 6"/>
          <p:cNvSpPr/>
          <p:nvPr/>
        </p:nvSpPr>
        <p:spPr>
          <a:xfrm>
            <a:off x="8183879" y="1920240"/>
            <a:ext cx="2424475" cy="411480"/>
          </a:xfrm>
          <a:prstGeom prst="roundRect">
            <a:avLst/>
          </a:prstGeom>
          <a:solidFill>
            <a:srgbClr val="0070E6"/>
          </a:solidFill>
          <a:ln>
            <a:solidFill>
              <a:srgbClr val="0070E6"/>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b="1">
                <a:solidFill>
                  <a:srgbClr val="FFFFFF"/>
                </a:solidFill>
              </a:rPr>
              <a:t>37,44 %</a:t>
            </a:r>
          </a:p>
        </p:txBody>
      </p:sp>
      <p:sp>
        <p:nvSpPr>
          <p:cNvPr id="8" name="Rounded Rectangle 7"/>
          <p:cNvSpPr/>
          <p:nvPr/>
        </p:nvSpPr>
        <p:spPr>
          <a:xfrm>
            <a:off x="6858000" y="2788920"/>
            <a:ext cx="1234440" cy="4114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wrap="square" rtlCol="0" anchor="ctr"/>
          <a:lstStyle/>
          <a:p>
            <a:r>
              <a:t>Classe 1</a:t>
            </a:r>
          </a:p>
        </p:txBody>
      </p:sp>
      <p:sp>
        <p:nvSpPr>
          <p:cNvPr id="9" name="Rounded Rectangle 8"/>
          <p:cNvSpPr/>
          <p:nvPr/>
        </p:nvSpPr>
        <p:spPr>
          <a:xfrm>
            <a:off x="8183879" y="2788920"/>
            <a:ext cx="2880360" cy="411480"/>
          </a:xfrm>
          <a:prstGeom prst="roundRect">
            <a:avLst/>
          </a:prstGeom>
          <a:solidFill>
            <a:srgbClr val="37BEEB"/>
          </a:solidFill>
          <a:ln>
            <a:solidFill>
              <a:srgbClr val="37BEEB"/>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b="1">
                <a:solidFill>
                  <a:srgbClr val="FFFFFF"/>
                </a:solidFill>
              </a:rPr>
              <a:t>44,48 %</a:t>
            </a:r>
          </a:p>
        </p:txBody>
      </p:sp>
      <p:sp>
        <p:nvSpPr>
          <p:cNvPr id="10" name="Rounded Rectangle 9"/>
          <p:cNvSpPr/>
          <p:nvPr/>
        </p:nvSpPr>
        <p:spPr>
          <a:xfrm>
            <a:off x="6858000" y="3657600"/>
            <a:ext cx="1234440" cy="4114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wrap="square" rtlCol="0" anchor="ctr"/>
          <a:lstStyle/>
          <a:p>
            <a:r>
              <a:t>Classe 2</a:t>
            </a:r>
          </a:p>
        </p:txBody>
      </p:sp>
      <p:sp>
        <p:nvSpPr>
          <p:cNvPr id="11" name="Rounded Rectangle 10"/>
          <p:cNvSpPr/>
          <p:nvPr/>
        </p:nvSpPr>
        <p:spPr>
          <a:xfrm>
            <a:off x="8183879" y="3657600"/>
            <a:ext cx="1170793" cy="411480"/>
          </a:xfrm>
          <a:prstGeom prst="roundRect">
            <a:avLst/>
          </a:prstGeom>
          <a:solidFill>
            <a:srgbClr val="DA3641"/>
          </a:solidFill>
          <a:ln>
            <a:solidFill>
              <a:srgbClr val="DA36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b="1">
                <a:solidFill>
                  <a:srgbClr val="FFFFFF"/>
                </a:solidFill>
              </a:rPr>
              <a:t>18,08 %</a:t>
            </a:r>
          </a:p>
        </p:txBody>
      </p:sp>
      <p:sp>
        <p:nvSpPr>
          <p:cNvPr id="12" name="Rounded Rectangle 11"/>
          <p:cNvSpPr/>
          <p:nvPr/>
        </p:nvSpPr>
        <p:spPr>
          <a:xfrm>
            <a:off x="6858000" y="4709160"/>
            <a:ext cx="4069080" cy="594360"/>
          </a:xfrm>
          <a:prstGeom prst="roundRect">
            <a:avLst/>
          </a:prstGeom>
          <a:solidFill>
            <a:srgbClr val="EBF5FB"/>
          </a:solidFill>
          <a:ln>
            <a:solidFill>
              <a:srgbClr val="EB733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142337"/>
                </a:solidFill>
                <a:latin typeface="Arial"/>
              </a:defRPr>
            </a:pPr>
            <a:r>
              <a:t>À surveiller : proxies et formulations répétitives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1" cy="1"/>
          <a:chOff x="0" y="0"/>
          <a:chExt cx="1" cy="1"/>
        </a:xfrm>
      </p:grpSpPr>
      <p:sp>
        <p:nvSpPr>
          <p:cNvPr id="2" name="Title 1"/>
          <p:cNvSpPr>
            <a:spLocks noGrp="1"/>
          </p:cNvSpPr>
          <p:nvPr>
            <p:ph type="title"/>
          </p:nvPr>
        </p:nvSpPr>
        <p:spPr/>
        <p:txBody>
          <a:bodyPr wrap="square" lIns="127000" tIns="63500" rIns="101600" bIns="50800"/>
          <a:lstStyle/>
          <a:p>
            <a:r>
              <a:t>Le protocole OOF limite la fuite, avec une réserve explicitée</a:t>
            </a:r>
          </a:p>
        </p:txBody>
      </p:sp>
      <p:sp>
        <p:nvSpPr>
          <p:cNvPr id="3" name="Text Placeholder 2"/>
          <p:cNvSpPr>
            <a:spLocks noGrp="1"/>
          </p:cNvSpPr>
          <p:nvPr>
            <p:ph type="body" sz="quarter" idx="10"/>
          </p:nvPr>
        </p:nvSpPr>
        <p:spPr/>
        <p:txBody>
          <a:bodyPr wrap="square" lIns="127000" tIns="63500" rIns="101600" bIns="50800"/>
          <a:lstStyle/>
          <a:p>
            <a:r>
              <a:rPr dirty="0"/>
              <a:t>Les choix </a:t>
            </a:r>
            <a:r>
              <a:rPr dirty="0" err="1"/>
              <a:t>sont</a:t>
            </a:r>
            <a:r>
              <a:rPr dirty="0"/>
              <a:t> </a:t>
            </a:r>
            <a:r>
              <a:rPr dirty="0" err="1"/>
              <a:t>fondés</a:t>
            </a:r>
            <a:r>
              <a:rPr dirty="0"/>
              <a:t> sur le train et les </a:t>
            </a:r>
            <a:r>
              <a:rPr dirty="0" err="1"/>
              <a:t>prédictions</a:t>
            </a:r>
            <a:r>
              <a:rPr dirty="0"/>
              <a:t> out-of-fold</a:t>
            </a:r>
          </a:p>
        </p:txBody>
      </p:sp>
      <p:sp>
        <p:nvSpPr>
          <p:cNvPr id="5" name="Rounded Rectangle 4"/>
          <p:cNvSpPr/>
          <p:nvPr/>
        </p:nvSpPr>
        <p:spPr>
          <a:xfrm>
            <a:off x="320040" y="1965960"/>
            <a:ext cx="1554480" cy="1143000"/>
          </a:xfrm>
          <a:prstGeom prst="roundRect">
            <a:avLst/>
          </a:prstGeom>
          <a:solidFill>
            <a:srgbClr val="5C6978"/>
          </a:solidFill>
          <a:ln>
            <a:solidFill>
              <a:srgbClr val="5C697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500" b="1">
                <a:solidFill>
                  <a:srgbClr val="FFFFFF"/>
                </a:solidFill>
                <a:latin typeface="Arial"/>
              </a:defRPr>
            </a:pPr>
            <a:r>
              <a:t>Dataset</a:t>
            </a:r>
          </a:p>
        </p:txBody>
      </p:sp>
      <p:sp>
        <p:nvSpPr>
          <p:cNvPr id="6" name="Right Arrow 5"/>
          <p:cNvSpPr/>
          <p:nvPr/>
        </p:nvSpPr>
        <p:spPr>
          <a:xfrm>
            <a:off x="1874519" y="2395728"/>
            <a:ext cx="292608" cy="228600"/>
          </a:xfrm>
          <a:prstGeom prst="rightArrow">
            <a:avLst/>
          </a:prstGeom>
          <a:solidFill>
            <a:srgbClr val="5C69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2221992" y="1965960"/>
            <a:ext cx="1554480" cy="1143000"/>
          </a:xfrm>
          <a:prstGeom prst="roundRect">
            <a:avLst/>
          </a:prstGeom>
          <a:solidFill>
            <a:srgbClr val="005FB8"/>
          </a:solidFill>
          <a:ln>
            <a:solidFill>
              <a:srgbClr val="005FB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500" b="1">
                <a:solidFill>
                  <a:srgbClr val="FFFFFF"/>
                </a:solidFill>
                <a:latin typeface="Arial"/>
              </a:defRPr>
            </a:pPr>
            <a:r>
              <a:t>Split</a:t>
            </a:r>
            <a:br/>
            <a:r>
              <a:t>stratifié</a:t>
            </a:r>
          </a:p>
        </p:txBody>
      </p:sp>
      <p:sp>
        <p:nvSpPr>
          <p:cNvPr id="8" name="Right Arrow 7"/>
          <p:cNvSpPr/>
          <p:nvPr/>
        </p:nvSpPr>
        <p:spPr>
          <a:xfrm>
            <a:off x="3776472" y="2395728"/>
            <a:ext cx="292608" cy="228600"/>
          </a:xfrm>
          <a:prstGeom prst="rightArrow">
            <a:avLst/>
          </a:prstGeom>
          <a:solidFill>
            <a:srgbClr val="5C69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4123944" y="1965960"/>
            <a:ext cx="1554480" cy="1143000"/>
          </a:xfrm>
          <a:prstGeom prst="roundRect">
            <a:avLst/>
          </a:prstGeom>
          <a:solidFill>
            <a:srgbClr val="00AEEF"/>
          </a:solidFill>
          <a:ln>
            <a:solidFill>
              <a:srgbClr val="00AEEF"/>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500" b="1">
                <a:solidFill>
                  <a:srgbClr val="FFFFFF"/>
                </a:solidFill>
                <a:latin typeface="Arial"/>
              </a:defRPr>
            </a:pPr>
            <a:r>
              <a:t>Train</a:t>
            </a:r>
          </a:p>
        </p:txBody>
      </p:sp>
      <p:sp>
        <p:nvSpPr>
          <p:cNvPr id="10" name="Right Arrow 9"/>
          <p:cNvSpPr/>
          <p:nvPr/>
        </p:nvSpPr>
        <p:spPr>
          <a:xfrm>
            <a:off x="5678424" y="2395728"/>
            <a:ext cx="292608" cy="228600"/>
          </a:xfrm>
          <a:prstGeom prst="rightArrow">
            <a:avLst/>
          </a:prstGeom>
          <a:solidFill>
            <a:srgbClr val="5C69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6025896" y="1965960"/>
            <a:ext cx="1554480" cy="1143000"/>
          </a:xfrm>
          <a:prstGeom prst="roundRect">
            <a:avLst/>
          </a:prstGeom>
          <a:solidFill>
            <a:srgbClr val="644BAA"/>
          </a:solidFill>
          <a:ln>
            <a:solidFill>
              <a:srgbClr val="644BA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500" b="1">
                <a:solidFill>
                  <a:srgbClr val="FFFFFF"/>
                </a:solidFill>
                <a:latin typeface="Arial"/>
              </a:defRPr>
            </a:pPr>
            <a:r>
              <a:rPr sz="1400" dirty="0"/>
              <a:t>Fit preprocessing</a:t>
            </a:r>
            <a:br>
              <a:rPr sz="1400" dirty="0"/>
            </a:br>
            <a:r>
              <a:rPr sz="1400" dirty="0"/>
              <a:t>+ validation </a:t>
            </a:r>
            <a:r>
              <a:rPr sz="1400" dirty="0" err="1"/>
              <a:t>croisée</a:t>
            </a:r>
            <a:endParaRPr sz="1400" dirty="0"/>
          </a:p>
        </p:txBody>
      </p:sp>
      <p:sp>
        <p:nvSpPr>
          <p:cNvPr id="12" name="Right Arrow 11"/>
          <p:cNvSpPr/>
          <p:nvPr/>
        </p:nvSpPr>
        <p:spPr>
          <a:xfrm>
            <a:off x="7580375" y="2395728"/>
            <a:ext cx="292608" cy="228600"/>
          </a:xfrm>
          <a:prstGeom prst="rightArrow">
            <a:avLst/>
          </a:prstGeom>
          <a:solidFill>
            <a:srgbClr val="5C69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7927848" y="1965960"/>
            <a:ext cx="1554480" cy="1143000"/>
          </a:xfrm>
          <a:prstGeom prst="roundRect">
            <a:avLst/>
          </a:prstGeom>
          <a:solidFill>
            <a:srgbClr val="EB7332"/>
          </a:solidFill>
          <a:ln>
            <a:solidFill>
              <a:srgbClr val="EB733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500" b="1">
                <a:solidFill>
                  <a:srgbClr val="FFFFFF"/>
                </a:solidFill>
                <a:latin typeface="Arial"/>
              </a:defRPr>
            </a:pPr>
            <a:r>
              <a:rPr dirty="0"/>
              <a:t>Choix </a:t>
            </a:r>
            <a:r>
              <a:rPr dirty="0" err="1"/>
              <a:t>modèle</a:t>
            </a:r>
            <a:br>
              <a:rPr dirty="0"/>
            </a:br>
            <a:r>
              <a:rPr dirty="0"/>
              <a:t>+ </a:t>
            </a:r>
            <a:r>
              <a:rPr dirty="0" err="1"/>
              <a:t>seuil</a:t>
            </a:r>
            <a:endParaRPr dirty="0"/>
          </a:p>
        </p:txBody>
      </p:sp>
      <p:sp>
        <p:nvSpPr>
          <p:cNvPr id="14" name="Right Arrow 13"/>
          <p:cNvSpPr/>
          <p:nvPr/>
        </p:nvSpPr>
        <p:spPr>
          <a:xfrm>
            <a:off x="9482328" y="2395728"/>
            <a:ext cx="292608" cy="228600"/>
          </a:xfrm>
          <a:prstGeom prst="rightArrow">
            <a:avLst/>
          </a:prstGeom>
          <a:solidFill>
            <a:srgbClr val="5C69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9829800" y="1965960"/>
            <a:ext cx="1554480" cy="1143000"/>
          </a:xfrm>
          <a:prstGeom prst="roundRect">
            <a:avLst/>
          </a:prstGeom>
          <a:solidFill>
            <a:srgbClr val="34965F"/>
          </a:solidFill>
          <a:ln>
            <a:solidFill>
              <a:srgbClr val="34965F"/>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500" b="1" dirty="0">
                <a:latin typeface="Arial" panose="020B0604020202020204" pitchFamily="34" charset="0"/>
                <a:cs typeface="Arial" panose="020B0604020202020204" pitchFamily="34" charset="0"/>
              </a:rPr>
              <a:t>Test final</a:t>
            </a:r>
          </a:p>
          <a:p>
            <a:pPr algn="ctr"/>
            <a:r>
              <a:rPr sz="1500" b="1" dirty="0">
                <a:latin typeface="Arial" panose="020B0604020202020204" pitchFamily="34" charset="0"/>
                <a:cs typeface="Arial" panose="020B0604020202020204" pitchFamily="34" charset="0"/>
              </a:rPr>
              <a:t>validation finale</a:t>
            </a:r>
          </a:p>
        </p:txBody>
      </p:sp>
      <p:sp>
        <p:nvSpPr>
          <p:cNvPr id="16" name="Rounded Rectangle 15"/>
          <p:cNvSpPr/>
          <p:nvPr/>
        </p:nvSpPr>
        <p:spPr>
          <a:xfrm>
            <a:off x="640080" y="3886200"/>
            <a:ext cx="10835640" cy="1051560"/>
          </a:xfrm>
          <a:prstGeom prst="roundRect">
            <a:avLst/>
          </a:prstGeom>
          <a:solidFill>
            <a:srgbClr val="EBF5FB"/>
          </a:solidFill>
          <a:ln>
            <a:solidFill>
              <a:srgbClr val="005FB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700" b="1">
                <a:solidFill>
                  <a:srgbClr val="142337"/>
                </a:solidFill>
                <a:latin typeface="Arial"/>
              </a:defRPr>
            </a:pPr>
            <a:r>
              <a:t>Imputation • encodage ordinal • one-hot encoding • TF-IDF • extraction du département INSEE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1" cy="1"/>
          <a:chOff x="0" y="0"/>
          <a:chExt cx="1" cy="1"/>
        </a:xfrm>
      </p:grpSpPr>
      <p:sp>
        <p:nvSpPr>
          <p:cNvPr id="2" name="Title 1"/>
          <p:cNvSpPr>
            <a:spLocks noGrp="1"/>
          </p:cNvSpPr>
          <p:nvPr>
            <p:ph type="title"/>
          </p:nvPr>
        </p:nvSpPr>
        <p:spPr/>
        <p:txBody>
          <a:bodyPr wrap="square" lIns="127000" tIns="63500" rIns="101600" bIns="50800"/>
          <a:lstStyle/>
          <a:p>
            <a:pPr>
              <a:spcAft>
                <a:spcPts val="500"/>
              </a:spcAft>
              <a:defRPr sz="2600" b="1">
                <a:solidFill>
                  <a:srgbClr val="142337"/>
                </a:solidFill>
                <a:latin typeface="Arial"/>
              </a:defRPr>
            </a:pPr>
            <a:r>
              <a:t>Quatre scénarios séparent performance et conformité</a:t>
            </a:r>
          </a:p>
        </p:txBody>
      </p:sp>
      <p:sp>
        <p:nvSpPr>
          <p:cNvPr id="3" name="Text Placeholder 2"/>
          <p:cNvSpPr>
            <a:spLocks noGrp="1"/>
          </p:cNvSpPr>
          <p:nvPr>
            <p:ph type="body" sz="quarter" idx="10"/>
          </p:nvPr>
        </p:nvSpPr>
        <p:spPr/>
        <p:txBody>
          <a:bodyPr wrap="square" lIns="127000" tIns="63500" rIns="101600" bIns="50800"/>
          <a:lstStyle/>
          <a:p>
            <a:pPr>
              <a:spcAft>
                <a:spcPts val="500"/>
              </a:spcAft>
              <a:defRPr sz="1100" b="0">
                <a:solidFill>
                  <a:srgbClr val="5C6978"/>
                </a:solidFill>
                <a:latin typeface="Arial"/>
              </a:defRPr>
            </a:pPr>
            <a:r>
              <a:t>S1 est la référence expérimentale, S2 le candidat de production</a:t>
            </a:r>
          </a:p>
        </p:txBody>
      </p:sp>
      <p:sp>
        <p:nvSpPr>
          <p:cNvPr id="4" name="Content Placeholder 3"/>
          <p:cNvSpPr>
            <a:spLocks noGrp="1"/>
          </p:cNvSpPr>
          <p:nvPr>
            <p:ph idx="12"/>
          </p:nvPr>
        </p:nvSpPr>
        <p:spPr/>
        <p:txBody>
          <a:bodyPr wrap="square"/>
          <a:lstStyle/>
          <a:p>
            <a:pPr>
              <a:spcAft>
                <a:spcPts val="700"/>
              </a:spcAft>
              <a:defRPr sz="1500">
                <a:solidFill>
                  <a:srgbClr val="142337"/>
                </a:solidFill>
                <a:latin typeface="Arial"/>
              </a:defRPr>
            </a:pPr>
            <a:r>
              <a:t>S1 — Multimodal complet</a:t>
            </a:r>
            <a:br/>
            <a:r>
              <a:t>Meilleur score avec toutes les variables</a:t>
            </a:r>
          </a:p>
          <a:p>
            <a:pPr>
              <a:spcAft>
                <a:spcPts val="700"/>
              </a:spcAft>
              <a:defRPr sz="1500">
                <a:solidFill>
                  <a:srgbClr val="142337"/>
                </a:solidFill>
                <a:latin typeface="Arial"/>
              </a:defRPr>
            </a:pPr>
            <a:r>
              <a:t>S2 — Sans variable sensible</a:t>
            </a:r>
            <a:br/>
            <a:r>
              <a:t>Coût de l’exclusion de la nationalité</a:t>
            </a:r>
          </a:p>
        </p:txBody>
      </p:sp>
      <p:sp>
        <p:nvSpPr>
          <p:cNvPr id="5" name="Content Placeholder 4"/>
          <p:cNvSpPr>
            <a:spLocks noGrp="1"/>
          </p:cNvSpPr>
          <p:nvPr>
            <p:ph idx="13"/>
          </p:nvPr>
        </p:nvSpPr>
        <p:spPr/>
        <p:txBody>
          <a:bodyPr wrap="square"/>
          <a:lstStyle/>
          <a:p>
            <a:pPr>
              <a:spcAft>
                <a:spcPts val="700"/>
              </a:spcAft>
              <a:defRPr sz="1500">
                <a:solidFill>
                  <a:srgbClr val="142337"/>
                </a:solidFill>
                <a:latin typeface="Arial"/>
              </a:defRPr>
            </a:pPr>
            <a:r>
              <a:t>S3 — Texte seul</a:t>
            </a:r>
            <a:br/>
            <a:r>
              <a:t>Valeur de la synthèse d’entretien</a:t>
            </a:r>
          </a:p>
          <a:p>
            <a:pPr>
              <a:spcAft>
                <a:spcPts val="700"/>
              </a:spcAft>
              <a:defRPr sz="1500">
                <a:solidFill>
                  <a:srgbClr val="142337"/>
                </a:solidFill>
                <a:latin typeface="Arial"/>
              </a:defRPr>
            </a:pPr>
            <a:r>
              <a:t>S4 — Tabulaire seul</a:t>
            </a:r>
            <a:br/>
            <a:r>
              <a:t>Valeur des données structurées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1" cy="1"/>
          <a:chOff x="0" y="0"/>
          <a:chExt cx="1" cy="1"/>
        </a:xfrm>
      </p:grpSpPr>
      <p:sp>
        <p:nvSpPr>
          <p:cNvPr id="2" name="Title 1"/>
          <p:cNvSpPr>
            <a:spLocks noGrp="1"/>
          </p:cNvSpPr>
          <p:nvPr>
            <p:ph type="title"/>
          </p:nvPr>
        </p:nvSpPr>
        <p:spPr/>
        <p:txBody>
          <a:bodyPr wrap="square" lIns="127000" tIns="63500" rIns="101600" bIns="50800"/>
          <a:lstStyle/>
          <a:p>
            <a:pPr>
              <a:spcAft>
                <a:spcPts val="500"/>
              </a:spcAft>
              <a:defRPr sz="2600" b="1">
                <a:solidFill>
                  <a:srgbClr val="142337"/>
                </a:solidFill>
                <a:latin typeface="Arial"/>
              </a:defRPr>
            </a:pPr>
            <a:r>
              <a:t>Une grille de métriques relie score, risque et exploitabilité</a:t>
            </a:r>
          </a:p>
        </p:txBody>
      </p:sp>
      <p:sp>
        <p:nvSpPr>
          <p:cNvPr id="3" name="Text Placeholder 2"/>
          <p:cNvSpPr>
            <a:spLocks noGrp="1"/>
          </p:cNvSpPr>
          <p:nvPr>
            <p:ph type="body" sz="quarter" idx="10"/>
          </p:nvPr>
        </p:nvSpPr>
        <p:spPr/>
        <p:txBody>
          <a:bodyPr wrap="square" lIns="127000" tIns="63500" rIns="101600" bIns="50800"/>
          <a:lstStyle/>
          <a:p>
            <a:pPr>
              <a:spcAft>
                <a:spcPts val="500"/>
              </a:spcAft>
              <a:defRPr sz="1100" b="0">
                <a:solidFill>
                  <a:srgbClr val="5C6978"/>
                </a:solidFill>
                <a:latin typeface="Arial"/>
              </a:defRPr>
            </a:pPr>
            <a:r>
              <a:t>Aucune métrique unique ne suffit</a:t>
            </a:r>
          </a:p>
        </p:txBody>
      </p:sp>
      <p:sp>
        <p:nvSpPr>
          <p:cNvPr id="4" name="Text Placeholder 3"/>
          <p:cNvSpPr>
            <a:spLocks noGrp="1"/>
          </p:cNvSpPr>
          <p:nvPr>
            <p:ph type="body" sz="quarter" idx="21"/>
          </p:nvPr>
        </p:nvSpPr>
        <p:spPr/>
        <p:txBody>
          <a:bodyPr wrap="square" lIns="127000" tIns="63500" rIns="101600" bIns="50800"/>
          <a:lstStyle/>
          <a:p>
            <a:pPr>
              <a:spcAft>
                <a:spcPts val="500"/>
              </a:spcAft>
              <a:defRPr sz="1700" b="1">
                <a:solidFill>
                  <a:srgbClr val="005FB8"/>
                </a:solidFill>
                <a:latin typeface="Arial"/>
              </a:defRPr>
            </a:pPr>
            <a:r>
              <a:t>Performance globale</a:t>
            </a:r>
          </a:p>
        </p:txBody>
      </p:sp>
      <p:sp>
        <p:nvSpPr>
          <p:cNvPr id="5" name="Text Placeholder 4"/>
          <p:cNvSpPr>
            <a:spLocks noGrp="1"/>
          </p:cNvSpPr>
          <p:nvPr>
            <p:ph type="body" sz="quarter" idx="13"/>
          </p:nvPr>
        </p:nvSpPr>
        <p:spPr/>
        <p:txBody>
          <a:bodyPr wrap="square" lIns="127000" tIns="63500" rIns="101600" bIns="50800"/>
          <a:lstStyle/>
          <a:p>
            <a:pPr>
              <a:spcAft>
                <a:spcPts val="500"/>
              </a:spcAft>
              <a:defRPr sz="1500" b="0">
                <a:solidFill>
                  <a:srgbClr val="142337"/>
                </a:solidFill>
                <a:latin typeface="Arial"/>
              </a:defRPr>
            </a:pPr>
            <a:r>
              <a:t>Équilibre entre les trois classes et qualité du classement probabiliste.</a:t>
            </a:r>
          </a:p>
        </p:txBody>
      </p:sp>
      <p:sp>
        <p:nvSpPr>
          <p:cNvPr id="6" name="Text Placeholder 5"/>
          <p:cNvSpPr>
            <a:spLocks noGrp="1"/>
          </p:cNvSpPr>
          <p:nvPr>
            <p:ph type="body" sz="quarter" idx="19"/>
          </p:nvPr>
        </p:nvSpPr>
        <p:spPr/>
        <p:txBody>
          <a:bodyPr wrap="square" lIns="127000" tIns="63500" rIns="101600" bIns="50800"/>
          <a:lstStyle/>
          <a:p>
            <a:pPr>
              <a:spcAft>
                <a:spcPts val="500"/>
              </a:spcAft>
              <a:defRPr sz="1700" b="1">
                <a:solidFill>
                  <a:srgbClr val="005FB8"/>
                </a:solidFill>
                <a:latin typeface="Arial"/>
              </a:defRPr>
            </a:pPr>
            <a:r>
              <a:t>Risque métier</a:t>
            </a:r>
          </a:p>
        </p:txBody>
      </p:sp>
      <p:sp>
        <p:nvSpPr>
          <p:cNvPr id="7" name="Text Placeholder 6"/>
          <p:cNvSpPr>
            <a:spLocks noGrp="1"/>
          </p:cNvSpPr>
          <p:nvPr>
            <p:ph type="body" sz="quarter" idx="15"/>
          </p:nvPr>
        </p:nvSpPr>
        <p:spPr/>
        <p:txBody>
          <a:bodyPr wrap="square" lIns="127000" tIns="63500" rIns="101600" bIns="50800"/>
          <a:lstStyle/>
          <a:p>
            <a:pPr>
              <a:spcAft>
                <a:spcPts val="500"/>
              </a:spcAft>
              <a:defRPr sz="1500" b="0">
                <a:solidFill>
                  <a:srgbClr val="142337"/>
                </a:solidFill>
                <a:latin typeface="Arial"/>
              </a:defRPr>
            </a:pPr>
            <a:r>
              <a:t>Capacité à identifier les situations longues et éviter le faux rassurant.</a:t>
            </a:r>
          </a:p>
        </p:txBody>
      </p:sp>
      <p:sp>
        <p:nvSpPr>
          <p:cNvPr id="8" name="Text Placeholder 7"/>
          <p:cNvSpPr>
            <a:spLocks noGrp="1"/>
          </p:cNvSpPr>
          <p:nvPr>
            <p:ph type="body" sz="quarter" idx="20"/>
          </p:nvPr>
        </p:nvSpPr>
        <p:spPr/>
        <p:txBody>
          <a:bodyPr wrap="square" lIns="127000" tIns="63500" rIns="101600" bIns="50800"/>
          <a:lstStyle/>
          <a:p>
            <a:pPr>
              <a:spcAft>
                <a:spcPts val="500"/>
              </a:spcAft>
              <a:defRPr sz="1700" b="1">
                <a:solidFill>
                  <a:srgbClr val="005FB8"/>
                </a:solidFill>
                <a:latin typeface="Arial"/>
              </a:defRPr>
            </a:pPr>
            <a:r>
              <a:t>Opérations</a:t>
            </a:r>
          </a:p>
        </p:txBody>
      </p:sp>
      <p:sp>
        <p:nvSpPr>
          <p:cNvPr id="9" name="Text Placeholder 8"/>
          <p:cNvSpPr>
            <a:spLocks noGrp="1"/>
          </p:cNvSpPr>
          <p:nvPr>
            <p:ph type="body" sz="quarter" idx="17"/>
          </p:nvPr>
        </p:nvSpPr>
        <p:spPr/>
        <p:txBody>
          <a:bodyPr wrap="square" lIns="127000" tIns="63500" rIns="101600" bIns="50800"/>
          <a:lstStyle/>
          <a:p>
            <a:pPr>
              <a:spcAft>
                <a:spcPts val="500"/>
              </a:spcAft>
              <a:defRPr sz="1500" b="0">
                <a:solidFill>
                  <a:srgbClr val="142337"/>
                </a:solidFill>
                <a:latin typeface="Arial"/>
              </a:defRPr>
            </a:pPr>
            <a:r>
              <a:t>Compatibilité avec un entretien et coût des scénarios.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1" cy="1"/>
          <a:chOff x="0" y="0"/>
          <a:chExt cx="1" cy="1"/>
        </a:xfrm>
      </p:grpSpPr>
      <p:sp>
        <p:nvSpPr>
          <p:cNvPr id="2" name="Title 1"/>
          <p:cNvSpPr>
            <a:spLocks noGrp="1"/>
          </p:cNvSpPr>
          <p:nvPr>
            <p:ph type="title"/>
          </p:nvPr>
        </p:nvSpPr>
        <p:spPr/>
        <p:txBody>
          <a:bodyPr wrap="square" lIns="127000" tIns="63500" rIns="101600" bIns="50800"/>
          <a:lstStyle/>
          <a:p>
            <a:r>
              <a:t>S2 n’est pas le score maximal, mais le compromis retenu</a:t>
            </a:r>
          </a:p>
        </p:txBody>
      </p:sp>
      <p:sp>
        <p:nvSpPr>
          <p:cNvPr id="3" name="Text Placeholder 2"/>
          <p:cNvSpPr>
            <a:spLocks noGrp="1"/>
          </p:cNvSpPr>
          <p:nvPr>
            <p:ph type="body" sz="quarter" idx="10"/>
          </p:nvPr>
        </p:nvSpPr>
        <p:spPr/>
        <p:txBody>
          <a:bodyPr wrap="square" lIns="127000" tIns="63500" rIns="101600" bIns="50800"/>
          <a:lstStyle/>
          <a:p>
            <a:r>
              <a:t>Comparaison des quatre options sur performance, risque critique et rôle dans la décision</a:t>
            </a:r>
          </a:p>
        </p:txBody>
      </p:sp>
      <p:sp>
        <p:nvSpPr>
          <p:cNvPr id="4" name="Rounded Rectangle 3"/>
          <p:cNvSpPr/>
          <p:nvPr/>
        </p:nvSpPr>
        <p:spPr>
          <a:xfrm>
            <a:off x="502920" y="1417320"/>
            <a:ext cx="914400" cy="502920"/>
          </a:xfrm>
          <a:prstGeom prst="roundRect">
            <a:avLst/>
          </a:prstGeom>
          <a:solidFill>
            <a:srgbClr val="00125B"/>
          </a:solidFill>
          <a:ln w="12700">
            <a:solidFill>
              <a:srgbClr val="00125B"/>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Option</a:t>
            </a:r>
          </a:p>
        </p:txBody>
      </p:sp>
      <p:sp>
        <p:nvSpPr>
          <p:cNvPr id="5" name="Rounded Rectangle 4"/>
          <p:cNvSpPr/>
          <p:nvPr/>
        </p:nvSpPr>
        <p:spPr>
          <a:xfrm>
            <a:off x="1417320" y="1417320"/>
            <a:ext cx="1645920" cy="502920"/>
          </a:xfrm>
          <a:prstGeom prst="roundRect">
            <a:avLst/>
          </a:prstGeom>
          <a:solidFill>
            <a:srgbClr val="00125B"/>
          </a:solidFill>
          <a:ln w="12700">
            <a:solidFill>
              <a:srgbClr val="00125B"/>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Configuration</a:t>
            </a:r>
          </a:p>
        </p:txBody>
      </p:sp>
      <p:sp>
        <p:nvSpPr>
          <p:cNvPr id="6" name="Rounded Rectangle 5"/>
          <p:cNvSpPr/>
          <p:nvPr/>
        </p:nvSpPr>
        <p:spPr>
          <a:xfrm>
            <a:off x="3063240" y="1417320"/>
            <a:ext cx="1280160" cy="502920"/>
          </a:xfrm>
          <a:prstGeom prst="roundRect">
            <a:avLst/>
          </a:prstGeom>
          <a:solidFill>
            <a:srgbClr val="00125B"/>
          </a:solidFill>
          <a:ln w="12700">
            <a:solidFill>
              <a:srgbClr val="00125B"/>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F1 macro</a:t>
            </a:r>
          </a:p>
        </p:txBody>
      </p:sp>
      <p:sp>
        <p:nvSpPr>
          <p:cNvPr id="7" name="Rounded Rectangle 6"/>
          <p:cNvSpPr/>
          <p:nvPr/>
        </p:nvSpPr>
        <p:spPr>
          <a:xfrm>
            <a:off x="4343400" y="1417320"/>
            <a:ext cx="1280160" cy="502920"/>
          </a:xfrm>
          <a:prstGeom prst="roundRect">
            <a:avLst/>
          </a:prstGeom>
          <a:solidFill>
            <a:srgbClr val="00125B"/>
          </a:solidFill>
          <a:ln w="12700">
            <a:solidFill>
              <a:srgbClr val="00125B"/>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Rappel cl. 2</a:t>
            </a:r>
          </a:p>
        </p:txBody>
      </p:sp>
      <p:sp>
        <p:nvSpPr>
          <p:cNvPr id="8" name="Rounded Rectangle 7"/>
          <p:cNvSpPr/>
          <p:nvPr/>
        </p:nvSpPr>
        <p:spPr>
          <a:xfrm>
            <a:off x="5623560" y="1417320"/>
            <a:ext cx="1371600" cy="502920"/>
          </a:xfrm>
          <a:prstGeom prst="roundRect">
            <a:avLst/>
          </a:prstGeom>
          <a:solidFill>
            <a:srgbClr val="00125B"/>
          </a:solidFill>
          <a:ln w="12700">
            <a:solidFill>
              <a:srgbClr val="00125B"/>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Erreurs 2→0</a:t>
            </a:r>
          </a:p>
        </p:txBody>
      </p:sp>
      <p:sp>
        <p:nvSpPr>
          <p:cNvPr id="9" name="Rounded Rectangle 8"/>
          <p:cNvSpPr/>
          <p:nvPr/>
        </p:nvSpPr>
        <p:spPr>
          <a:xfrm>
            <a:off x="6995160" y="1417320"/>
            <a:ext cx="4663440" cy="502920"/>
          </a:xfrm>
          <a:prstGeom prst="roundRect">
            <a:avLst/>
          </a:prstGeom>
          <a:solidFill>
            <a:srgbClr val="00125B"/>
          </a:solidFill>
          <a:ln w="12700">
            <a:solidFill>
              <a:srgbClr val="00125B"/>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Interprétation</a:t>
            </a:r>
          </a:p>
        </p:txBody>
      </p:sp>
      <p:sp>
        <p:nvSpPr>
          <p:cNvPr id="10" name="Rounded Rectangle 9"/>
          <p:cNvSpPr/>
          <p:nvPr/>
        </p:nvSpPr>
        <p:spPr>
          <a:xfrm>
            <a:off x="502920" y="2011680"/>
            <a:ext cx="914400" cy="749808"/>
          </a:xfrm>
          <a:prstGeom prst="roundRect">
            <a:avLst/>
          </a:prstGeom>
          <a:solidFill>
            <a:srgbClr val="F8FAFC"/>
          </a:solidFill>
          <a:ln w="12700">
            <a:solidFill>
              <a:srgbClr val="DCE6E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0070E6"/>
                </a:solidFill>
                <a:latin typeface="Arial"/>
              </a:rPr>
              <a:t>S1</a:t>
            </a:r>
          </a:p>
        </p:txBody>
      </p:sp>
      <p:sp>
        <p:nvSpPr>
          <p:cNvPr id="11" name="Rounded Rectangle 10"/>
          <p:cNvSpPr/>
          <p:nvPr/>
        </p:nvSpPr>
        <p:spPr>
          <a:xfrm>
            <a:off x="1417320" y="2011680"/>
            <a:ext cx="1645920" cy="749808"/>
          </a:xfrm>
          <a:prstGeom prst="roundRect">
            <a:avLst/>
          </a:prstGeom>
          <a:solidFill>
            <a:srgbClr val="F8FAFC"/>
          </a:solidFill>
          <a:ln w="12700">
            <a:solidFill>
              <a:srgbClr val="DCE6E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0">
                <a:solidFill>
                  <a:srgbClr val="1C2530"/>
                </a:solidFill>
                <a:latin typeface="Arial"/>
              </a:rPr>
              <a:t>Complet</a:t>
            </a:r>
          </a:p>
        </p:txBody>
      </p:sp>
      <p:sp>
        <p:nvSpPr>
          <p:cNvPr id="12" name="Rounded Rectangle 11"/>
          <p:cNvSpPr/>
          <p:nvPr/>
        </p:nvSpPr>
        <p:spPr>
          <a:xfrm>
            <a:off x="3063240" y="2011680"/>
            <a:ext cx="1280160" cy="749808"/>
          </a:xfrm>
          <a:prstGeom prst="roundRect">
            <a:avLst/>
          </a:prstGeom>
          <a:solidFill>
            <a:srgbClr val="F8FAFC"/>
          </a:solidFill>
          <a:ln w="12700">
            <a:solidFill>
              <a:srgbClr val="DCE6E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0">
                <a:solidFill>
                  <a:srgbClr val="1C2530"/>
                </a:solidFill>
                <a:latin typeface="Arial"/>
              </a:rPr>
              <a:t>0,708</a:t>
            </a:r>
          </a:p>
        </p:txBody>
      </p:sp>
      <p:sp>
        <p:nvSpPr>
          <p:cNvPr id="13" name="Rounded Rectangle 12"/>
          <p:cNvSpPr/>
          <p:nvPr/>
        </p:nvSpPr>
        <p:spPr>
          <a:xfrm>
            <a:off x="4343400" y="2011680"/>
            <a:ext cx="1280160" cy="749808"/>
          </a:xfrm>
          <a:prstGeom prst="roundRect">
            <a:avLst/>
          </a:prstGeom>
          <a:solidFill>
            <a:srgbClr val="F8FAFC"/>
          </a:solidFill>
          <a:ln w="12700">
            <a:solidFill>
              <a:srgbClr val="DCE6E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0">
                <a:solidFill>
                  <a:srgbClr val="1C2530"/>
                </a:solidFill>
                <a:latin typeface="Arial"/>
              </a:rPr>
              <a:t>0,572</a:t>
            </a:r>
          </a:p>
        </p:txBody>
      </p:sp>
      <p:sp>
        <p:nvSpPr>
          <p:cNvPr id="14" name="Rounded Rectangle 13"/>
          <p:cNvSpPr/>
          <p:nvPr/>
        </p:nvSpPr>
        <p:spPr>
          <a:xfrm>
            <a:off x="5623560" y="2011680"/>
            <a:ext cx="1371600" cy="749808"/>
          </a:xfrm>
          <a:prstGeom prst="roundRect">
            <a:avLst/>
          </a:prstGeom>
          <a:solidFill>
            <a:srgbClr val="F8FAFC"/>
          </a:solidFill>
          <a:ln w="12700">
            <a:solidFill>
              <a:srgbClr val="DCE6E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0">
                <a:solidFill>
                  <a:srgbClr val="1C2530"/>
                </a:solidFill>
                <a:latin typeface="Arial"/>
              </a:rPr>
              <a:t>9</a:t>
            </a:r>
          </a:p>
        </p:txBody>
      </p:sp>
      <p:sp>
        <p:nvSpPr>
          <p:cNvPr id="15" name="Rounded Rectangle 14"/>
          <p:cNvSpPr/>
          <p:nvPr/>
        </p:nvSpPr>
        <p:spPr>
          <a:xfrm>
            <a:off x="6995160" y="2011680"/>
            <a:ext cx="4663440" cy="749808"/>
          </a:xfrm>
          <a:prstGeom prst="roundRect">
            <a:avLst/>
          </a:prstGeom>
          <a:solidFill>
            <a:srgbClr val="F8FAFC"/>
          </a:solidFill>
          <a:ln w="12700">
            <a:solidFill>
              <a:srgbClr val="DCE6EE"/>
            </a:solidFill>
          </a:ln>
        </p:spPr>
        <p:style>
          <a:lnRef idx="1">
            <a:schemeClr val="accent1"/>
          </a:lnRef>
          <a:fillRef idx="3">
            <a:schemeClr val="accent1"/>
          </a:fillRef>
          <a:effectRef idx="2">
            <a:schemeClr val="accent1"/>
          </a:effectRef>
          <a:fontRef idx="minor">
            <a:schemeClr val="lt1"/>
          </a:fontRef>
        </p:style>
        <p:txBody>
          <a:bodyPr rtlCol="0" anchor="ctr"/>
          <a:lstStyle/>
          <a:p>
            <a:pPr algn="l"/>
            <a:r>
              <a:rPr sz="1050" b="0">
                <a:solidFill>
                  <a:srgbClr val="1C2530"/>
                </a:solidFill>
                <a:latin typeface="Arial"/>
              </a:rPr>
              <a:t>Meilleur F1 ; référence expérimentale, mais utilise la variable sensible directe.</a:t>
            </a:r>
          </a:p>
        </p:txBody>
      </p:sp>
      <p:sp>
        <p:nvSpPr>
          <p:cNvPr id="16" name="Rounded Rectangle 15"/>
          <p:cNvSpPr/>
          <p:nvPr/>
        </p:nvSpPr>
        <p:spPr>
          <a:xfrm>
            <a:off x="502920" y="2852928"/>
            <a:ext cx="914400" cy="749808"/>
          </a:xfrm>
          <a:prstGeom prst="roundRect">
            <a:avLst/>
          </a:prstGeom>
          <a:solidFill>
            <a:srgbClr val="FFFFFF"/>
          </a:solidFill>
          <a:ln w="12700">
            <a:solidFill>
              <a:srgbClr val="DCE6E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37BEEB"/>
                </a:solidFill>
                <a:latin typeface="Arial"/>
              </a:rPr>
              <a:t>S2</a:t>
            </a:r>
          </a:p>
        </p:txBody>
      </p:sp>
      <p:sp>
        <p:nvSpPr>
          <p:cNvPr id="17" name="Rounded Rectangle 16"/>
          <p:cNvSpPr/>
          <p:nvPr/>
        </p:nvSpPr>
        <p:spPr>
          <a:xfrm>
            <a:off x="1417320" y="2852928"/>
            <a:ext cx="1645920" cy="749808"/>
          </a:xfrm>
          <a:prstGeom prst="roundRect">
            <a:avLst/>
          </a:prstGeom>
          <a:solidFill>
            <a:srgbClr val="FFFFFF"/>
          </a:solidFill>
          <a:ln w="12700">
            <a:solidFill>
              <a:srgbClr val="DCE6E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0">
                <a:solidFill>
                  <a:srgbClr val="1C2530"/>
                </a:solidFill>
                <a:latin typeface="Arial"/>
              </a:rPr>
              <a:t>Sans sensible</a:t>
            </a:r>
          </a:p>
        </p:txBody>
      </p:sp>
      <p:sp>
        <p:nvSpPr>
          <p:cNvPr id="18" name="Rounded Rectangle 17"/>
          <p:cNvSpPr/>
          <p:nvPr/>
        </p:nvSpPr>
        <p:spPr>
          <a:xfrm>
            <a:off x="3063240" y="2852928"/>
            <a:ext cx="1280160" cy="749808"/>
          </a:xfrm>
          <a:prstGeom prst="roundRect">
            <a:avLst/>
          </a:prstGeom>
          <a:solidFill>
            <a:srgbClr val="FFFFFF"/>
          </a:solidFill>
          <a:ln w="12700">
            <a:solidFill>
              <a:srgbClr val="DCE6E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0">
                <a:solidFill>
                  <a:srgbClr val="1C2530"/>
                </a:solidFill>
                <a:latin typeface="Arial"/>
              </a:rPr>
              <a:t>0,681</a:t>
            </a:r>
          </a:p>
        </p:txBody>
      </p:sp>
      <p:sp>
        <p:nvSpPr>
          <p:cNvPr id="19" name="Rounded Rectangle 18"/>
          <p:cNvSpPr/>
          <p:nvPr/>
        </p:nvSpPr>
        <p:spPr>
          <a:xfrm>
            <a:off x="4343400" y="2852928"/>
            <a:ext cx="1280160" cy="749808"/>
          </a:xfrm>
          <a:prstGeom prst="roundRect">
            <a:avLst/>
          </a:prstGeom>
          <a:solidFill>
            <a:srgbClr val="FFFFFF"/>
          </a:solidFill>
          <a:ln w="12700">
            <a:solidFill>
              <a:srgbClr val="DCE6E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0">
                <a:solidFill>
                  <a:srgbClr val="1C2530"/>
                </a:solidFill>
                <a:latin typeface="Arial"/>
              </a:rPr>
              <a:t>0,558</a:t>
            </a:r>
          </a:p>
        </p:txBody>
      </p:sp>
      <p:sp>
        <p:nvSpPr>
          <p:cNvPr id="20" name="Rounded Rectangle 19"/>
          <p:cNvSpPr/>
          <p:nvPr/>
        </p:nvSpPr>
        <p:spPr>
          <a:xfrm>
            <a:off x="5623560" y="2852928"/>
            <a:ext cx="1371600" cy="749808"/>
          </a:xfrm>
          <a:prstGeom prst="roundRect">
            <a:avLst/>
          </a:prstGeom>
          <a:solidFill>
            <a:srgbClr val="FFFFFF"/>
          </a:solidFill>
          <a:ln w="12700">
            <a:solidFill>
              <a:srgbClr val="DCE6E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0">
                <a:solidFill>
                  <a:srgbClr val="1C2530"/>
                </a:solidFill>
                <a:latin typeface="Arial"/>
              </a:rPr>
              <a:t>10</a:t>
            </a:r>
          </a:p>
        </p:txBody>
      </p:sp>
      <p:sp>
        <p:nvSpPr>
          <p:cNvPr id="21" name="Rounded Rectangle 20"/>
          <p:cNvSpPr/>
          <p:nvPr/>
        </p:nvSpPr>
        <p:spPr>
          <a:xfrm>
            <a:off x="6995160" y="2852928"/>
            <a:ext cx="4663440" cy="749808"/>
          </a:xfrm>
          <a:prstGeom prst="roundRect">
            <a:avLst/>
          </a:prstGeom>
          <a:solidFill>
            <a:srgbClr val="FFFFFF"/>
          </a:solidFill>
          <a:ln w="12700">
            <a:solidFill>
              <a:srgbClr val="DCE6EE"/>
            </a:solidFill>
          </a:ln>
        </p:spPr>
        <p:style>
          <a:lnRef idx="1">
            <a:schemeClr val="accent1"/>
          </a:lnRef>
          <a:fillRef idx="3">
            <a:schemeClr val="accent1"/>
          </a:fillRef>
          <a:effectRef idx="2">
            <a:schemeClr val="accent1"/>
          </a:effectRef>
          <a:fontRef idx="minor">
            <a:schemeClr val="lt1"/>
          </a:fontRef>
        </p:style>
        <p:txBody>
          <a:bodyPr rtlCol="0" anchor="ctr"/>
          <a:lstStyle/>
          <a:p>
            <a:pPr algn="l"/>
            <a:r>
              <a:rPr sz="1050" b="0">
                <a:solidFill>
                  <a:srgbClr val="1C2530"/>
                </a:solidFill>
                <a:latin typeface="Arial"/>
              </a:rPr>
              <a:t>Coût mesuré ; option retenue pour exclure la variable sensible directe.</a:t>
            </a:r>
          </a:p>
        </p:txBody>
      </p:sp>
      <p:sp>
        <p:nvSpPr>
          <p:cNvPr id="22" name="Rounded Rectangle 21"/>
          <p:cNvSpPr/>
          <p:nvPr/>
        </p:nvSpPr>
        <p:spPr>
          <a:xfrm>
            <a:off x="502920" y="3694176"/>
            <a:ext cx="914400" cy="749808"/>
          </a:xfrm>
          <a:prstGeom prst="roundRect">
            <a:avLst/>
          </a:prstGeom>
          <a:solidFill>
            <a:srgbClr val="F8FAFC"/>
          </a:solidFill>
          <a:ln w="12700">
            <a:solidFill>
              <a:srgbClr val="DCE6E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6548AA"/>
                </a:solidFill>
                <a:latin typeface="Arial"/>
              </a:rPr>
              <a:t>S3</a:t>
            </a:r>
          </a:p>
        </p:txBody>
      </p:sp>
      <p:sp>
        <p:nvSpPr>
          <p:cNvPr id="23" name="Rounded Rectangle 22"/>
          <p:cNvSpPr/>
          <p:nvPr/>
        </p:nvSpPr>
        <p:spPr>
          <a:xfrm>
            <a:off x="1417320" y="3694176"/>
            <a:ext cx="1645920" cy="749808"/>
          </a:xfrm>
          <a:prstGeom prst="roundRect">
            <a:avLst/>
          </a:prstGeom>
          <a:solidFill>
            <a:srgbClr val="F8FAFC"/>
          </a:solidFill>
          <a:ln w="12700">
            <a:solidFill>
              <a:srgbClr val="DCE6E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0">
                <a:solidFill>
                  <a:srgbClr val="1C2530"/>
                </a:solidFill>
                <a:latin typeface="Arial"/>
              </a:rPr>
              <a:t>Texte seul</a:t>
            </a:r>
          </a:p>
        </p:txBody>
      </p:sp>
      <p:sp>
        <p:nvSpPr>
          <p:cNvPr id="24" name="Rounded Rectangle 23"/>
          <p:cNvSpPr/>
          <p:nvPr/>
        </p:nvSpPr>
        <p:spPr>
          <a:xfrm>
            <a:off x="3063240" y="3694176"/>
            <a:ext cx="1280160" cy="749808"/>
          </a:xfrm>
          <a:prstGeom prst="roundRect">
            <a:avLst/>
          </a:prstGeom>
          <a:solidFill>
            <a:srgbClr val="F8FAFC"/>
          </a:solidFill>
          <a:ln w="12700">
            <a:solidFill>
              <a:srgbClr val="DCE6E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0">
                <a:solidFill>
                  <a:srgbClr val="1C2530"/>
                </a:solidFill>
                <a:latin typeface="Arial"/>
              </a:rPr>
              <a:t>0,635</a:t>
            </a:r>
          </a:p>
        </p:txBody>
      </p:sp>
      <p:sp>
        <p:nvSpPr>
          <p:cNvPr id="25" name="Rounded Rectangle 24"/>
          <p:cNvSpPr/>
          <p:nvPr/>
        </p:nvSpPr>
        <p:spPr>
          <a:xfrm>
            <a:off x="4343400" y="3694176"/>
            <a:ext cx="1280160" cy="749808"/>
          </a:xfrm>
          <a:prstGeom prst="roundRect">
            <a:avLst/>
          </a:prstGeom>
          <a:solidFill>
            <a:srgbClr val="F8FAFC"/>
          </a:solidFill>
          <a:ln w="12700">
            <a:solidFill>
              <a:srgbClr val="DCE6E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0">
                <a:solidFill>
                  <a:srgbClr val="1C2530"/>
                </a:solidFill>
                <a:latin typeface="Arial"/>
              </a:rPr>
              <a:t>0,661</a:t>
            </a:r>
          </a:p>
        </p:txBody>
      </p:sp>
      <p:sp>
        <p:nvSpPr>
          <p:cNvPr id="26" name="Rounded Rectangle 25"/>
          <p:cNvSpPr/>
          <p:nvPr/>
        </p:nvSpPr>
        <p:spPr>
          <a:xfrm>
            <a:off x="5623560" y="3694176"/>
            <a:ext cx="1371600" cy="749808"/>
          </a:xfrm>
          <a:prstGeom prst="roundRect">
            <a:avLst/>
          </a:prstGeom>
          <a:solidFill>
            <a:srgbClr val="F8FAFC"/>
          </a:solidFill>
          <a:ln w="12700">
            <a:solidFill>
              <a:srgbClr val="DCE6E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0">
                <a:solidFill>
                  <a:srgbClr val="1C2530"/>
                </a:solidFill>
                <a:latin typeface="Arial"/>
              </a:rPr>
              <a:t>12</a:t>
            </a:r>
          </a:p>
        </p:txBody>
      </p:sp>
      <p:sp>
        <p:nvSpPr>
          <p:cNvPr id="27" name="Rounded Rectangle 26"/>
          <p:cNvSpPr/>
          <p:nvPr/>
        </p:nvSpPr>
        <p:spPr>
          <a:xfrm>
            <a:off x="6995160" y="3694176"/>
            <a:ext cx="4663440" cy="749808"/>
          </a:xfrm>
          <a:prstGeom prst="roundRect">
            <a:avLst/>
          </a:prstGeom>
          <a:solidFill>
            <a:srgbClr val="F8FAFC"/>
          </a:solidFill>
          <a:ln w="12700">
            <a:solidFill>
              <a:srgbClr val="DCE6EE"/>
            </a:solidFill>
          </a:ln>
        </p:spPr>
        <p:style>
          <a:lnRef idx="1">
            <a:schemeClr val="accent1"/>
          </a:lnRef>
          <a:fillRef idx="3">
            <a:schemeClr val="accent1"/>
          </a:fillRef>
          <a:effectRef idx="2">
            <a:schemeClr val="accent1"/>
          </a:effectRef>
          <a:fontRef idx="minor">
            <a:schemeClr val="lt1"/>
          </a:fontRef>
        </p:style>
        <p:txBody>
          <a:bodyPr rtlCol="0" anchor="ctr"/>
          <a:lstStyle/>
          <a:p>
            <a:pPr algn="l"/>
            <a:r>
              <a:rPr sz="1050" b="0">
                <a:solidFill>
                  <a:srgbClr val="1C2530"/>
                </a:solidFill>
                <a:latin typeface="Arial"/>
              </a:rPr>
              <a:t>Meilleur rappel classe 2 ; utile comme diagnostic, mais davantage d’erreurs critiques.</a:t>
            </a:r>
          </a:p>
        </p:txBody>
      </p:sp>
      <p:sp>
        <p:nvSpPr>
          <p:cNvPr id="28" name="Rounded Rectangle 27"/>
          <p:cNvSpPr/>
          <p:nvPr/>
        </p:nvSpPr>
        <p:spPr>
          <a:xfrm>
            <a:off x="502920" y="4535424"/>
            <a:ext cx="914400" cy="749808"/>
          </a:xfrm>
          <a:prstGeom prst="roundRect">
            <a:avLst/>
          </a:prstGeom>
          <a:solidFill>
            <a:srgbClr val="FFFFFF"/>
          </a:solidFill>
          <a:ln w="12700">
            <a:solidFill>
              <a:srgbClr val="DCE6E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23925B"/>
                </a:solidFill>
                <a:latin typeface="Arial"/>
              </a:rPr>
              <a:t>S4</a:t>
            </a:r>
          </a:p>
        </p:txBody>
      </p:sp>
      <p:sp>
        <p:nvSpPr>
          <p:cNvPr id="29" name="Rounded Rectangle 28"/>
          <p:cNvSpPr/>
          <p:nvPr/>
        </p:nvSpPr>
        <p:spPr>
          <a:xfrm>
            <a:off x="1417320" y="4535424"/>
            <a:ext cx="1645920" cy="749808"/>
          </a:xfrm>
          <a:prstGeom prst="roundRect">
            <a:avLst/>
          </a:prstGeom>
          <a:solidFill>
            <a:srgbClr val="FFFFFF"/>
          </a:solidFill>
          <a:ln w="12700">
            <a:solidFill>
              <a:srgbClr val="DCE6E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0">
                <a:solidFill>
                  <a:srgbClr val="1C2530"/>
                </a:solidFill>
                <a:latin typeface="Arial"/>
              </a:rPr>
              <a:t>Tabulaire</a:t>
            </a:r>
          </a:p>
        </p:txBody>
      </p:sp>
      <p:sp>
        <p:nvSpPr>
          <p:cNvPr id="30" name="Rounded Rectangle 29"/>
          <p:cNvSpPr/>
          <p:nvPr/>
        </p:nvSpPr>
        <p:spPr>
          <a:xfrm>
            <a:off x="3063240" y="4535424"/>
            <a:ext cx="1280160" cy="749808"/>
          </a:xfrm>
          <a:prstGeom prst="roundRect">
            <a:avLst/>
          </a:prstGeom>
          <a:solidFill>
            <a:srgbClr val="FFFFFF"/>
          </a:solidFill>
          <a:ln w="12700">
            <a:solidFill>
              <a:srgbClr val="DCE6E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0">
                <a:solidFill>
                  <a:srgbClr val="1C2530"/>
                </a:solidFill>
                <a:latin typeface="Arial"/>
              </a:rPr>
              <a:t>0,672</a:t>
            </a:r>
          </a:p>
        </p:txBody>
      </p:sp>
      <p:sp>
        <p:nvSpPr>
          <p:cNvPr id="31" name="Rounded Rectangle 30"/>
          <p:cNvSpPr/>
          <p:nvPr/>
        </p:nvSpPr>
        <p:spPr>
          <a:xfrm>
            <a:off x="4343400" y="4535424"/>
            <a:ext cx="1280160" cy="749808"/>
          </a:xfrm>
          <a:prstGeom prst="roundRect">
            <a:avLst/>
          </a:prstGeom>
          <a:solidFill>
            <a:srgbClr val="FFFFFF"/>
          </a:solidFill>
          <a:ln w="12700">
            <a:solidFill>
              <a:srgbClr val="DCE6E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0">
                <a:solidFill>
                  <a:srgbClr val="1C2530"/>
                </a:solidFill>
                <a:latin typeface="Arial"/>
              </a:rPr>
              <a:t>0,589</a:t>
            </a:r>
          </a:p>
        </p:txBody>
      </p:sp>
      <p:sp>
        <p:nvSpPr>
          <p:cNvPr id="32" name="Rounded Rectangle 31"/>
          <p:cNvSpPr/>
          <p:nvPr/>
        </p:nvSpPr>
        <p:spPr>
          <a:xfrm>
            <a:off x="5623560" y="4535424"/>
            <a:ext cx="1371600" cy="749808"/>
          </a:xfrm>
          <a:prstGeom prst="roundRect">
            <a:avLst/>
          </a:prstGeom>
          <a:solidFill>
            <a:srgbClr val="FFFFFF"/>
          </a:solidFill>
          <a:ln w="12700">
            <a:solidFill>
              <a:srgbClr val="DCE6E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0">
                <a:solidFill>
                  <a:srgbClr val="1C2530"/>
                </a:solidFill>
                <a:latin typeface="Arial"/>
              </a:rPr>
              <a:t>8</a:t>
            </a:r>
          </a:p>
        </p:txBody>
      </p:sp>
      <p:sp>
        <p:nvSpPr>
          <p:cNvPr id="33" name="Rounded Rectangle 32"/>
          <p:cNvSpPr/>
          <p:nvPr/>
        </p:nvSpPr>
        <p:spPr>
          <a:xfrm>
            <a:off x="6995160" y="4535424"/>
            <a:ext cx="4663440" cy="749808"/>
          </a:xfrm>
          <a:prstGeom prst="roundRect">
            <a:avLst/>
          </a:prstGeom>
          <a:solidFill>
            <a:srgbClr val="FFFFFF"/>
          </a:solidFill>
          <a:ln w="12700">
            <a:solidFill>
              <a:srgbClr val="DCE6EE"/>
            </a:solidFill>
          </a:ln>
        </p:spPr>
        <p:style>
          <a:lnRef idx="1">
            <a:schemeClr val="accent1"/>
          </a:lnRef>
          <a:fillRef idx="3">
            <a:schemeClr val="accent1"/>
          </a:fillRef>
          <a:effectRef idx="2">
            <a:schemeClr val="accent1"/>
          </a:effectRef>
          <a:fontRef idx="minor">
            <a:schemeClr val="lt1"/>
          </a:fontRef>
        </p:style>
        <p:txBody>
          <a:bodyPr rtlCol="0" anchor="ctr"/>
          <a:lstStyle/>
          <a:p>
            <a:pPr algn="l"/>
            <a:r>
              <a:rPr sz="1050" b="0">
                <a:solidFill>
                  <a:srgbClr val="1C2530"/>
                </a:solidFill>
                <a:latin typeface="Arial"/>
              </a:rPr>
              <a:t>Meilleur compte sur 10 cas ; réserve majeure : conserve actuellement la nationalité.</a:t>
            </a:r>
          </a:p>
        </p:txBody>
      </p:sp>
      <p:sp>
        <p:nvSpPr>
          <p:cNvPr id="34" name="Rounded Rectangle 33"/>
          <p:cNvSpPr/>
          <p:nvPr/>
        </p:nvSpPr>
        <p:spPr>
          <a:xfrm>
            <a:off x="502920" y="5532120"/>
            <a:ext cx="11155680" cy="530352"/>
          </a:xfrm>
          <a:prstGeom prst="roundRect">
            <a:avLst/>
          </a:prstGeom>
          <a:solidFill>
            <a:srgbClr val="FFF4F4"/>
          </a:solidFill>
          <a:ln w="12700">
            <a:solidFill>
              <a:srgbClr val="DA3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DA3641"/>
                </a:solidFill>
                <a:latin typeface="Arial"/>
              </a:rPr>
              <a:t>Lecture : les écarts d’erreurs critiques reposent sur seulement 10 cas ; ils ne suffisent pas, seuls, à trancher.</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1" cy="1"/>
          <a:chOff x="0" y="0"/>
          <a:chExt cx="1" cy="1"/>
        </a:xfrm>
      </p:grpSpPr>
      <p:sp>
        <p:nvSpPr>
          <p:cNvPr id="2" name="Title 1"/>
          <p:cNvSpPr>
            <a:spLocks noGrp="1"/>
          </p:cNvSpPr>
          <p:nvPr>
            <p:ph type="title"/>
          </p:nvPr>
        </p:nvSpPr>
        <p:spPr/>
        <p:txBody>
          <a:bodyPr wrap="square" lIns="127000" tIns="63500" rIns="101600" bIns="50800"/>
          <a:lstStyle/>
          <a:p>
            <a:pPr>
              <a:spcAft>
                <a:spcPts val="500"/>
              </a:spcAft>
              <a:defRPr sz="2600" b="1">
                <a:solidFill>
                  <a:srgbClr val="142337"/>
                </a:solidFill>
                <a:latin typeface="Arial"/>
              </a:defRPr>
            </a:pPr>
            <a:r>
              <a:t>Le prix de la décision éthique est mesuré et assumé</a:t>
            </a:r>
          </a:p>
        </p:txBody>
      </p:sp>
      <p:sp>
        <p:nvSpPr>
          <p:cNvPr id="3" name="Text Placeholder 2"/>
          <p:cNvSpPr>
            <a:spLocks noGrp="1"/>
          </p:cNvSpPr>
          <p:nvPr>
            <p:ph type="body" sz="quarter" idx="10"/>
          </p:nvPr>
        </p:nvSpPr>
        <p:spPr/>
        <p:txBody>
          <a:bodyPr wrap="square" lIns="127000" tIns="63500" rIns="101600" bIns="50800"/>
          <a:lstStyle/>
          <a:p>
            <a:pPr>
              <a:spcAft>
                <a:spcPts val="500"/>
              </a:spcAft>
              <a:defRPr sz="1100" b="0">
                <a:solidFill>
                  <a:srgbClr val="5C6978"/>
                </a:solidFill>
                <a:latin typeface="Arial"/>
              </a:defRPr>
            </a:pPr>
            <a:r>
              <a:t>Exclure nationalite_hors_ue réduit légèrement les performances</a:t>
            </a:r>
          </a:p>
        </p:txBody>
      </p:sp>
      <p:sp>
        <p:nvSpPr>
          <p:cNvPr id="4" name="Text Placeholder 3"/>
          <p:cNvSpPr>
            <a:spLocks noGrp="1"/>
          </p:cNvSpPr>
          <p:nvPr>
            <p:ph type="body" sz="quarter" idx="14"/>
          </p:nvPr>
        </p:nvSpPr>
        <p:spPr/>
        <p:txBody>
          <a:bodyPr wrap="square" lIns="127000" tIns="63500" rIns="101600" bIns="50800"/>
          <a:lstStyle/>
          <a:p>
            <a:pPr>
              <a:spcAft>
                <a:spcPts val="500"/>
              </a:spcAft>
              <a:defRPr sz="1600" b="1">
                <a:solidFill>
                  <a:srgbClr val="FFFFFF"/>
                </a:solidFill>
                <a:latin typeface="Arial"/>
              </a:defRPr>
            </a:pPr>
            <a:r>
              <a:t>DÉCISION</a:t>
            </a:r>
          </a:p>
        </p:txBody>
      </p:sp>
      <p:sp>
        <p:nvSpPr>
          <p:cNvPr id="5" name="Content Placeholder 4"/>
          <p:cNvSpPr>
            <a:spLocks noGrp="1"/>
          </p:cNvSpPr>
          <p:nvPr>
            <p:ph idx="12"/>
          </p:nvPr>
        </p:nvSpPr>
        <p:spPr/>
        <p:txBody>
          <a:bodyPr wrap="square"/>
          <a:lstStyle/>
          <a:p>
            <a:r>
              <a:t>F1 macro : 0,708 → 0,681   |   Δ = −0,027</a:t>
            </a:r>
          </a:p>
          <a:p>
            <a:r>
              <a:t>Recall classe 2 : 0,572 → 0,558   |   Δ = −0,014</a:t>
            </a:r>
          </a:p>
          <a:p>
            <a:endParaRPr/>
          </a:p>
          <a:p>
            <a:r>
              <a:t>« Je privilégie l’exclusion de la variable sensible directe, malgré une baisse mesurée de performance. Cela ne garantit pas l’absence de proxys. »</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1" cy="1"/>
          <a:chOff x="0" y="0"/>
          <a:chExt cx="1" cy="1"/>
        </a:xfrm>
      </p:grpSpPr>
      <p:sp>
        <p:nvSpPr>
          <p:cNvPr id="2" name="Title 1"/>
          <p:cNvSpPr>
            <a:spLocks noGrp="1"/>
          </p:cNvSpPr>
          <p:nvPr>
            <p:ph type="title"/>
          </p:nvPr>
        </p:nvSpPr>
        <p:spPr/>
        <p:txBody>
          <a:bodyPr wrap="square" lIns="127000" tIns="63500" rIns="101600" bIns="50800"/>
          <a:lstStyle/>
          <a:p>
            <a:r>
              <a:t>La politique d’escalade est une règle OU</a:t>
            </a:r>
          </a:p>
        </p:txBody>
      </p:sp>
      <p:sp>
        <p:nvSpPr>
          <p:cNvPr id="3" name="Text Placeholder 2"/>
          <p:cNvSpPr>
            <a:spLocks noGrp="1"/>
          </p:cNvSpPr>
          <p:nvPr>
            <p:ph type="body" sz="quarter" idx="10"/>
          </p:nvPr>
        </p:nvSpPr>
        <p:spPr/>
        <p:txBody>
          <a:bodyPr wrap="square" lIns="127000" tIns="63500" rIns="101600" bIns="50800"/>
          <a:lstStyle/>
          <a:p>
            <a:r>
              <a:t>Le notebook évalue la règle combinée ; l’API actuelle utilise encore le seuil simple de 0,55</a:t>
            </a:r>
          </a:p>
        </p:txBody>
      </p:sp>
      <p:sp>
        <p:nvSpPr>
          <p:cNvPr id="4" name="Rounded Rectangle 3"/>
          <p:cNvSpPr/>
          <p:nvPr/>
        </p:nvSpPr>
        <p:spPr>
          <a:xfrm>
            <a:off x="502920" y="1417320"/>
            <a:ext cx="1965960" cy="594360"/>
          </a:xfrm>
          <a:prstGeom prst="roundRect">
            <a:avLst/>
          </a:prstGeom>
          <a:solidFill>
            <a:srgbClr val="00125B"/>
          </a:solidFill>
          <a:ln w="12700">
            <a:solidFill>
              <a:srgbClr val="00125B"/>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Arial"/>
              </a:rPr>
              <a:t>Nouvelle prédiction</a:t>
            </a:r>
          </a:p>
        </p:txBody>
      </p:sp>
      <p:sp>
        <p:nvSpPr>
          <p:cNvPr id="5" name="Rounded Rectangle 4"/>
          <p:cNvSpPr/>
          <p:nvPr/>
        </p:nvSpPr>
        <p:spPr>
          <a:xfrm>
            <a:off x="2788920" y="1280160"/>
            <a:ext cx="3017520" cy="868680"/>
          </a:xfrm>
          <a:prstGeom prst="roundRect">
            <a:avLst/>
          </a:prstGeom>
          <a:solidFill>
            <a:srgbClr val="EEF6FF"/>
          </a:solidFill>
          <a:ln w="12700">
            <a:solidFill>
              <a:srgbClr val="007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C2530"/>
                </a:solidFill>
                <a:latin typeface="Arial"/>
              </a:rPr>
              <a:t>Confiance &lt; seuil ?</a:t>
            </a:r>
          </a:p>
        </p:txBody>
      </p:sp>
      <p:sp>
        <p:nvSpPr>
          <p:cNvPr id="6" name="Rounded Rectangle 5"/>
          <p:cNvSpPr/>
          <p:nvPr/>
        </p:nvSpPr>
        <p:spPr>
          <a:xfrm>
            <a:off x="2788920" y="2788920"/>
            <a:ext cx="3017520" cy="960120"/>
          </a:xfrm>
          <a:prstGeom prst="roundRect">
            <a:avLst/>
          </a:prstGeom>
          <a:solidFill>
            <a:srgbClr val="FFF7ED"/>
          </a:solidFill>
          <a:ln w="12700">
            <a:solidFill>
              <a:srgbClr val="F17E2F"/>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1C2530"/>
                </a:solidFill>
                <a:latin typeface="Arial"/>
              </a:rPr>
              <a:t>Prédiction = 0
ET P(classe 2) ≥ 0,20 ?</a:t>
            </a:r>
          </a:p>
        </p:txBody>
      </p:sp>
      <p:sp>
        <p:nvSpPr>
          <p:cNvPr id="7" name="Rounded Rectangle 6"/>
          <p:cNvSpPr/>
          <p:nvPr/>
        </p:nvSpPr>
        <p:spPr>
          <a:xfrm>
            <a:off x="7360920" y="1417320"/>
            <a:ext cx="2560320" cy="685800"/>
          </a:xfrm>
          <a:prstGeom prst="roundRect">
            <a:avLst/>
          </a:prstGeom>
          <a:solidFill>
            <a:srgbClr val="DA3641"/>
          </a:solidFill>
          <a:ln w="12700">
            <a:solidFill>
              <a:srgbClr val="DA3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OUI → À REVOIR</a:t>
            </a:r>
          </a:p>
        </p:txBody>
      </p:sp>
      <p:sp>
        <p:nvSpPr>
          <p:cNvPr id="8" name="Rounded Rectangle 7"/>
          <p:cNvSpPr/>
          <p:nvPr/>
        </p:nvSpPr>
        <p:spPr>
          <a:xfrm>
            <a:off x="7360920" y="2926080"/>
            <a:ext cx="2560320" cy="685800"/>
          </a:xfrm>
          <a:prstGeom prst="roundRect">
            <a:avLst/>
          </a:prstGeom>
          <a:solidFill>
            <a:srgbClr val="DA3641"/>
          </a:solidFill>
          <a:ln w="12700">
            <a:solidFill>
              <a:srgbClr val="DA3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OUI → À REVOIR</a:t>
            </a:r>
          </a:p>
        </p:txBody>
      </p:sp>
      <p:sp>
        <p:nvSpPr>
          <p:cNvPr id="9" name="Rounded Rectangle 8"/>
          <p:cNvSpPr/>
          <p:nvPr/>
        </p:nvSpPr>
        <p:spPr>
          <a:xfrm>
            <a:off x="7360920" y="4160520"/>
            <a:ext cx="2560320" cy="685800"/>
          </a:xfrm>
          <a:prstGeom prst="roundRect">
            <a:avLst/>
          </a:prstGeom>
          <a:solidFill>
            <a:srgbClr val="23925B"/>
          </a:solidFill>
          <a:ln w="12700">
            <a:solidFill>
              <a:srgbClr val="23925B"/>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NON → RÉPONSE</a:t>
            </a:r>
          </a:p>
        </p:txBody>
      </p:sp>
      <p:cxnSp>
        <p:nvCxnSpPr>
          <p:cNvPr id="10" name="Connector 9"/>
          <p:cNvCxnSpPr/>
          <p:nvPr/>
        </p:nvCxnSpPr>
        <p:spPr>
          <a:xfrm>
            <a:off x="2468880" y="1719072"/>
            <a:ext cx="320040" cy="1"/>
          </a:xfrm>
          <a:prstGeom prst="line">
            <a:avLst/>
          </a:prstGeom>
          <a:ln w="25400">
            <a:solidFill>
              <a:srgbClr val="00125B"/>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806440" y="1719072"/>
            <a:ext cx="1554480" cy="1"/>
          </a:xfrm>
          <a:prstGeom prst="line">
            <a:avLst/>
          </a:prstGeom>
          <a:ln w="25400">
            <a:solidFill>
              <a:srgbClr val="0070E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297680" y="2148840"/>
            <a:ext cx="1" cy="640080"/>
          </a:xfrm>
          <a:prstGeom prst="line">
            <a:avLst/>
          </a:prstGeom>
          <a:ln w="25400">
            <a:solidFill>
              <a:srgbClr val="5C6974"/>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5806440" y="3273552"/>
            <a:ext cx="1554480" cy="1"/>
          </a:xfrm>
          <a:prstGeom prst="line">
            <a:avLst/>
          </a:prstGeom>
          <a:ln w="25400">
            <a:solidFill>
              <a:srgbClr val="F17E2F"/>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97680" y="3749039"/>
            <a:ext cx="1" cy="749809"/>
          </a:xfrm>
          <a:prstGeom prst="line">
            <a:avLst/>
          </a:prstGeom>
          <a:ln w="25400">
            <a:solidFill>
              <a:srgbClr val="5C6974"/>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297680" y="4498848"/>
            <a:ext cx="3063240" cy="1"/>
          </a:xfrm>
          <a:prstGeom prst="line">
            <a:avLst/>
          </a:prstGeom>
          <a:ln w="25400">
            <a:solidFill>
              <a:srgbClr val="23925B"/>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572000" y="2240280"/>
            <a:ext cx="594360" cy="320040"/>
          </a:xfrm>
          <a:prstGeom prst="roundRect">
            <a:avLst/>
          </a:prstGeom>
          <a:solidFill>
            <a:srgbClr val="FFFFF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5C6974"/>
                </a:solidFill>
                <a:latin typeface="Arial"/>
              </a:rPr>
              <a:t>NON</a:t>
            </a:r>
          </a:p>
        </p:txBody>
      </p:sp>
      <p:sp>
        <p:nvSpPr>
          <p:cNvPr id="17" name="Rounded Rectangle 16"/>
          <p:cNvSpPr/>
          <p:nvPr/>
        </p:nvSpPr>
        <p:spPr>
          <a:xfrm>
            <a:off x="10287000" y="1280160"/>
            <a:ext cx="1417320" cy="3611880"/>
          </a:xfrm>
          <a:prstGeom prst="roundRect">
            <a:avLst/>
          </a:prstGeom>
          <a:solidFill>
            <a:srgbClr val="F3F7FF"/>
          </a:solidFill>
          <a:ln w="12700">
            <a:solidFill>
              <a:srgbClr val="007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00125B"/>
                </a:solidFill>
                <a:latin typeface="Arial"/>
              </a:rPr>
              <a:t>Écart actuel
Notebook
Règle OU évaluée
API
Seuil simple 0,55</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1" cy="1"/>
          <a:chOff x="0" y="0"/>
          <a:chExt cx="1" cy="1"/>
        </a:xfrm>
      </p:grpSpPr>
      <p:sp>
        <p:nvSpPr>
          <p:cNvPr id="2" name="Title 1"/>
          <p:cNvSpPr>
            <a:spLocks noGrp="1"/>
          </p:cNvSpPr>
          <p:nvPr>
            <p:ph type="title"/>
          </p:nvPr>
        </p:nvSpPr>
        <p:spPr/>
        <p:txBody>
          <a:bodyPr wrap="square" lIns="127000" tIns="63500" rIns="101600" bIns="50800"/>
          <a:lstStyle/>
          <a:p>
            <a:r>
              <a:t>Le seuil réduit le risque, sous contrainte de capacité</a:t>
            </a:r>
          </a:p>
        </p:txBody>
      </p:sp>
      <p:sp>
        <p:nvSpPr>
          <p:cNvPr id="3" name="Text Placeholder 2"/>
          <p:cNvSpPr>
            <a:spLocks noGrp="1"/>
          </p:cNvSpPr>
          <p:nvPr>
            <p:ph type="body" sz="quarter" idx="10"/>
          </p:nvPr>
        </p:nvSpPr>
        <p:spPr/>
        <p:txBody>
          <a:bodyPr wrap="square" lIns="127000" tIns="63500" rIns="101600" bIns="50800"/>
          <a:lstStyle/>
          <a:p>
            <a:r>
              <a:t>Résultats OOF pour choisir la politique, puis lecture séparée sur le test</a:t>
            </a:r>
          </a:p>
        </p:txBody>
      </p:sp>
      <p:sp>
        <p:nvSpPr>
          <p:cNvPr id="4" name="Rounded Rectangle 3"/>
          <p:cNvSpPr/>
          <p:nvPr/>
        </p:nvSpPr>
        <p:spPr>
          <a:xfrm>
            <a:off x="502920" y="1417320"/>
            <a:ext cx="5394960" cy="502920"/>
          </a:xfrm>
          <a:prstGeom prst="roundRect">
            <a:avLst/>
          </a:prstGeom>
          <a:solidFill>
            <a:srgbClr val="0070E6"/>
          </a:solidFill>
          <a:ln w="12700">
            <a:solidFill>
              <a:srgbClr val="007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rial"/>
              </a:rPr>
              <a:t>CHOIX SUR OOF</a:t>
            </a:r>
          </a:p>
        </p:txBody>
      </p:sp>
      <p:sp>
        <p:nvSpPr>
          <p:cNvPr id="5" name="Rounded Rectangle 4"/>
          <p:cNvSpPr/>
          <p:nvPr/>
        </p:nvSpPr>
        <p:spPr>
          <a:xfrm>
            <a:off x="502920" y="1993392"/>
            <a:ext cx="2560320" cy="1051560"/>
          </a:xfrm>
          <a:prstGeom prst="roundRect">
            <a:avLst/>
          </a:prstGeom>
          <a:solidFill>
            <a:srgbClr val="F3F7FA"/>
          </a:solidFill>
          <a:ln w="12700">
            <a:solidFill>
              <a:srgbClr val="DCE6E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700" b="1">
                <a:solidFill>
                  <a:srgbClr val="00125B"/>
                </a:solidFill>
                <a:latin typeface="Arial"/>
              </a:rPr>
              <a:t>Seuil combiné
0,70</a:t>
            </a:r>
          </a:p>
        </p:txBody>
      </p:sp>
      <p:sp>
        <p:nvSpPr>
          <p:cNvPr id="6" name="Rounded Rectangle 5"/>
          <p:cNvSpPr/>
          <p:nvPr/>
        </p:nvSpPr>
        <p:spPr>
          <a:xfrm>
            <a:off x="3337560" y="1993392"/>
            <a:ext cx="2560320" cy="1051560"/>
          </a:xfrm>
          <a:prstGeom prst="roundRect">
            <a:avLst/>
          </a:prstGeom>
          <a:solidFill>
            <a:srgbClr val="F3F7FA"/>
          </a:solidFill>
          <a:ln w="12700">
            <a:solidFill>
              <a:srgbClr val="DCE6E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700" b="1">
                <a:solidFill>
                  <a:srgbClr val="00125B"/>
                </a:solidFill>
                <a:latin typeface="Arial"/>
              </a:rPr>
              <a:t>Couverture des erreurs
≈ 72,5 %</a:t>
            </a:r>
          </a:p>
        </p:txBody>
      </p:sp>
      <p:sp>
        <p:nvSpPr>
          <p:cNvPr id="7" name="Rounded Rectangle 6"/>
          <p:cNvSpPr/>
          <p:nvPr/>
        </p:nvSpPr>
        <p:spPr>
          <a:xfrm>
            <a:off x="502920" y="3246120"/>
            <a:ext cx="5394960" cy="749808"/>
          </a:xfrm>
          <a:prstGeom prst="roundRect">
            <a:avLst/>
          </a:prstGeom>
          <a:solidFill>
            <a:srgbClr val="FFF7ED"/>
          </a:solidFill>
          <a:ln w="12700">
            <a:solidFill>
              <a:srgbClr val="F17E2F"/>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17E2F"/>
                </a:solidFill>
                <a:latin typeface="Arial"/>
              </a:rPr>
              <a:t>Part des dossiers orientés vers la revue : ≈ 40 %</a:t>
            </a:r>
          </a:p>
        </p:txBody>
      </p:sp>
      <p:sp>
        <p:nvSpPr>
          <p:cNvPr id="8" name="Rounded Rectangle 7"/>
          <p:cNvSpPr/>
          <p:nvPr/>
        </p:nvSpPr>
        <p:spPr>
          <a:xfrm>
            <a:off x="6263640" y="1417320"/>
            <a:ext cx="5394960" cy="502920"/>
          </a:xfrm>
          <a:prstGeom prst="roundRect">
            <a:avLst/>
          </a:prstGeom>
          <a:solidFill>
            <a:srgbClr val="00125B"/>
          </a:solidFill>
          <a:ln w="12700">
            <a:solidFill>
              <a:srgbClr val="00125B"/>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rial"/>
              </a:rPr>
              <a:t>LECTURE SUR LE TEST</a:t>
            </a:r>
          </a:p>
        </p:txBody>
      </p:sp>
      <p:sp>
        <p:nvSpPr>
          <p:cNvPr id="9" name="Rounded Rectangle 8"/>
          <p:cNvSpPr/>
          <p:nvPr/>
        </p:nvSpPr>
        <p:spPr>
          <a:xfrm>
            <a:off x="6263640" y="1993392"/>
            <a:ext cx="5394960" cy="1051560"/>
          </a:xfrm>
          <a:prstGeom prst="roundRect">
            <a:avLst/>
          </a:prstGeom>
          <a:solidFill>
            <a:srgbClr val="DA3641"/>
          </a:solidFill>
          <a:ln w="12700">
            <a:solidFill>
              <a:srgbClr val="DA3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900" b="1">
                <a:solidFill>
                  <a:srgbClr val="FFFFFF"/>
                </a:solidFill>
                <a:latin typeface="Arial"/>
              </a:rPr>
              <a:t>8 erreurs critiques signalées sur 10</a:t>
            </a:r>
          </a:p>
        </p:txBody>
      </p:sp>
      <p:sp>
        <p:nvSpPr>
          <p:cNvPr id="10" name="Rounded Rectangle 9"/>
          <p:cNvSpPr/>
          <p:nvPr/>
        </p:nvSpPr>
        <p:spPr>
          <a:xfrm>
            <a:off x="6263640" y="3246120"/>
            <a:ext cx="5394960" cy="749808"/>
          </a:xfrm>
          <a:prstGeom prst="roundRect">
            <a:avLst/>
          </a:prstGeom>
          <a:solidFill>
            <a:srgbClr val="FFF2F3"/>
          </a:solidFill>
          <a:ln w="12700">
            <a:solidFill>
              <a:srgbClr val="DA3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DA3641"/>
                </a:solidFill>
                <a:latin typeface="Arial"/>
              </a:rPr>
              <a:t>Ce n’est pas 80 % de rappel général. Le dénominateur est de 10 cas.</a:t>
            </a:r>
          </a:p>
        </p:txBody>
      </p:sp>
      <p:sp>
        <p:nvSpPr>
          <p:cNvPr id="11" name="Rounded Rectangle 10"/>
          <p:cNvSpPr/>
          <p:nvPr/>
        </p:nvSpPr>
        <p:spPr>
          <a:xfrm>
            <a:off x="822960" y="4709160"/>
            <a:ext cx="10561320" cy="749808"/>
          </a:xfrm>
          <a:prstGeom prst="roundRect">
            <a:avLst/>
          </a:prstGeom>
          <a:solidFill>
            <a:srgbClr val="00125B"/>
          </a:solidFill>
          <a:ln w="12700">
            <a:solidFill>
              <a:srgbClr val="00125B"/>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900" b="1">
                <a:solidFill>
                  <a:srgbClr val="FFFFFF"/>
                </a:solidFill>
                <a:latin typeface="Arial"/>
              </a:rPr>
              <a:t>Question ouverte : peut-on traiter environ 40 % des dossiers en revue ?</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1" cy="1"/>
          <a:chOff x="0" y="0"/>
          <a:chExt cx="1" cy="1"/>
        </a:xfrm>
      </p:grpSpPr>
      <p:sp>
        <p:nvSpPr>
          <p:cNvPr id="2" name="Title 1"/>
          <p:cNvSpPr>
            <a:spLocks noGrp="1"/>
          </p:cNvSpPr>
          <p:nvPr>
            <p:ph type="title"/>
          </p:nvPr>
        </p:nvSpPr>
        <p:spPr/>
        <p:txBody>
          <a:bodyPr wrap="square" lIns="127000" tIns="63500" rIns="101600" bIns="50800"/>
          <a:lstStyle/>
          <a:p>
            <a:r>
              <a:t>Je choisis S2 : un coût connu, une variable sensible directe exclue</a:t>
            </a:r>
          </a:p>
        </p:txBody>
      </p:sp>
      <p:sp>
        <p:nvSpPr>
          <p:cNvPr id="3" name="Text Placeholder 2"/>
          <p:cNvSpPr>
            <a:spLocks noGrp="1"/>
          </p:cNvSpPr>
          <p:nvPr>
            <p:ph type="body" sz="quarter" idx="10"/>
          </p:nvPr>
        </p:nvSpPr>
        <p:spPr/>
        <p:txBody>
          <a:bodyPr wrap="square" lIns="127000" tIns="63500" rIns="101600" bIns="50800"/>
          <a:lstStyle/>
          <a:p>
            <a:r>
              <a:t>Le score maximal n’est pas le seul critère de décision</a:t>
            </a:r>
          </a:p>
        </p:txBody>
      </p:sp>
      <p:sp>
        <p:nvSpPr>
          <p:cNvPr id="4" name="Rounded Rectangle 3"/>
          <p:cNvSpPr/>
          <p:nvPr/>
        </p:nvSpPr>
        <p:spPr>
          <a:xfrm>
            <a:off x="1325880" y="1353312"/>
            <a:ext cx="2331720" cy="502920"/>
          </a:xfrm>
          <a:prstGeom prst="roundRect">
            <a:avLst/>
          </a:prstGeom>
          <a:solidFill>
            <a:srgbClr val="00125B"/>
          </a:solidFill>
          <a:ln w="12700">
            <a:solidFill>
              <a:srgbClr val="00125B"/>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latin typeface="Arial"/>
              </a:rPr>
              <a:t>Avantage</a:t>
            </a:r>
          </a:p>
        </p:txBody>
      </p:sp>
      <p:sp>
        <p:nvSpPr>
          <p:cNvPr id="5" name="Rounded Rectangle 4"/>
          <p:cNvSpPr/>
          <p:nvPr/>
        </p:nvSpPr>
        <p:spPr>
          <a:xfrm>
            <a:off x="3657600" y="1353312"/>
            <a:ext cx="2743200" cy="502920"/>
          </a:xfrm>
          <a:prstGeom prst="roundRect">
            <a:avLst/>
          </a:prstGeom>
          <a:solidFill>
            <a:srgbClr val="00125B"/>
          </a:solidFill>
          <a:ln w="12700">
            <a:solidFill>
              <a:srgbClr val="00125B"/>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latin typeface="Arial"/>
              </a:rPr>
              <a:t>Coût ou limite</a:t>
            </a:r>
          </a:p>
        </p:txBody>
      </p:sp>
      <p:sp>
        <p:nvSpPr>
          <p:cNvPr id="6" name="Rounded Rectangle 5"/>
          <p:cNvSpPr/>
          <p:nvPr/>
        </p:nvSpPr>
        <p:spPr>
          <a:xfrm>
            <a:off x="6400800" y="1353312"/>
            <a:ext cx="3017520" cy="502920"/>
          </a:xfrm>
          <a:prstGeom prst="roundRect">
            <a:avLst/>
          </a:prstGeom>
          <a:solidFill>
            <a:srgbClr val="00125B"/>
          </a:solidFill>
          <a:ln w="12700">
            <a:solidFill>
              <a:srgbClr val="00125B"/>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latin typeface="Arial"/>
              </a:rPr>
              <a:t>Décision</a:t>
            </a:r>
          </a:p>
        </p:txBody>
      </p:sp>
      <p:sp>
        <p:nvSpPr>
          <p:cNvPr id="7" name="Rounded Rectangle 6"/>
          <p:cNvSpPr/>
          <p:nvPr/>
        </p:nvSpPr>
        <p:spPr>
          <a:xfrm>
            <a:off x="411480" y="1920240"/>
            <a:ext cx="914400" cy="621792"/>
          </a:xfrm>
          <a:prstGeom prst="roundRect">
            <a:avLst/>
          </a:prstGeom>
          <a:solidFill>
            <a:srgbClr val="0070E6"/>
          </a:solidFill>
          <a:ln w="12700">
            <a:solidFill>
              <a:srgbClr val="007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rial"/>
              </a:rPr>
              <a:t>S1</a:t>
            </a:r>
          </a:p>
        </p:txBody>
      </p:sp>
      <p:sp>
        <p:nvSpPr>
          <p:cNvPr id="8" name="Rounded Rectangle 7"/>
          <p:cNvSpPr/>
          <p:nvPr/>
        </p:nvSpPr>
        <p:spPr>
          <a:xfrm>
            <a:off x="1325880" y="1920240"/>
            <a:ext cx="2331720" cy="621792"/>
          </a:xfrm>
          <a:prstGeom prst="roundRect">
            <a:avLst/>
          </a:prstGeom>
          <a:solidFill>
            <a:srgbClr val="F8FAFC"/>
          </a:solidFill>
          <a:ln w="12700">
            <a:solidFill>
              <a:srgbClr val="DCE6E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20" b="0">
                <a:solidFill>
                  <a:srgbClr val="1C2530"/>
                </a:solidFill>
                <a:latin typeface="Arial"/>
              </a:rPr>
              <a:t>F1 maxi : 0,708</a:t>
            </a:r>
          </a:p>
        </p:txBody>
      </p:sp>
      <p:sp>
        <p:nvSpPr>
          <p:cNvPr id="9" name="Rounded Rectangle 8"/>
          <p:cNvSpPr/>
          <p:nvPr/>
        </p:nvSpPr>
        <p:spPr>
          <a:xfrm>
            <a:off x="3657600" y="1920240"/>
            <a:ext cx="2743200" cy="621792"/>
          </a:xfrm>
          <a:prstGeom prst="roundRect">
            <a:avLst/>
          </a:prstGeom>
          <a:solidFill>
            <a:srgbClr val="F8FAFC"/>
          </a:solidFill>
          <a:ln w="12700">
            <a:solidFill>
              <a:srgbClr val="DCE6E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20" b="0">
                <a:solidFill>
                  <a:srgbClr val="1C2530"/>
                </a:solidFill>
                <a:latin typeface="Arial"/>
              </a:rPr>
              <a:t>Variable sensible directe</a:t>
            </a:r>
          </a:p>
        </p:txBody>
      </p:sp>
      <p:sp>
        <p:nvSpPr>
          <p:cNvPr id="10" name="Rounded Rectangle 9"/>
          <p:cNvSpPr/>
          <p:nvPr/>
        </p:nvSpPr>
        <p:spPr>
          <a:xfrm>
            <a:off x="6400800" y="1920240"/>
            <a:ext cx="3017520" cy="621792"/>
          </a:xfrm>
          <a:prstGeom prst="roundRect">
            <a:avLst/>
          </a:prstGeom>
          <a:solidFill>
            <a:srgbClr val="F8FAFC"/>
          </a:solidFill>
          <a:ln w="12700">
            <a:solidFill>
              <a:srgbClr val="DCE6E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20" b="0">
                <a:solidFill>
                  <a:srgbClr val="1C2530"/>
                </a:solidFill>
                <a:latin typeface="Arial"/>
              </a:rPr>
              <a:t>Référence</a:t>
            </a:r>
          </a:p>
        </p:txBody>
      </p:sp>
      <p:sp>
        <p:nvSpPr>
          <p:cNvPr id="11" name="Rounded Rectangle 10"/>
          <p:cNvSpPr/>
          <p:nvPr/>
        </p:nvSpPr>
        <p:spPr>
          <a:xfrm>
            <a:off x="411480" y="2633472"/>
            <a:ext cx="914400" cy="621792"/>
          </a:xfrm>
          <a:prstGeom prst="roundRect">
            <a:avLst/>
          </a:prstGeom>
          <a:solidFill>
            <a:srgbClr val="37BEEB"/>
          </a:solidFill>
          <a:ln w="12700">
            <a:solidFill>
              <a:srgbClr val="37BEEB"/>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rial"/>
              </a:rPr>
              <a:t>S2</a:t>
            </a:r>
          </a:p>
        </p:txBody>
      </p:sp>
      <p:sp>
        <p:nvSpPr>
          <p:cNvPr id="12" name="Rounded Rectangle 11"/>
          <p:cNvSpPr/>
          <p:nvPr/>
        </p:nvSpPr>
        <p:spPr>
          <a:xfrm>
            <a:off x="1325880" y="2633472"/>
            <a:ext cx="2331720" cy="621792"/>
          </a:xfrm>
          <a:prstGeom prst="roundRect">
            <a:avLst/>
          </a:prstGeom>
          <a:solidFill>
            <a:srgbClr val="F0FAFE"/>
          </a:solidFill>
          <a:ln w="12700">
            <a:solidFill>
              <a:srgbClr val="37BEEB"/>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20" b="1">
                <a:solidFill>
                  <a:srgbClr val="00125B"/>
                </a:solidFill>
                <a:latin typeface="Arial"/>
              </a:rPr>
              <a:t>Tabulaire + texte</a:t>
            </a:r>
          </a:p>
        </p:txBody>
      </p:sp>
      <p:sp>
        <p:nvSpPr>
          <p:cNvPr id="13" name="Rounded Rectangle 12"/>
          <p:cNvSpPr/>
          <p:nvPr/>
        </p:nvSpPr>
        <p:spPr>
          <a:xfrm>
            <a:off x="3657600" y="2633472"/>
            <a:ext cx="2743200" cy="621792"/>
          </a:xfrm>
          <a:prstGeom prst="roundRect">
            <a:avLst/>
          </a:prstGeom>
          <a:solidFill>
            <a:srgbClr val="F0FAFE"/>
          </a:solidFill>
          <a:ln w="12700">
            <a:solidFill>
              <a:srgbClr val="37BEEB"/>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20" b="1">
                <a:solidFill>
                  <a:srgbClr val="00125B"/>
                </a:solidFill>
                <a:latin typeface="Arial"/>
              </a:rPr>
              <a:t>F1 −0,027 ; revue à valider</a:t>
            </a:r>
          </a:p>
        </p:txBody>
      </p:sp>
      <p:sp>
        <p:nvSpPr>
          <p:cNvPr id="14" name="Rounded Rectangle 13"/>
          <p:cNvSpPr/>
          <p:nvPr/>
        </p:nvSpPr>
        <p:spPr>
          <a:xfrm>
            <a:off x="6400800" y="2633472"/>
            <a:ext cx="3017520" cy="621792"/>
          </a:xfrm>
          <a:prstGeom prst="roundRect">
            <a:avLst/>
          </a:prstGeom>
          <a:solidFill>
            <a:srgbClr val="F0FAFE"/>
          </a:solidFill>
          <a:ln w="12700">
            <a:solidFill>
              <a:srgbClr val="37BEEB"/>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20" b="1">
                <a:solidFill>
                  <a:srgbClr val="00125B"/>
                </a:solidFill>
                <a:latin typeface="Arial"/>
              </a:rPr>
              <a:t>RETENUE</a:t>
            </a:r>
          </a:p>
        </p:txBody>
      </p:sp>
      <p:sp>
        <p:nvSpPr>
          <p:cNvPr id="15" name="Rounded Rectangle 14"/>
          <p:cNvSpPr/>
          <p:nvPr/>
        </p:nvSpPr>
        <p:spPr>
          <a:xfrm>
            <a:off x="411480" y="3346704"/>
            <a:ext cx="914400" cy="621792"/>
          </a:xfrm>
          <a:prstGeom prst="roundRect">
            <a:avLst/>
          </a:prstGeom>
          <a:solidFill>
            <a:srgbClr val="6548AA"/>
          </a:solidFill>
          <a:ln w="12700">
            <a:solidFill>
              <a:srgbClr val="6548A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rial"/>
              </a:rPr>
              <a:t>S3</a:t>
            </a:r>
          </a:p>
        </p:txBody>
      </p:sp>
      <p:sp>
        <p:nvSpPr>
          <p:cNvPr id="16" name="Rounded Rectangle 15"/>
          <p:cNvSpPr/>
          <p:nvPr/>
        </p:nvSpPr>
        <p:spPr>
          <a:xfrm>
            <a:off x="1325880" y="3346704"/>
            <a:ext cx="2331720" cy="621792"/>
          </a:xfrm>
          <a:prstGeom prst="roundRect">
            <a:avLst/>
          </a:prstGeom>
          <a:solidFill>
            <a:srgbClr val="F8FAFC"/>
          </a:solidFill>
          <a:ln w="12700">
            <a:solidFill>
              <a:srgbClr val="DCE6E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20" b="0">
                <a:solidFill>
                  <a:srgbClr val="1C2530"/>
                </a:solidFill>
                <a:latin typeface="Arial"/>
              </a:rPr>
              <a:t>Rappel cl. 2 : 0,661</a:t>
            </a:r>
          </a:p>
        </p:txBody>
      </p:sp>
      <p:sp>
        <p:nvSpPr>
          <p:cNvPr id="17" name="Rounded Rectangle 16"/>
          <p:cNvSpPr/>
          <p:nvPr/>
        </p:nvSpPr>
        <p:spPr>
          <a:xfrm>
            <a:off x="3657600" y="3346704"/>
            <a:ext cx="2743200" cy="621792"/>
          </a:xfrm>
          <a:prstGeom prst="roundRect">
            <a:avLst/>
          </a:prstGeom>
          <a:solidFill>
            <a:srgbClr val="F8FAFC"/>
          </a:solidFill>
          <a:ln w="12700">
            <a:solidFill>
              <a:srgbClr val="DCE6E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20" b="0">
                <a:solidFill>
                  <a:srgbClr val="1C2530"/>
                </a:solidFill>
                <a:latin typeface="Arial"/>
              </a:rPr>
              <a:t>12 erreurs critiques</a:t>
            </a:r>
          </a:p>
        </p:txBody>
      </p:sp>
      <p:sp>
        <p:nvSpPr>
          <p:cNvPr id="18" name="Rounded Rectangle 17"/>
          <p:cNvSpPr/>
          <p:nvPr/>
        </p:nvSpPr>
        <p:spPr>
          <a:xfrm>
            <a:off x="6400800" y="3346704"/>
            <a:ext cx="3017520" cy="621792"/>
          </a:xfrm>
          <a:prstGeom prst="roundRect">
            <a:avLst/>
          </a:prstGeom>
          <a:solidFill>
            <a:srgbClr val="F8FAFC"/>
          </a:solidFill>
          <a:ln w="12700">
            <a:solidFill>
              <a:srgbClr val="DCE6E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20" b="0">
                <a:solidFill>
                  <a:srgbClr val="1C2530"/>
                </a:solidFill>
                <a:latin typeface="Arial"/>
              </a:rPr>
              <a:t>Diagnostic</a:t>
            </a:r>
          </a:p>
        </p:txBody>
      </p:sp>
      <p:sp>
        <p:nvSpPr>
          <p:cNvPr id="19" name="Rounded Rectangle 18"/>
          <p:cNvSpPr/>
          <p:nvPr/>
        </p:nvSpPr>
        <p:spPr>
          <a:xfrm>
            <a:off x="411480" y="4059935"/>
            <a:ext cx="914400" cy="621792"/>
          </a:xfrm>
          <a:prstGeom prst="roundRect">
            <a:avLst/>
          </a:prstGeom>
          <a:solidFill>
            <a:srgbClr val="23925B"/>
          </a:solidFill>
          <a:ln w="12700">
            <a:solidFill>
              <a:srgbClr val="23925B"/>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rial"/>
              </a:rPr>
              <a:t>S4</a:t>
            </a:r>
          </a:p>
        </p:txBody>
      </p:sp>
      <p:sp>
        <p:nvSpPr>
          <p:cNvPr id="20" name="Rounded Rectangle 19"/>
          <p:cNvSpPr/>
          <p:nvPr/>
        </p:nvSpPr>
        <p:spPr>
          <a:xfrm>
            <a:off x="1325880" y="4059935"/>
            <a:ext cx="2331720" cy="621792"/>
          </a:xfrm>
          <a:prstGeom prst="roundRect">
            <a:avLst/>
          </a:prstGeom>
          <a:solidFill>
            <a:srgbClr val="FFFFFF"/>
          </a:solidFill>
          <a:ln w="12700">
            <a:solidFill>
              <a:srgbClr val="DCE6E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20" b="0">
                <a:solidFill>
                  <a:srgbClr val="1C2530"/>
                </a:solidFill>
                <a:latin typeface="Arial"/>
              </a:rPr>
              <a:t>8 erreurs critiques</a:t>
            </a:r>
          </a:p>
        </p:txBody>
      </p:sp>
      <p:sp>
        <p:nvSpPr>
          <p:cNvPr id="21" name="Rounded Rectangle 20"/>
          <p:cNvSpPr/>
          <p:nvPr/>
        </p:nvSpPr>
        <p:spPr>
          <a:xfrm>
            <a:off x="3657600" y="4059935"/>
            <a:ext cx="2743200" cy="621792"/>
          </a:xfrm>
          <a:prstGeom prst="roundRect">
            <a:avLst/>
          </a:prstGeom>
          <a:solidFill>
            <a:srgbClr val="FFFFFF"/>
          </a:solidFill>
          <a:ln w="12700">
            <a:solidFill>
              <a:srgbClr val="DCE6E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20" b="0">
                <a:solidFill>
                  <a:srgbClr val="1C2530"/>
                </a:solidFill>
                <a:latin typeface="Arial"/>
              </a:rPr>
              <a:t>Conserve la nationalité ; 10 cas</a:t>
            </a:r>
          </a:p>
        </p:txBody>
      </p:sp>
      <p:sp>
        <p:nvSpPr>
          <p:cNvPr id="22" name="Rounded Rectangle 21"/>
          <p:cNvSpPr/>
          <p:nvPr/>
        </p:nvSpPr>
        <p:spPr>
          <a:xfrm>
            <a:off x="6400800" y="4059935"/>
            <a:ext cx="3017520" cy="621792"/>
          </a:xfrm>
          <a:prstGeom prst="roundRect">
            <a:avLst/>
          </a:prstGeom>
          <a:solidFill>
            <a:srgbClr val="FFFFFF"/>
          </a:solidFill>
          <a:ln w="12700">
            <a:solidFill>
              <a:srgbClr val="DCE6E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20" b="0">
                <a:solidFill>
                  <a:srgbClr val="1C2530"/>
                </a:solidFill>
                <a:latin typeface="Arial"/>
              </a:rPr>
              <a:t>Réserve forte</a:t>
            </a:r>
          </a:p>
        </p:txBody>
      </p:sp>
      <p:sp>
        <p:nvSpPr>
          <p:cNvPr id="23" name="Rounded Rectangle 22"/>
          <p:cNvSpPr/>
          <p:nvPr/>
        </p:nvSpPr>
        <p:spPr>
          <a:xfrm>
            <a:off x="502920" y="5074920"/>
            <a:ext cx="11155680" cy="713232"/>
          </a:xfrm>
          <a:prstGeom prst="roundRect">
            <a:avLst/>
          </a:prstGeom>
          <a:solidFill>
            <a:srgbClr val="00125B"/>
          </a:solidFill>
          <a:ln w="12700">
            <a:solidFill>
              <a:srgbClr val="00125B"/>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Message central : je ne retiens pas le score maximal ; je choisis une solution sans variable sensible directe, avec un coût connu et une revue humaine dont la capacité reste à valider.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1" cy="1"/>
          <a:chOff x="0" y="0"/>
          <a:chExt cx="1" cy="1"/>
        </a:xfrm>
      </p:grpSpPr>
      <p:sp>
        <p:nvSpPr>
          <p:cNvPr id="2" name="Title 1"/>
          <p:cNvSpPr>
            <a:spLocks noGrp="1"/>
          </p:cNvSpPr>
          <p:nvPr>
            <p:ph type="title"/>
          </p:nvPr>
        </p:nvSpPr>
        <p:spPr/>
        <p:txBody>
          <a:bodyPr wrap="square" lIns="127000" tIns="63500" rIns="101600" bIns="50800"/>
          <a:lstStyle/>
          <a:p>
            <a:pPr>
              <a:spcAft>
                <a:spcPts val="500"/>
              </a:spcAft>
              <a:defRPr sz="2600" b="1">
                <a:solidFill>
                  <a:srgbClr val="142337"/>
                </a:solidFill>
                <a:latin typeface="Arial"/>
              </a:defRPr>
            </a:pPr>
            <a:r>
              <a:t>L’API transforme le pipeline en contrat de service</a:t>
            </a:r>
          </a:p>
        </p:txBody>
      </p:sp>
      <p:sp>
        <p:nvSpPr>
          <p:cNvPr id="3" name="Text Placeholder 2"/>
          <p:cNvSpPr>
            <a:spLocks noGrp="1"/>
          </p:cNvSpPr>
          <p:nvPr>
            <p:ph type="body" sz="quarter" idx="10"/>
          </p:nvPr>
        </p:nvSpPr>
        <p:spPr/>
        <p:txBody>
          <a:bodyPr wrap="square" lIns="127000" tIns="63500" rIns="101600" bIns="50800"/>
          <a:lstStyle/>
          <a:p>
            <a:pPr>
              <a:spcAft>
                <a:spcPts val="500"/>
              </a:spcAft>
              <a:defRPr sz="1100" b="0">
                <a:solidFill>
                  <a:srgbClr val="5C6978"/>
                </a:solidFill>
                <a:latin typeface="Arial"/>
              </a:defRPr>
            </a:pPr>
            <a:r>
              <a:t>FastAPI expose la prédiction, la traçabilité et le cycle de vie</a:t>
            </a:r>
          </a:p>
        </p:txBody>
      </p:sp>
      <p:sp>
        <p:nvSpPr>
          <p:cNvPr id="4" name="Content Placeholder 3"/>
          <p:cNvSpPr>
            <a:spLocks noGrp="1"/>
          </p:cNvSpPr>
          <p:nvPr>
            <p:ph idx="12"/>
          </p:nvPr>
        </p:nvSpPr>
        <p:spPr/>
        <p:txBody>
          <a:bodyPr wrap="square"/>
          <a:lstStyle/>
          <a:p>
            <a:pPr>
              <a:spcAft>
                <a:spcPts val="700"/>
              </a:spcAft>
              <a:defRPr sz="1500">
                <a:solidFill>
                  <a:srgbClr val="142337"/>
                </a:solidFill>
                <a:latin typeface="Arial"/>
              </a:defRPr>
            </a:pPr>
            <a:r>
              <a:t>GET /health</a:t>
            </a:r>
          </a:p>
          <a:p>
            <a:pPr>
              <a:spcAft>
                <a:spcPts val="700"/>
              </a:spcAft>
              <a:defRPr sz="1500">
                <a:solidFill>
                  <a:srgbClr val="142337"/>
                </a:solidFill>
                <a:latin typeface="Arial"/>
              </a:defRPr>
            </a:pPr>
            <a:r>
              <a:t>POST /predict</a:t>
            </a:r>
          </a:p>
          <a:p>
            <a:pPr>
              <a:spcAft>
                <a:spcPts val="700"/>
              </a:spcAft>
              <a:defRPr sz="1500">
                <a:solidFill>
                  <a:srgbClr val="142337"/>
                </a:solidFill>
                <a:latin typeface="Arial"/>
              </a:defRPr>
            </a:pPr>
            <a:r>
              <a:t>POST /retrain</a:t>
            </a:r>
          </a:p>
          <a:p>
            <a:pPr>
              <a:spcAft>
                <a:spcPts val="700"/>
              </a:spcAft>
              <a:defRPr sz="1500">
                <a:solidFill>
                  <a:srgbClr val="142337"/>
                </a:solidFill>
                <a:latin typeface="Arial"/>
              </a:defRPr>
            </a:pPr>
            <a:r>
              <a:t>GET /metrics</a:t>
            </a:r>
          </a:p>
          <a:p>
            <a:pPr>
              <a:spcAft>
                <a:spcPts val="700"/>
              </a:spcAft>
              <a:defRPr sz="1500">
                <a:solidFill>
                  <a:srgbClr val="142337"/>
                </a:solidFill>
                <a:latin typeface="Arial"/>
              </a:defRPr>
            </a:pPr>
            <a:r>
              <a:t>GET /models/history</a:t>
            </a:r>
          </a:p>
          <a:p>
            <a:pPr>
              <a:spcAft>
                <a:spcPts val="700"/>
              </a:spcAft>
              <a:defRPr sz="1500">
                <a:solidFill>
                  <a:srgbClr val="142337"/>
                </a:solidFill>
                <a:latin typeface="Arial"/>
              </a:defRPr>
            </a:pPr>
            <a:r>
              <a:t>POST /rollback</a:t>
            </a:r>
          </a:p>
          <a:p>
            <a:pPr>
              <a:spcAft>
                <a:spcPts val="700"/>
              </a:spcAft>
              <a:defRPr sz="1500">
                <a:solidFill>
                  <a:srgbClr val="142337"/>
                </a:solidFill>
                <a:latin typeface="Arial"/>
              </a:defRPr>
            </a:pPr>
            <a:r>
              <a:t>POST /feedback</a:t>
            </a:r>
          </a:p>
        </p:txBody>
      </p:sp>
      <p:sp>
        <p:nvSpPr>
          <p:cNvPr id="5" name="Content Placeholder 4"/>
          <p:cNvSpPr>
            <a:spLocks noGrp="1"/>
          </p:cNvSpPr>
          <p:nvPr>
            <p:ph idx="13"/>
          </p:nvPr>
        </p:nvSpPr>
        <p:spPr/>
        <p:txBody>
          <a:bodyPr wrap="square"/>
          <a:lstStyle/>
          <a:p>
            <a:pPr>
              <a:spcAft>
                <a:spcPts val="700"/>
              </a:spcAft>
              <a:defRPr sz="1700">
                <a:solidFill>
                  <a:srgbClr val="142337"/>
                </a:solidFill>
                <a:latin typeface="Arial"/>
              </a:defRPr>
            </a:pPr>
            <a:r>
              <a:t>classe prédite</a:t>
            </a:r>
          </a:p>
          <a:p>
            <a:pPr>
              <a:spcAft>
                <a:spcPts val="700"/>
              </a:spcAft>
              <a:defRPr sz="1700">
                <a:solidFill>
                  <a:srgbClr val="142337"/>
                </a:solidFill>
                <a:latin typeface="Arial"/>
              </a:defRPr>
            </a:pPr>
            <a:r>
              <a:t>confiance</a:t>
            </a:r>
          </a:p>
          <a:p>
            <a:pPr>
              <a:spcAft>
                <a:spcPts val="700"/>
              </a:spcAft>
              <a:defRPr sz="1700">
                <a:solidFill>
                  <a:srgbClr val="142337"/>
                </a:solidFill>
                <a:latin typeface="Arial"/>
              </a:defRPr>
            </a:pPr>
            <a:r>
              <a:t>statut ok / a_revoir</a:t>
            </a:r>
          </a:p>
          <a:p>
            <a:pPr>
              <a:spcAft>
                <a:spcPts val="700"/>
              </a:spcAft>
              <a:defRPr sz="1700">
                <a:solidFill>
                  <a:srgbClr val="142337"/>
                </a:solidFill>
                <a:latin typeface="Arial"/>
              </a:defRPr>
            </a:pPr>
            <a:r>
              <a:t>version du modèle</a:t>
            </a:r>
          </a:p>
          <a:p>
            <a:pPr>
              <a:spcAft>
                <a:spcPts val="700"/>
              </a:spcAft>
              <a:defRPr sz="1700">
                <a:solidFill>
                  <a:srgbClr val="142337"/>
                </a:solidFill>
                <a:latin typeface="Arial"/>
              </a:defRPr>
            </a:pPr>
            <a:r>
              <a:t>request_id</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1" cy="1"/>
          <a:chOff x="0" y="0"/>
          <a:chExt cx="1" cy="1"/>
        </a:xfrm>
      </p:grpSpPr>
      <p:sp>
        <p:nvSpPr>
          <p:cNvPr id="2" name="Title 1"/>
          <p:cNvSpPr>
            <a:spLocks noGrp="1"/>
          </p:cNvSpPr>
          <p:nvPr>
            <p:ph type="title"/>
          </p:nvPr>
        </p:nvSpPr>
        <p:spPr/>
        <p:txBody>
          <a:bodyPr wrap="square" lIns="127000" tIns="63500" rIns="101600" bIns="50800"/>
          <a:lstStyle/>
          <a:p>
            <a:pPr>
              <a:spcAft>
                <a:spcPts val="500"/>
              </a:spcAft>
              <a:defRPr sz="2600" b="1">
                <a:solidFill>
                  <a:srgbClr val="142337"/>
                </a:solidFill>
                <a:latin typeface="Arial"/>
              </a:defRPr>
            </a:pPr>
            <a:r>
              <a:t>L’interface rend l’incertitude visible au conseiller</a:t>
            </a:r>
          </a:p>
        </p:txBody>
      </p:sp>
      <p:sp>
        <p:nvSpPr>
          <p:cNvPr id="3" name="Text Placeholder 2"/>
          <p:cNvSpPr>
            <a:spLocks noGrp="1"/>
          </p:cNvSpPr>
          <p:nvPr>
            <p:ph type="body" sz="quarter" idx="10"/>
          </p:nvPr>
        </p:nvSpPr>
        <p:spPr/>
        <p:txBody>
          <a:bodyPr wrap="square" lIns="127000" tIns="63500" rIns="101600" bIns="50800"/>
          <a:lstStyle/>
          <a:p>
            <a:pPr>
              <a:spcAft>
                <a:spcPts val="500"/>
              </a:spcAft>
              <a:defRPr sz="1100" b="0">
                <a:solidFill>
                  <a:srgbClr val="5C6978"/>
                </a:solidFill>
                <a:latin typeface="Arial"/>
              </a:defRPr>
            </a:pPr>
            <a:r>
              <a:t>Le résultat inclut la classe, la confiance et le besoin de revue humaine</a:t>
            </a:r>
          </a:p>
        </p:txBody>
      </p:sp>
      <p:sp>
        <p:nvSpPr>
          <p:cNvPr id="4" name="Content Placeholder 3"/>
          <p:cNvSpPr>
            <a:spLocks noGrp="1"/>
          </p:cNvSpPr>
          <p:nvPr>
            <p:ph idx="12"/>
          </p:nvPr>
        </p:nvSpPr>
        <p:spPr/>
        <p:txBody>
          <a:bodyPr wrap="square"/>
          <a:lstStyle/>
          <a:p>
            <a:pPr>
              <a:spcAft>
                <a:spcPts val="700"/>
              </a:spcAft>
              <a:defRPr sz="1500">
                <a:solidFill>
                  <a:srgbClr val="142337"/>
                </a:solidFill>
                <a:latin typeface="Arial"/>
              </a:defRPr>
            </a:pPr>
            <a:r>
              <a:t>Saisir un dossier</a:t>
            </a:r>
          </a:p>
          <a:p>
            <a:pPr>
              <a:spcAft>
                <a:spcPts val="700"/>
              </a:spcAft>
              <a:defRPr sz="1500">
                <a:solidFill>
                  <a:srgbClr val="142337"/>
                </a:solidFill>
                <a:latin typeface="Arial"/>
              </a:defRPr>
            </a:pPr>
            <a:r>
              <a:t>Lancer une prédiction</a:t>
            </a:r>
          </a:p>
          <a:p>
            <a:pPr>
              <a:spcAft>
                <a:spcPts val="700"/>
              </a:spcAft>
              <a:defRPr sz="1500">
                <a:solidFill>
                  <a:srgbClr val="142337"/>
                </a:solidFill>
                <a:latin typeface="Arial"/>
              </a:defRPr>
            </a:pPr>
            <a:r>
              <a:t>Visualiser classe et confiance</a:t>
            </a:r>
          </a:p>
          <a:p>
            <a:pPr>
              <a:spcAft>
                <a:spcPts val="700"/>
              </a:spcAft>
              <a:defRPr sz="1500">
                <a:solidFill>
                  <a:srgbClr val="142337"/>
                </a:solidFill>
                <a:latin typeface="Arial"/>
              </a:defRPr>
            </a:pPr>
            <a:r>
              <a:t>Voir le statut de revue humaine</a:t>
            </a:r>
          </a:p>
          <a:p>
            <a:pPr>
              <a:spcAft>
                <a:spcPts val="700"/>
              </a:spcAft>
              <a:defRPr sz="1500">
                <a:solidFill>
                  <a:srgbClr val="142337"/>
                </a:solidFill>
                <a:latin typeface="Arial"/>
              </a:defRPr>
            </a:pPr>
            <a:r>
              <a:t>Consulter l’historique</a:t>
            </a:r>
          </a:p>
          <a:p>
            <a:pPr>
              <a:spcAft>
                <a:spcPts val="700"/>
              </a:spcAft>
              <a:defRPr sz="1500">
                <a:solidFill>
                  <a:srgbClr val="142337"/>
                </a:solidFill>
                <a:latin typeface="Arial"/>
              </a:defRPr>
            </a:pPr>
            <a:r>
              <a:t>Déclencher retrain ou rollback contrôlé</a:t>
            </a:r>
          </a:p>
        </p:txBody>
      </p:sp>
      <p:pic>
        <p:nvPicPr>
          <p:cNvPr id="8" name="Image 7">
            <a:extLst>
              <a:ext uri="{FF2B5EF4-FFF2-40B4-BE49-F238E27FC236}">
                <a16:creationId xmlns:a16="http://schemas.microsoft.com/office/drawing/2014/main" id="{277FBF90-2E09-0FF6-6B49-4CFDB105BC48}"/>
              </a:ext>
            </a:extLst>
          </p:cNvPr>
          <p:cNvPicPr>
            <a:picLocks noChangeAspect="1"/>
          </p:cNvPicPr>
          <p:nvPr/>
        </p:nvPicPr>
        <p:blipFill>
          <a:blip r:embed="rId2">
            <a:extLst>
              <a:ext uri="{28A0092B-C50C-407E-A947-70E740481C1C}">
                <a14:useLocalDpi xmlns:a14="http://schemas.microsoft.com/office/drawing/2010/main" val="0"/>
              </a:ext>
            </a:extLst>
          </a:blip>
          <a:srcRect b="20642"/>
          <a:stretch>
            <a:fillRect/>
          </a:stretch>
        </p:blipFill>
        <p:spPr>
          <a:xfrm>
            <a:off x="5476241" y="784596"/>
            <a:ext cx="6715760" cy="6073404"/>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1" cy="1"/>
          <a:chOff x="0" y="0"/>
          <a:chExt cx="1" cy="1"/>
        </a:xfrm>
      </p:grpSpPr>
      <p:sp>
        <p:nvSpPr>
          <p:cNvPr id="2" name="Title 1"/>
          <p:cNvSpPr>
            <a:spLocks noGrp="1"/>
          </p:cNvSpPr>
          <p:nvPr>
            <p:ph type="title"/>
          </p:nvPr>
        </p:nvSpPr>
        <p:spPr/>
        <p:txBody>
          <a:bodyPr wrap="square" lIns="127000" tIns="63500" rIns="101600" bIns="50800"/>
          <a:lstStyle/>
          <a:p>
            <a:pPr>
              <a:spcAft>
                <a:spcPts val="500"/>
              </a:spcAft>
              <a:defRPr sz="2600" b="1">
                <a:solidFill>
                  <a:srgbClr val="142337"/>
                </a:solidFill>
                <a:latin typeface="Arial"/>
              </a:defRPr>
            </a:pPr>
            <a:r>
              <a:t>L’architecture relie usage, observation et réversibilité</a:t>
            </a:r>
          </a:p>
        </p:txBody>
      </p:sp>
      <p:sp>
        <p:nvSpPr>
          <p:cNvPr id="3" name="Text Placeholder 2"/>
          <p:cNvSpPr>
            <a:spLocks noGrp="1"/>
          </p:cNvSpPr>
          <p:nvPr>
            <p:ph type="body" sz="quarter" idx="10"/>
          </p:nvPr>
        </p:nvSpPr>
        <p:spPr/>
        <p:txBody>
          <a:bodyPr wrap="square" lIns="127000" tIns="63500" rIns="101600" bIns="50800"/>
          <a:lstStyle/>
          <a:p>
            <a:pPr>
              <a:spcAft>
                <a:spcPts val="500"/>
              </a:spcAft>
              <a:defRPr sz="1100" b="0">
                <a:solidFill>
                  <a:srgbClr val="5C6978"/>
                </a:solidFill>
                <a:latin typeface="Arial"/>
              </a:defRPr>
            </a:pPr>
            <a:r>
              <a:t>Chaque prédiction reste rattachée à un modèle et à une trace</a:t>
            </a:r>
          </a:p>
        </p:txBody>
      </p:sp>
      <p:sp>
        <p:nvSpPr>
          <p:cNvPr id="20" name="Rounded Rectangle 19"/>
          <p:cNvSpPr/>
          <p:nvPr/>
        </p:nvSpPr>
        <p:spPr>
          <a:xfrm>
            <a:off x="1889760" y="4831080"/>
            <a:ext cx="8412480" cy="685800"/>
          </a:xfrm>
          <a:prstGeom prst="roundRect">
            <a:avLst/>
          </a:prstGeom>
          <a:solidFill>
            <a:srgbClr val="EBF5FB"/>
          </a:solidFill>
          <a:ln>
            <a:solidFill>
              <a:srgbClr val="005FB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500" b="1">
                <a:solidFill>
                  <a:srgbClr val="142337"/>
                </a:solidFill>
                <a:latin typeface="Arial"/>
              </a:defRPr>
            </a:pPr>
            <a:r>
              <a:t>Artefact versionné • logs d’inférence et de retrain • feedback séparé • promotion ou rejet • rollback</a:t>
            </a:r>
          </a:p>
        </p:txBody>
      </p:sp>
      <p:pic>
        <p:nvPicPr>
          <p:cNvPr id="21" name="Image 20">
            <a:extLst>
              <a:ext uri="{FF2B5EF4-FFF2-40B4-BE49-F238E27FC236}">
                <a16:creationId xmlns:a16="http://schemas.microsoft.com/office/drawing/2014/main" id="{085E1092-BA81-8474-AAEC-4B1290B90DF2}"/>
              </a:ext>
            </a:extLst>
          </p:cNvPr>
          <p:cNvPicPr>
            <a:picLocks noChangeAspect="1"/>
          </p:cNvPicPr>
          <p:nvPr/>
        </p:nvPicPr>
        <p:blipFill>
          <a:blip r:embed="rId2"/>
          <a:stretch>
            <a:fillRect/>
          </a:stretch>
        </p:blipFill>
        <p:spPr>
          <a:xfrm>
            <a:off x="0" y="1188849"/>
            <a:ext cx="12192000" cy="3314571"/>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1" cy="1"/>
          <a:chOff x="0" y="0"/>
          <a:chExt cx="1" cy="1"/>
        </a:xfrm>
      </p:grpSpPr>
      <p:sp>
        <p:nvSpPr>
          <p:cNvPr id="2" name="Title 1"/>
          <p:cNvSpPr>
            <a:spLocks noGrp="1"/>
          </p:cNvSpPr>
          <p:nvPr>
            <p:ph type="title"/>
          </p:nvPr>
        </p:nvSpPr>
        <p:spPr/>
        <p:txBody>
          <a:bodyPr wrap="square" lIns="127000" tIns="63500" rIns="101600" bIns="50800"/>
          <a:lstStyle/>
          <a:p>
            <a:pPr>
              <a:spcAft>
                <a:spcPts val="500"/>
              </a:spcAft>
              <a:defRPr sz="2600" b="1">
                <a:solidFill>
                  <a:srgbClr val="142337"/>
                </a:solidFill>
                <a:latin typeface="Arial"/>
              </a:defRPr>
            </a:pPr>
            <a:r>
              <a:t>Le monitoring distingue santé du service et comportement du modèle</a:t>
            </a:r>
          </a:p>
        </p:txBody>
      </p:sp>
      <p:sp>
        <p:nvSpPr>
          <p:cNvPr id="3" name="Text Placeholder 2"/>
          <p:cNvSpPr>
            <a:spLocks noGrp="1"/>
          </p:cNvSpPr>
          <p:nvPr>
            <p:ph type="body" sz="quarter" idx="10"/>
          </p:nvPr>
        </p:nvSpPr>
        <p:spPr/>
        <p:txBody>
          <a:bodyPr wrap="square" lIns="127000" tIns="63500" rIns="101600" bIns="50800"/>
          <a:lstStyle/>
          <a:p>
            <a:pPr>
              <a:spcAft>
                <a:spcPts val="500"/>
              </a:spcAft>
              <a:defRPr sz="1100" b="0">
                <a:solidFill>
                  <a:srgbClr val="5C6978"/>
                </a:solidFill>
                <a:latin typeface="Arial"/>
              </a:defRPr>
            </a:pPr>
            <a:r>
              <a:t>Prometheus et Grafana donnent une vue opérationnelle continue</a:t>
            </a:r>
          </a:p>
        </p:txBody>
      </p:sp>
      <p:sp>
        <p:nvSpPr>
          <p:cNvPr id="4" name="Text Placeholder 3"/>
          <p:cNvSpPr>
            <a:spLocks noGrp="1"/>
          </p:cNvSpPr>
          <p:nvPr>
            <p:ph type="body" sz="quarter" idx="21"/>
          </p:nvPr>
        </p:nvSpPr>
        <p:spPr/>
        <p:txBody>
          <a:bodyPr wrap="square" lIns="127000" tIns="63500" rIns="101600" bIns="50800"/>
          <a:lstStyle/>
          <a:p>
            <a:pPr>
              <a:spcAft>
                <a:spcPts val="500"/>
              </a:spcAft>
              <a:defRPr sz="1700" b="1">
                <a:solidFill>
                  <a:srgbClr val="005FB8"/>
                </a:solidFill>
                <a:latin typeface="Arial"/>
              </a:defRPr>
            </a:pPr>
            <a:r>
              <a:t>Activité</a:t>
            </a:r>
          </a:p>
        </p:txBody>
      </p:sp>
      <p:sp>
        <p:nvSpPr>
          <p:cNvPr id="5" name="Text Placeholder 4"/>
          <p:cNvSpPr>
            <a:spLocks noGrp="1"/>
          </p:cNvSpPr>
          <p:nvPr>
            <p:ph type="body" sz="quarter" idx="13"/>
          </p:nvPr>
        </p:nvSpPr>
        <p:spPr/>
        <p:txBody>
          <a:bodyPr wrap="square" lIns="127000" tIns="63500" rIns="101600" bIns="50800"/>
          <a:lstStyle/>
          <a:p>
            <a:pPr>
              <a:spcAft>
                <a:spcPts val="500"/>
              </a:spcAft>
              <a:defRPr sz="1500" b="0">
                <a:solidFill>
                  <a:srgbClr val="142337"/>
                </a:solidFill>
                <a:latin typeface="Arial"/>
              </a:defRPr>
            </a:pPr>
            <a:r>
              <a:t>Volume de prédictions</a:t>
            </a:r>
            <a:br/>
            <a:r>
              <a:t>Classes prédites</a:t>
            </a:r>
            <a:br/>
            <a:r>
              <a:t>Événements de retrain</a:t>
            </a:r>
          </a:p>
        </p:txBody>
      </p:sp>
      <p:sp>
        <p:nvSpPr>
          <p:cNvPr id="6" name="Text Placeholder 5"/>
          <p:cNvSpPr>
            <a:spLocks noGrp="1"/>
          </p:cNvSpPr>
          <p:nvPr>
            <p:ph type="body" sz="quarter" idx="19"/>
          </p:nvPr>
        </p:nvSpPr>
        <p:spPr>
          <a:xfrm>
            <a:off x="428624" y="2880360"/>
            <a:ext cx="3566160" cy="548640"/>
          </a:xfrm>
        </p:spPr>
        <p:txBody>
          <a:bodyPr wrap="square" lIns="127000" tIns="63500" rIns="101600" bIns="50800"/>
          <a:lstStyle/>
          <a:p>
            <a:pPr>
              <a:spcAft>
                <a:spcPts val="500"/>
              </a:spcAft>
              <a:defRPr sz="1700" b="1">
                <a:solidFill>
                  <a:srgbClr val="005FB8"/>
                </a:solidFill>
                <a:latin typeface="Arial"/>
              </a:defRPr>
            </a:pPr>
            <a:r>
              <a:rPr dirty="0" err="1"/>
              <a:t>Comportement</a:t>
            </a:r>
            <a:endParaRPr dirty="0"/>
          </a:p>
        </p:txBody>
      </p:sp>
      <p:sp>
        <p:nvSpPr>
          <p:cNvPr id="7" name="Text Placeholder 6"/>
          <p:cNvSpPr>
            <a:spLocks noGrp="1"/>
          </p:cNvSpPr>
          <p:nvPr>
            <p:ph type="body" sz="quarter" idx="15"/>
          </p:nvPr>
        </p:nvSpPr>
        <p:spPr>
          <a:xfrm>
            <a:off x="428624" y="3429001"/>
            <a:ext cx="3566160" cy="706119"/>
          </a:xfrm>
        </p:spPr>
        <p:txBody>
          <a:bodyPr wrap="square" lIns="127000" tIns="63500" rIns="101600" bIns="50800"/>
          <a:lstStyle/>
          <a:p>
            <a:pPr>
              <a:spcAft>
                <a:spcPts val="500"/>
              </a:spcAft>
              <a:defRPr sz="1500" b="0">
                <a:solidFill>
                  <a:srgbClr val="142337"/>
                </a:solidFill>
                <a:latin typeface="Arial"/>
              </a:defRPr>
            </a:pPr>
            <a:r>
              <a:rPr dirty="0"/>
              <a:t>Distribution des </a:t>
            </a:r>
            <a:r>
              <a:rPr dirty="0" err="1"/>
              <a:t>confiances</a:t>
            </a:r>
            <a:br>
              <a:rPr dirty="0"/>
            </a:br>
            <a:r>
              <a:rPr dirty="0" err="1"/>
              <a:t>Taux</a:t>
            </a:r>
            <a:r>
              <a:rPr dirty="0"/>
              <a:t> </a:t>
            </a:r>
            <a:r>
              <a:rPr dirty="0" err="1"/>
              <a:t>d’abstention</a:t>
            </a:r>
            <a:endParaRPr dirty="0"/>
          </a:p>
        </p:txBody>
      </p:sp>
      <p:sp>
        <p:nvSpPr>
          <p:cNvPr id="8" name="Text Placeholder 7"/>
          <p:cNvSpPr>
            <a:spLocks noGrp="1"/>
          </p:cNvSpPr>
          <p:nvPr>
            <p:ph type="body" sz="quarter" idx="20"/>
          </p:nvPr>
        </p:nvSpPr>
        <p:spPr>
          <a:xfrm>
            <a:off x="428624" y="4183857"/>
            <a:ext cx="3566160" cy="548640"/>
          </a:xfrm>
        </p:spPr>
        <p:txBody>
          <a:bodyPr wrap="square" lIns="127000" tIns="63500" rIns="101600" bIns="50800"/>
          <a:lstStyle/>
          <a:p>
            <a:pPr>
              <a:spcAft>
                <a:spcPts val="500"/>
              </a:spcAft>
              <a:defRPr sz="1700" b="1">
                <a:solidFill>
                  <a:srgbClr val="005FB8"/>
                </a:solidFill>
                <a:latin typeface="Arial"/>
              </a:defRPr>
            </a:pPr>
            <a:r>
              <a:rPr dirty="0" err="1"/>
              <a:t>Fiabilité</a:t>
            </a:r>
            <a:endParaRPr dirty="0"/>
          </a:p>
        </p:txBody>
      </p:sp>
      <p:sp>
        <p:nvSpPr>
          <p:cNvPr id="9" name="Text Placeholder 8"/>
          <p:cNvSpPr>
            <a:spLocks noGrp="1"/>
          </p:cNvSpPr>
          <p:nvPr>
            <p:ph type="body" sz="quarter" idx="17"/>
          </p:nvPr>
        </p:nvSpPr>
        <p:spPr>
          <a:xfrm>
            <a:off x="428624" y="4732498"/>
            <a:ext cx="3566160" cy="4082096"/>
          </a:xfrm>
        </p:spPr>
        <p:txBody>
          <a:bodyPr wrap="square" lIns="127000" tIns="63500" rIns="101600" bIns="50800"/>
          <a:lstStyle/>
          <a:p>
            <a:pPr>
              <a:spcAft>
                <a:spcPts val="500"/>
              </a:spcAft>
              <a:defRPr sz="1500" b="0">
                <a:solidFill>
                  <a:srgbClr val="142337"/>
                </a:solidFill>
                <a:latin typeface="Arial"/>
              </a:defRPr>
            </a:pPr>
            <a:r>
              <a:t>Latence API</a:t>
            </a:r>
            <a:br/>
            <a:r>
              <a:t>Erreurs HTTP</a:t>
            </a:r>
            <a:br/>
            <a:r>
              <a:t>Disponibilité des cibles</a:t>
            </a:r>
          </a:p>
        </p:txBody>
      </p:sp>
      <p:pic>
        <p:nvPicPr>
          <p:cNvPr id="11" name="Image 10">
            <a:extLst>
              <a:ext uri="{FF2B5EF4-FFF2-40B4-BE49-F238E27FC236}">
                <a16:creationId xmlns:a16="http://schemas.microsoft.com/office/drawing/2014/main" id="{36E9AF12-F122-5C0D-A0EA-B2D18F71F4B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27858" y="1063626"/>
            <a:ext cx="7538720" cy="565404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1" cy="1"/>
          <a:chOff x="0" y="0"/>
          <a:chExt cx="1" cy="1"/>
        </a:xfrm>
      </p:grpSpPr>
      <p:sp>
        <p:nvSpPr>
          <p:cNvPr id="2" name="Title 1"/>
          <p:cNvSpPr>
            <a:spLocks noGrp="1"/>
          </p:cNvSpPr>
          <p:nvPr>
            <p:ph type="title"/>
          </p:nvPr>
        </p:nvSpPr>
        <p:spPr/>
        <p:txBody>
          <a:bodyPr wrap="square" lIns="127000" tIns="63500" rIns="101600" bIns="50800"/>
          <a:lstStyle/>
          <a:p>
            <a:pPr>
              <a:spcAft>
                <a:spcPts val="500"/>
              </a:spcAft>
              <a:defRPr sz="2600" b="1">
                <a:solidFill>
                  <a:srgbClr val="142337"/>
                </a:solidFill>
                <a:latin typeface="Arial"/>
              </a:defRPr>
            </a:pPr>
            <a:r>
              <a:t>MLflow permet de reconstruire l’histoire d’un modèle</a:t>
            </a:r>
          </a:p>
        </p:txBody>
      </p:sp>
      <p:sp>
        <p:nvSpPr>
          <p:cNvPr id="3" name="Text Placeholder 2"/>
          <p:cNvSpPr>
            <a:spLocks noGrp="1"/>
          </p:cNvSpPr>
          <p:nvPr>
            <p:ph type="body" sz="quarter" idx="10"/>
          </p:nvPr>
        </p:nvSpPr>
        <p:spPr/>
        <p:txBody>
          <a:bodyPr wrap="square" lIns="127000" tIns="63500" rIns="101600" bIns="50800"/>
          <a:lstStyle/>
          <a:p>
            <a:pPr>
              <a:spcAft>
                <a:spcPts val="500"/>
              </a:spcAft>
              <a:defRPr sz="1100" b="0">
                <a:solidFill>
                  <a:srgbClr val="5C6978"/>
                </a:solidFill>
                <a:latin typeface="Arial"/>
              </a:defRPr>
            </a:pPr>
            <a:r>
              <a:t>Chaque promotion ou rejet reste explicable</a:t>
            </a:r>
          </a:p>
        </p:txBody>
      </p:sp>
      <p:sp>
        <p:nvSpPr>
          <p:cNvPr id="4" name="Content Placeholder 3"/>
          <p:cNvSpPr>
            <a:spLocks noGrp="1"/>
          </p:cNvSpPr>
          <p:nvPr>
            <p:ph idx="12"/>
          </p:nvPr>
        </p:nvSpPr>
        <p:spPr/>
        <p:txBody>
          <a:bodyPr wrap="square"/>
          <a:lstStyle/>
          <a:p>
            <a:pPr>
              <a:spcAft>
                <a:spcPts val="700"/>
              </a:spcAft>
              <a:defRPr sz="1600">
                <a:solidFill>
                  <a:srgbClr val="142337"/>
                </a:solidFill>
                <a:latin typeface="Arial"/>
              </a:defRPr>
            </a:pPr>
            <a:r>
              <a:t>Paramètres d’entraînement</a:t>
            </a:r>
          </a:p>
          <a:p>
            <a:pPr>
              <a:spcAft>
                <a:spcPts val="700"/>
              </a:spcAft>
              <a:defRPr sz="1600">
                <a:solidFill>
                  <a:srgbClr val="142337"/>
                </a:solidFill>
                <a:latin typeface="Arial"/>
              </a:defRPr>
            </a:pPr>
            <a:r>
              <a:t>Métriques</a:t>
            </a:r>
          </a:p>
          <a:p>
            <a:pPr>
              <a:spcAft>
                <a:spcPts val="700"/>
              </a:spcAft>
              <a:defRPr sz="1600">
                <a:solidFill>
                  <a:srgbClr val="142337"/>
                </a:solidFill>
                <a:latin typeface="Arial"/>
              </a:defRPr>
            </a:pPr>
            <a:r>
              <a:t>Features utilisées</a:t>
            </a:r>
          </a:p>
          <a:p>
            <a:pPr>
              <a:spcAft>
                <a:spcPts val="700"/>
              </a:spcAft>
              <a:defRPr sz="1600">
                <a:solidFill>
                  <a:srgbClr val="142337"/>
                </a:solidFill>
                <a:latin typeface="Arial"/>
              </a:defRPr>
            </a:pPr>
            <a:r>
              <a:t>Artefacts du modèle</a:t>
            </a:r>
          </a:p>
          <a:p>
            <a:pPr>
              <a:spcAft>
                <a:spcPts val="700"/>
              </a:spcAft>
              <a:defRPr sz="1600">
                <a:solidFill>
                  <a:srgbClr val="142337"/>
                </a:solidFill>
                <a:latin typeface="Arial"/>
              </a:defRPr>
            </a:pPr>
            <a:r>
              <a:t>Identifiant du run</a:t>
            </a:r>
          </a:p>
          <a:p>
            <a:pPr>
              <a:spcAft>
                <a:spcPts val="700"/>
              </a:spcAft>
              <a:defRPr sz="1600">
                <a:solidFill>
                  <a:srgbClr val="142337"/>
                </a:solidFill>
                <a:latin typeface="Arial"/>
              </a:defRPr>
            </a:pPr>
            <a:r>
              <a:t>Décision de promotion ou de rejet</a:t>
            </a:r>
          </a:p>
        </p:txBody>
      </p:sp>
      <p:pic>
        <p:nvPicPr>
          <p:cNvPr id="8" name="Image 7">
            <a:extLst>
              <a:ext uri="{FF2B5EF4-FFF2-40B4-BE49-F238E27FC236}">
                <a16:creationId xmlns:a16="http://schemas.microsoft.com/office/drawing/2014/main" id="{E9FCABC3-8BB1-6240-D5DD-949A17160CA9}"/>
              </a:ext>
            </a:extLst>
          </p:cNvPr>
          <p:cNvPicPr>
            <a:picLocks noChangeAspect="1"/>
          </p:cNvPicPr>
          <p:nvPr/>
        </p:nvPicPr>
        <p:blipFill>
          <a:blip r:embed="rId2"/>
          <a:stretch>
            <a:fillRect/>
          </a:stretch>
        </p:blipFill>
        <p:spPr>
          <a:xfrm>
            <a:off x="3789454" y="1044695"/>
            <a:ext cx="8239986" cy="5032254"/>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1" cy="1"/>
          <a:chOff x="0" y="0"/>
          <a:chExt cx="1" cy="1"/>
        </a:xfrm>
      </p:grpSpPr>
      <p:sp>
        <p:nvSpPr>
          <p:cNvPr id="2" name="Title 1"/>
          <p:cNvSpPr>
            <a:spLocks noGrp="1"/>
          </p:cNvSpPr>
          <p:nvPr>
            <p:ph type="title"/>
          </p:nvPr>
        </p:nvSpPr>
        <p:spPr>
          <a:xfrm>
            <a:off x="428624" y="291451"/>
            <a:ext cx="11435390" cy="912315"/>
          </a:xfrm>
        </p:spPr>
        <p:txBody>
          <a:bodyPr wrap="square" lIns="127000" tIns="63500" rIns="101600" bIns="50800"/>
          <a:lstStyle/>
          <a:p>
            <a:r>
              <a:t>La boucle d’amélioration apprend du terrain sans remplacement inconditionnel</a:t>
            </a:r>
          </a:p>
        </p:txBody>
      </p:sp>
      <p:sp>
        <p:nvSpPr>
          <p:cNvPr id="3" name="Text Placeholder 2"/>
          <p:cNvSpPr>
            <a:spLocks noGrp="1"/>
          </p:cNvSpPr>
          <p:nvPr>
            <p:ph type="body" sz="quarter" idx="10"/>
          </p:nvPr>
        </p:nvSpPr>
        <p:spPr>
          <a:xfrm>
            <a:off x="428624" y="1200815"/>
            <a:ext cx="11337925" cy="493776"/>
          </a:xfrm>
        </p:spPr>
        <p:txBody>
          <a:bodyPr wrap="square" lIns="127000" tIns="63500" rIns="101600" bIns="50800"/>
          <a:lstStyle/>
          <a:p>
            <a:r>
              <a:rPr dirty="0"/>
              <a:t>La promotion est </a:t>
            </a:r>
            <a:r>
              <a:rPr dirty="0" err="1"/>
              <a:t>automatique</a:t>
            </a:r>
            <a:r>
              <a:rPr dirty="0"/>
              <a:t> </a:t>
            </a:r>
            <a:r>
              <a:rPr dirty="0" err="1"/>
              <a:t>uniquement</a:t>
            </a:r>
            <a:r>
              <a:rPr dirty="0"/>
              <a:t> </a:t>
            </a:r>
            <a:r>
              <a:rPr dirty="0" err="1"/>
              <a:t>lorsque</a:t>
            </a:r>
            <a:r>
              <a:rPr dirty="0"/>
              <a:t> les conditions </a:t>
            </a:r>
            <a:r>
              <a:rPr dirty="0" err="1"/>
              <a:t>définies</a:t>
            </a:r>
            <a:r>
              <a:rPr dirty="0"/>
              <a:t> </a:t>
            </a:r>
            <a:r>
              <a:rPr dirty="0" err="1"/>
              <a:t>sont</a:t>
            </a:r>
            <a:r>
              <a:rPr dirty="0"/>
              <a:t> </a:t>
            </a:r>
            <a:r>
              <a:rPr dirty="0" err="1"/>
              <a:t>satisfaites</a:t>
            </a:r>
            <a:endParaRPr dirty="0"/>
          </a:p>
        </p:txBody>
      </p:sp>
      <p:sp>
        <p:nvSpPr>
          <p:cNvPr id="5" name="Rounded Rectangle 4"/>
          <p:cNvSpPr/>
          <p:nvPr/>
        </p:nvSpPr>
        <p:spPr>
          <a:xfrm>
            <a:off x="320040" y="1691640"/>
            <a:ext cx="1463040" cy="502920"/>
          </a:xfrm>
          <a:prstGeom prst="roundRect">
            <a:avLst/>
          </a:prstGeom>
          <a:solidFill>
            <a:srgbClr val="005FB8"/>
          </a:solidFill>
          <a:ln>
            <a:solidFill>
              <a:srgbClr val="005FB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FFFFFF"/>
                </a:solidFill>
                <a:latin typeface="Arial"/>
              </a:defRPr>
            </a:pPr>
            <a:r>
              <a:t>Conseiller</a:t>
            </a:r>
          </a:p>
        </p:txBody>
      </p:sp>
      <p:sp>
        <p:nvSpPr>
          <p:cNvPr id="6" name="Rounded Rectangle 5"/>
          <p:cNvSpPr/>
          <p:nvPr/>
        </p:nvSpPr>
        <p:spPr>
          <a:xfrm>
            <a:off x="2240280" y="1691640"/>
            <a:ext cx="1463040" cy="502920"/>
          </a:xfrm>
          <a:prstGeom prst="roundRect">
            <a:avLst/>
          </a:prstGeom>
          <a:solidFill>
            <a:srgbClr val="00AEEF"/>
          </a:solidFill>
          <a:ln>
            <a:solidFill>
              <a:srgbClr val="00AEEF"/>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FFFFFF"/>
                </a:solidFill>
                <a:latin typeface="Arial"/>
              </a:defRPr>
            </a:pPr>
            <a:r>
              <a:t>API</a:t>
            </a:r>
          </a:p>
        </p:txBody>
      </p:sp>
      <p:sp>
        <p:nvSpPr>
          <p:cNvPr id="7" name="Rounded Rectangle 6"/>
          <p:cNvSpPr/>
          <p:nvPr/>
        </p:nvSpPr>
        <p:spPr>
          <a:xfrm>
            <a:off x="4160520" y="1691640"/>
            <a:ext cx="1463040" cy="502920"/>
          </a:xfrm>
          <a:prstGeom prst="roundRect">
            <a:avLst/>
          </a:prstGeom>
          <a:solidFill>
            <a:srgbClr val="EB7332"/>
          </a:solidFill>
          <a:ln>
            <a:solidFill>
              <a:srgbClr val="EB733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FFFFFF"/>
                </a:solidFill>
                <a:latin typeface="Arial"/>
              </a:defRPr>
            </a:pPr>
            <a:r>
              <a:t>Feedback</a:t>
            </a:r>
          </a:p>
        </p:txBody>
      </p:sp>
      <p:sp>
        <p:nvSpPr>
          <p:cNvPr id="8" name="Rounded Rectangle 7"/>
          <p:cNvSpPr/>
          <p:nvPr/>
        </p:nvSpPr>
        <p:spPr>
          <a:xfrm>
            <a:off x="6080760" y="1691640"/>
            <a:ext cx="1463040" cy="502920"/>
          </a:xfrm>
          <a:prstGeom prst="roundRect">
            <a:avLst/>
          </a:prstGeom>
          <a:solidFill>
            <a:srgbClr val="34965F"/>
          </a:solidFill>
          <a:ln>
            <a:solidFill>
              <a:srgbClr val="34965F"/>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FFFFFF"/>
                </a:solidFill>
                <a:latin typeface="Arial"/>
              </a:defRPr>
            </a:pPr>
            <a:r>
              <a:t>Retrain</a:t>
            </a:r>
          </a:p>
        </p:txBody>
      </p:sp>
      <p:sp>
        <p:nvSpPr>
          <p:cNvPr id="9" name="Rounded Rectangle 8"/>
          <p:cNvSpPr/>
          <p:nvPr/>
        </p:nvSpPr>
        <p:spPr>
          <a:xfrm>
            <a:off x="8001000" y="1691640"/>
            <a:ext cx="1463040" cy="502920"/>
          </a:xfrm>
          <a:prstGeom prst="roundRect">
            <a:avLst/>
          </a:prstGeom>
          <a:solidFill>
            <a:srgbClr val="644BAA"/>
          </a:solidFill>
          <a:ln>
            <a:solidFill>
              <a:srgbClr val="644BA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FFFFFF"/>
                </a:solidFill>
                <a:latin typeface="Arial"/>
              </a:defRPr>
            </a:pPr>
            <a:r>
              <a:t>Promotion</a:t>
            </a:r>
          </a:p>
        </p:txBody>
      </p:sp>
      <p:sp>
        <p:nvSpPr>
          <p:cNvPr id="10" name="Rounded Rectangle 9"/>
          <p:cNvSpPr/>
          <p:nvPr/>
        </p:nvSpPr>
        <p:spPr>
          <a:xfrm>
            <a:off x="9921240" y="1691640"/>
            <a:ext cx="1463040" cy="502920"/>
          </a:xfrm>
          <a:prstGeom prst="roundRect">
            <a:avLst/>
          </a:prstGeom>
          <a:solidFill>
            <a:srgbClr val="142337"/>
          </a:solidFill>
          <a:ln>
            <a:solidFill>
              <a:srgbClr val="142337"/>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FFFFFF"/>
                </a:solidFill>
                <a:latin typeface="Arial"/>
              </a:defRPr>
            </a:pPr>
            <a:r>
              <a:t>Modèle actif</a:t>
            </a:r>
          </a:p>
        </p:txBody>
      </p:sp>
      <p:sp>
        <p:nvSpPr>
          <p:cNvPr id="11" name="Right Arrow 10"/>
          <p:cNvSpPr/>
          <p:nvPr/>
        </p:nvSpPr>
        <p:spPr>
          <a:xfrm>
            <a:off x="1783080" y="1828800"/>
            <a:ext cx="320040" cy="219456"/>
          </a:xfrm>
          <a:prstGeom prst="rightArrow">
            <a:avLst/>
          </a:prstGeom>
          <a:solidFill>
            <a:srgbClr val="5C69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594360" y="2514600"/>
            <a:ext cx="1828800" cy="475488"/>
          </a:xfrm>
          <a:prstGeom prst="roundRect">
            <a:avLst/>
          </a:prstGeom>
          <a:solidFill>
            <a:srgbClr val="F2F5F8"/>
          </a:solidFill>
          <a:ln>
            <a:solidFill>
              <a:srgbClr val="F2F5F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0">
                <a:solidFill>
                  <a:srgbClr val="142337"/>
                </a:solidFill>
                <a:latin typeface="Arial"/>
              </a:defRPr>
            </a:pPr>
            <a:r>
              <a:t>Prédiction</a:t>
            </a:r>
          </a:p>
        </p:txBody>
      </p:sp>
      <p:sp>
        <p:nvSpPr>
          <p:cNvPr id="13" name="Right Arrow 12"/>
          <p:cNvSpPr/>
          <p:nvPr/>
        </p:nvSpPr>
        <p:spPr>
          <a:xfrm>
            <a:off x="3703320" y="1828800"/>
            <a:ext cx="320040" cy="219456"/>
          </a:xfrm>
          <a:prstGeom prst="rightArrow">
            <a:avLst/>
          </a:prstGeom>
          <a:solidFill>
            <a:srgbClr val="5C69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2514600" y="2514600"/>
            <a:ext cx="1828800" cy="475488"/>
          </a:xfrm>
          <a:prstGeom prst="roundRect">
            <a:avLst/>
          </a:prstGeom>
          <a:solidFill>
            <a:srgbClr val="F2F5F8"/>
          </a:solidFill>
          <a:ln>
            <a:solidFill>
              <a:srgbClr val="F2F5F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0">
                <a:solidFill>
                  <a:srgbClr val="142337"/>
                </a:solidFill>
                <a:latin typeface="Arial"/>
              </a:defRPr>
            </a:pPr>
            <a:r>
              <a:t>Classe + request_id</a:t>
            </a:r>
          </a:p>
        </p:txBody>
      </p:sp>
      <p:sp>
        <p:nvSpPr>
          <p:cNvPr id="15" name="Right Arrow 14"/>
          <p:cNvSpPr/>
          <p:nvPr/>
        </p:nvSpPr>
        <p:spPr>
          <a:xfrm>
            <a:off x="5623560" y="1828800"/>
            <a:ext cx="320040" cy="219456"/>
          </a:xfrm>
          <a:prstGeom prst="rightArrow">
            <a:avLst/>
          </a:prstGeom>
          <a:solidFill>
            <a:srgbClr val="5C69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4434840" y="2514600"/>
            <a:ext cx="1828800" cy="475488"/>
          </a:xfrm>
          <a:prstGeom prst="roundRect">
            <a:avLst/>
          </a:prstGeom>
          <a:solidFill>
            <a:srgbClr val="F2F5F8"/>
          </a:solidFill>
          <a:ln>
            <a:solidFill>
              <a:srgbClr val="F2F5F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0">
                <a:solidFill>
                  <a:srgbClr val="142337"/>
                </a:solidFill>
                <a:latin typeface="Arial"/>
              </a:defRPr>
            </a:pPr>
            <a:r>
              <a:t>Feedback réel</a:t>
            </a:r>
          </a:p>
        </p:txBody>
      </p:sp>
      <p:sp>
        <p:nvSpPr>
          <p:cNvPr id="17" name="Right Arrow 16"/>
          <p:cNvSpPr/>
          <p:nvPr/>
        </p:nvSpPr>
        <p:spPr>
          <a:xfrm>
            <a:off x="7543800" y="1828800"/>
            <a:ext cx="320040" cy="219456"/>
          </a:xfrm>
          <a:prstGeom prst="rightArrow">
            <a:avLst/>
          </a:prstGeom>
          <a:solidFill>
            <a:srgbClr val="5C69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355080" y="2514600"/>
            <a:ext cx="1828800" cy="475488"/>
          </a:xfrm>
          <a:prstGeom prst="roundRect">
            <a:avLst/>
          </a:prstGeom>
          <a:solidFill>
            <a:srgbClr val="F2F5F8"/>
          </a:solidFill>
          <a:ln>
            <a:solidFill>
              <a:srgbClr val="F2F5F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0">
                <a:solidFill>
                  <a:srgbClr val="142337"/>
                </a:solidFill>
                <a:latin typeface="Arial"/>
              </a:defRPr>
            </a:pPr>
            <a:r>
              <a:t>Candidat</a:t>
            </a:r>
          </a:p>
        </p:txBody>
      </p:sp>
      <p:sp>
        <p:nvSpPr>
          <p:cNvPr id="19" name="Right Arrow 18"/>
          <p:cNvSpPr/>
          <p:nvPr/>
        </p:nvSpPr>
        <p:spPr>
          <a:xfrm>
            <a:off x="9464040" y="1828800"/>
            <a:ext cx="320040" cy="219456"/>
          </a:xfrm>
          <a:prstGeom prst="rightArrow">
            <a:avLst/>
          </a:prstGeom>
          <a:solidFill>
            <a:srgbClr val="5C69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8275320" y="2514600"/>
            <a:ext cx="1828800" cy="475488"/>
          </a:xfrm>
          <a:prstGeom prst="roundRect">
            <a:avLst/>
          </a:prstGeom>
          <a:solidFill>
            <a:srgbClr val="F2F5F8"/>
          </a:solidFill>
          <a:ln>
            <a:solidFill>
              <a:srgbClr val="F2F5F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0">
                <a:solidFill>
                  <a:srgbClr val="142337"/>
                </a:solidFill>
                <a:latin typeface="Arial"/>
              </a:defRPr>
            </a:pPr>
            <a:r>
              <a:t>Comparer sur reference_set</a:t>
            </a:r>
          </a:p>
        </p:txBody>
      </p:sp>
      <p:sp>
        <p:nvSpPr>
          <p:cNvPr id="21" name="Rounded Rectangle 20"/>
          <p:cNvSpPr/>
          <p:nvPr/>
        </p:nvSpPr>
        <p:spPr>
          <a:xfrm>
            <a:off x="914400" y="3727091"/>
            <a:ext cx="10058400" cy="777240"/>
          </a:xfrm>
          <a:prstGeom prst="roundRect">
            <a:avLst/>
          </a:prstGeom>
          <a:solidFill>
            <a:srgbClr val="EBF5FB"/>
          </a:solidFill>
          <a:ln>
            <a:solidFill>
              <a:srgbClr val="005FB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500" b="1">
                <a:solidFill>
                  <a:srgbClr val="142337"/>
                </a:solidFill>
                <a:latin typeface="Arial"/>
              </a:defRPr>
            </a:pPr>
            <a:r>
              <a:rPr dirty="0"/>
              <a:t>Recall </a:t>
            </a:r>
            <a:r>
              <a:rPr dirty="0" err="1"/>
              <a:t>classe</a:t>
            </a:r>
            <a:r>
              <a:rPr dirty="0"/>
              <a:t> 2 </a:t>
            </a:r>
            <a:r>
              <a:rPr dirty="0" err="1"/>
              <a:t>prioritaire</a:t>
            </a:r>
            <a:r>
              <a:rPr dirty="0"/>
              <a:t> • </a:t>
            </a:r>
            <a:r>
              <a:rPr dirty="0" err="1"/>
              <a:t>candidat</a:t>
            </a:r>
            <a:r>
              <a:rPr dirty="0"/>
              <a:t> </a:t>
            </a:r>
            <a:r>
              <a:rPr dirty="0" err="1"/>
              <a:t>rejeté</a:t>
            </a:r>
            <a:r>
              <a:rPr dirty="0"/>
              <a:t> = production </a:t>
            </a:r>
            <a:r>
              <a:rPr dirty="0" err="1"/>
              <a:t>inchangée</a:t>
            </a:r>
            <a:r>
              <a:rPr dirty="0"/>
              <a:t> • promotion = </a:t>
            </a:r>
            <a:r>
              <a:rPr dirty="0" err="1"/>
              <a:t>ancien</a:t>
            </a:r>
            <a:r>
              <a:rPr dirty="0"/>
              <a:t> </a:t>
            </a:r>
            <a:r>
              <a:rPr dirty="0" err="1"/>
              <a:t>modèle</a:t>
            </a:r>
            <a:r>
              <a:rPr dirty="0"/>
              <a:t> </a:t>
            </a:r>
            <a:r>
              <a:rPr dirty="0" err="1"/>
              <a:t>archivé</a:t>
            </a:r>
            <a:r>
              <a:rPr dirty="0"/>
              <a:t> • rollback disponible</a:t>
            </a:r>
          </a:p>
        </p:txBody>
      </p:sp>
      <p:pic>
        <p:nvPicPr>
          <p:cNvPr id="22" name="Image 21">
            <a:extLst>
              <a:ext uri="{FF2B5EF4-FFF2-40B4-BE49-F238E27FC236}">
                <a16:creationId xmlns:a16="http://schemas.microsoft.com/office/drawing/2014/main" id="{44E88A88-CC88-35D0-5D19-F2BCDC7DAA7B}"/>
              </a:ext>
            </a:extLst>
          </p:cNvPr>
          <p:cNvPicPr>
            <a:picLocks noChangeAspect="1"/>
          </p:cNvPicPr>
          <p:nvPr/>
        </p:nvPicPr>
        <p:blipFill>
          <a:blip r:embed="rId3"/>
          <a:stretch>
            <a:fillRect/>
          </a:stretch>
        </p:blipFill>
        <p:spPr>
          <a:xfrm>
            <a:off x="0" y="4911239"/>
            <a:ext cx="12192000" cy="1946761"/>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1" cy="1"/>
          <a:chOff x="0" y="0"/>
          <a:chExt cx="1" cy="1"/>
        </a:xfrm>
      </p:grpSpPr>
      <p:sp>
        <p:nvSpPr>
          <p:cNvPr id="2" name="Title 1"/>
          <p:cNvSpPr>
            <a:spLocks noGrp="1"/>
          </p:cNvSpPr>
          <p:nvPr>
            <p:ph type="title"/>
          </p:nvPr>
        </p:nvSpPr>
        <p:spPr/>
        <p:txBody>
          <a:bodyPr wrap="square" lIns="127000" tIns="63500" rIns="101600" bIns="50800"/>
          <a:lstStyle/>
          <a:p>
            <a:pPr>
              <a:spcAft>
                <a:spcPts val="500"/>
              </a:spcAft>
              <a:defRPr sz="2600" b="1">
                <a:solidFill>
                  <a:srgbClr val="142337"/>
                </a:solidFill>
                <a:latin typeface="Arial"/>
              </a:defRPr>
            </a:pPr>
            <a:r>
              <a:rPr dirty="0"/>
              <a:t>Docker</a:t>
            </a:r>
          </a:p>
        </p:txBody>
      </p:sp>
      <p:sp>
        <p:nvSpPr>
          <p:cNvPr id="3" name="Text Placeholder 2"/>
          <p:cNvSpPr>
            <a:spLocks noGrp="1"/>
          </p:cNvSpPr>
          <p:nvPr>
            <p:ph type="body" sz="quarter" idx="10"/>
          </p:nvPr>
        </p:nvSpPr>
        <p:spPr/>
        <p:txBody>
          <a:bodyPr wrap="square" lIns="127000" tIns="63500" rIns="101600" bIns="50800"/>
          <a:lstStyle/>
          <a:p>
            <a:pPr>
              <a:spcAft>
                <a:spcPts val="500"/>
              </a:spcAft>
              <a:defRPr sz="1100" b="0">
                <a:solidFill>
                  <a:srgbClr val="5C6978"/>
                </a:solidFill>
                <a:latin typeface="Arial"/>
              </a:defRPr>
            </a:pPr>
            <a:endParaRPr dirty="0"/>
          </a:p>
        </p:txBody>
      </p:sp>
      <p:sp>
        <p:nvSpPr>
          <p:cNvPr id="4" name="Content Placeholder 3"/>
          <p:cNvSpPr>
            <a:spLocks noGrp="1"/>
          </p:cNvSpPr>
          <p:nvPr>
            <p:ph idx="12"/>
          </p:nvPr>
        </p:nvSpPr>
        <p:spPr/>
        <p:txBody>
          <a:bodyPr wrap="square"/>
          <a:lstStyle/>
          <a:p>
            <a:pPr>
              <a:spcAft>
                <a:spcPts val="700"/>
              </a:spcAft>
              <a:defRPr sz="1500">
                <a:solidFill>
                  <a:srgbClr val="142337"/>
                </a:solidFill>
                <a:latin typeface="Arial"/>
              </a:defRPr>
            </a:pPr>
            <a:r>
              <a:rPr dirty="0"/>
              <a:t>Docker Compose </a:t>
            </a:r>
            <a:r>
              <a:rPr dirty="0" err="1"/>
              <a:t>orchestre</a:t>
            </a:r>
            <a:r>
              <a:rPr dirty="0"/>
              <a:t> :</a:t>
            </a:r>
          </a:p>
          <a:p>
            <a:pPr lvl="1">
              <a:spcAft>
                <a:spcPts val="700"/>
              </a:spcAft>
              <a:defRPr sz="1500">
                <a:solidFill>
                  <a:srgbClr val="142337"/>
                </a:solidFill>
                <a:latin typeface="Arial"/>
              </a:defRPr>
            </a:pPr>
            <a:r>
              <a:rPr dirty="0"/>
              <a:t>API</a:t>
            </a:r>
          </a:p>
          <a:p>
            <a:pPr lvl="1">
              <a:spcAft>
                <a:spcPts val="700"/>
              </a:spcAft>
              <a:defRPr sz="1500">
                <a:solidFill>
                  <a:srgbClr val="142337"/>
                </a:solidFill>
                <a:latin typeface="Arial"/>
              </a:defRPr>
            </a:pPr>
            <a:r>
              <a:rPr dirty="0" err="1"/>
              <a:t>MLflow</a:t>
            </a:r>
            <a:endParaRPr dirty="0"/>
          </a:p>
          <a:p>
            <a:pPr lvl="1">
              <a:spcAft>
                <a:spcPts val="700"/>
              </a:spcAft>
              <a:defRPr sz="1500">
                <a:solidFill>
                  <a:srgbClr val="142337"/>
                </a:solidFill>
                <a:latin typeface="Arial"/>
              </a:defRPr>
            </a:pPr>
            <a:r>
              <a:rPr dirty="0"/>
              <a:t>Prometheus</a:t>
            </a:r>
          </a:p>
          <a:p>
            <a:pPr lvl="1">
              <a:spcAft>
                <a:spcPts val="700"/>
              </a:spcAft>
              <a:defRPr sz="1500">
                <a:solidFill>
                  <a:srgbClr val="142337"/>
                </a:solidFill>
                <a:latin typeface="Arial"/>
              </a:defRPr>
            </a:pPr>
            <a:r>
              <a:rPr dirty="0"/>
              <a:t>Grafana</a:t>
            </a:r>
          </a:p>
          <a:p>
            <a:pPr lvl="1">
              <a:spcAft>
                <a:spcPts val="700"/>
              </a:spcAft>
              <a:defRPr sz="1500">
                <a:solidFill>
                  <a:srgbClr val="142337"/>
                </a:solidFill>
                <a:latin typeface="Arial"/>
              </a:defRPr>
            </a:pPr>
            <a:r>
              <a:rPr dirty="0"/>
              <a:t>Retrain </a:t>
            </a:r>
            <a:r>
              <a:rPr dirty="0" err="1"/>
              <a:t>planifié</a:t>
            </a:r>
            <a:endParaRPr dirty="0"/>
          </a:p>
        </p:txBody>
      </p:sp>
      <p:pic>
        <p:nvPicPr>
          <p:cNvPr id="9" name="Image 8">
            <a:extLst>
              <a:ext uri="{FF2B5EF4-FFF2-40B4-BE49-F238E27FC236}">
                <a16:creationId xmlns:a16="http://schemas.microsoft.com/office/drawing/2014/main" id="{ACAEA974-5AEC-DE44-706A-F1BB96C7F35B}"/>
              </a:ext>
            </a:extLst>
          </p:cNvPr>
          <p:cNvPicPr>
            <a:picLocks noChangeAspect="1"/>
          </p:cNvPicPr>
          <p:nvPr/>
        </p:nvPicPr>
        <p:blipFill>
          <a:blip r:embed="rId2"/>
          <a:stretch>
            <a:fillRect/>
          </a:stretch>
        </p:blipFill>
        <p:spPr>
          <a:xfrm>
            <a:off x="3312160" y="1047600"/>
            <a:ext cx="8724969" cy="510041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3321DE-92AA-B545-5917-BEC01D3277D9}"/>
            </a:ext>
          </a:extLst>
        </p:cNvPr>
        <p:cNvGrpSpPr/>
        <p:nvPr/>
      </p:nvGrpSpPr>
      <p:grpSpPr>
        <a:xfrm>
          <a:off x="0" y="0"/>
          <a:ext cx="1" cy="1"/>
          <a:chOff x="0" y="0"/>
          <a:chExt cx="1" cy="1"/>
        </a:xfrm>
      </p:grpSpPr>
      <p:sp>
        <p:nvSpPr>
          <p:cNvPr id="2" name="Title 1">
            <a:extLst>
              <a:ext uri="{FF2B5EF4-FFF2-40B4-BE49-F238E27FC236}">
                <a16:creationId xmlns:a16="http://schemas.microsoft.com/office/drawing/2014/main" id="{F50A3A23-27BE-D14D-6B26-DF809271EA6A}"/>
              </a:ext>
            </a:extLst>
          </p:cNvPr>
          <p:cNvSpPr>
            <a:spLocks noGrp="1"/>
          </p:cNvSpPr>
          <p:nvPr>
            <p:ph type="title"/>
          </p:nvPr>
        </p:nvSpPr>
        <p:spPr>
          <a:xfrm>
            <a:off x="428624" y="291451"/>
            <a:ext cx="11337925" cy="912315"/>
          </a:xfrm>
        </p:spPr>
        <p:txBody>
          <a:bodyPr lIns="127000" tIns="63500" rIns="101600" bIns="50800" anchor="t">
            <a:normAutofit/>
          </a:bodyPr>
          <a:lstStyle/>
          <a:p>
            <a:pPr>
              <a:spcAft>
                <a:spcPts val="500"/>
              </a:spcAft>
              <a:defRPr sz="2600" b="1">
                <a:solidFill>
                  <a:srgbClr val="142337"/>
                </a:solidFill>
                <a:latin typeface="Arial"/>
              </a:defRPr>
            </a:pPr>
            <a:r>
              <a:rPr lang="fr-FR" sz="2600"/>
              <a:t>CI/CD</a:t>
            </a:r>
          </a:p>
        </p:txBody>
      </p:sp>
      <p:sp>
        <p:nvSpPr>
          <p:cNvPr id="3" name="Text Placeholder 2">
            <a:extLst>
              <a:ext uri="{FF2B5EF4-FFF2-40B4-BE49-F238E27FC236}">
                <a16:creationId xmlns:a16="http://schemas.microsoft.com/office/drawing/2014/main" id="{CFF4427A-3BC8-A80B-71AD-1ED5FFC0A70F}"/>
              </a:ext>
            </a:extLst>
          </p:cNvPr>
          <p:cNvSpPr>
            <a:spLocks noGrp="1"/>
          </p:cNvSpPr>
          <p:nvPr>
            <p:ph type="body" sz="quarter" idx="10"/>
          </p:nvPr>
        </p:nvSpPr>
        <p:spPr/>
        <p:txBody>
          <a:bodyPr wrap="square" lIns="127000" tIns="63500" rIns="101600" bIns="50800"/>
          <a:lstStyle/>
          <a:p>
            <a:pPr>
              <a:spcAft>
                <a:spcPts val="500"/>
              </a:spcAft>
              <a:defRPr sz="1100" b="0">
                <a:solidFill>
                  <a:srgbClr val="5C6978"/>
                </a:solidFill>
                <a:latin typeface="Arial"/>
              </a:defRPr>
            </a:pPr>
            <a:endParaRPr dirty="0"/>
          </a:p>
        </p:txBody>
      </p:sp>
      <p:sp>
        <p:nvSpPr>
          <p:cNvPr id="5" name="Content Placeholder 4">
            <a:extLst>
              <a:ext uri="{FF2B5EF4-FFF2-40B4-BE49-F238E27FC236}">
                <a16:creationId xmlns:a16="http://schemas.microsoft.com/office/drawing/2014/main" id="{B5506E7F-E59A-5D13-0EBC-37AFDA35DE12}"/>
              </a:ext>
            </a:extLst>
          </p:cNvPr>
          <p:cNvSpPr>
            <a:spLocks noGrp="1"/>
          </p:cNvSpPr>
          <p:nvPr>
            <p:ph type="body" sz="quarter" idx="10"/>
          </p:nvPr>
        </p:nvSpPr>
        <p:spPr>
          <a:xfrm>
            <a:off x="428624" y="1423667"/>
            <a:ext cx="11337925" cy="4776787"/>
          </a:xfrm>
        </p:spPr>
        <p:txBody>
          <a:bodyPr>
            <a:normAutofit/>
          </a:bodyPr>
          <a:lstStyle/>
          <a:p>
            <a:pPr marL="0" indent="0">
              <a:spcAft>
                <a:spcPts val="700"/>
              </a:spcAft>
              <a:buNone/>
              <a:defRPr sz="1500">
                <a:solidFill>
                  <a:srgbClr val="142337"/>
                </a:solidFill>
                <a:latin typeface="Arial"/>
              </a:defRPr>
            </a:pPr>
            <a:r>
              <a:rPr lang="fr-FR" sz="1500"/>
              <a:t>GitHub Actions automatise : </a:t>
            </a:r>
          </a:p>
          <a:p>
            <a:pPr marL="0" indent="0">
              <a:spcAft>
                <a:spcPts val="700"/>
              </a:spcAft>
              <a:buNone/>
              <a:defRPr sz="1500">
                <a:solidFill>
                  <a:srgbClr val="142337"/>
                </a:solidFill>
                <a:latin typeface="Arial"/>
              </a:defRPr>
            </a:pPr>
            <a:r>
              <a:rPr lang="fr-FR" sz="1500"/>
              <a:t>	Tests et qualité → Entraînement </a:t>
            </a:r>
            <a:r>
              <a:rPr lang="fr-FR" sz="1500" err="1"/>
              <a:t>smoke</a:t>
            </a:r>
            <a:r>
              <a:rPr lang="fr-FR" sz="1500"/>
              <a:t> → </a:t>
            </a:r>
            <a:r>
              <a:rPr lang="fr-FR" sz="1500" err="1"/>
              <a:t>Build</a:t>
            </a:r>
            <a:r>
              <a:rPr lang="fr-FR" sz="1500"/>
              <a:t> Docker → Publication de l’image → Déploiement conditionnel</a:t>
            </a:r>
          </a:p>
        </p:txBody>
      </p:sp>
      <p:sp>
        <p:nvSpPr>
          <p:cNvPr id="10" name="Slide Number Placeholder 3">
            <a:extLst>
              <a:ext uri="{FF2B5EF4-FFF2-40B4-BE49-F238E27FC236}">
                <a16:creationId xmlns:a16="http://schemas.microsoft.com/office/drawing/2014/main" id="{B1A841FB-57F0-BC58-440B-A196257645B7}"/>
              </a:ext>
            </a:extLst>
          </p:cNvPr>
          <p:cNvSpPr>
            <a:spLocks noGrp="1"/>
          </p:cNvSpPr>
          <p:nvPr>
            <p:ph type="sldNum" sz="quarter" idx="4"/>
          </p:nvPr>
        </p:nvSpPr>
        <p:spPr>
          <a:xfrm>
            <a:off x="428625" y="6420355"/>
            <a:ext cx="161904" cy="153888"/>
          </a:xfrm>
        </p:spPr>
        <p:txBody>
          <a:bodyPr/>
          <a:lstStyle/>
          <a:p>
            <a:pPr>
              <a:spcAft>
                <a:spcPts val="600"/>
              </a:spcAft>
            </a:pPr>
            <a:fld id="{DAF489CC-3B7A-4DA5-A8C0-4984788D0EC5}" type="slidenum">
              <a:rPr lang="nl-NL" smtClean="0"/>
              <a:pPr>
                <a:spcAft>
                  <a:spcPts val="600"/>
                </a:spcAft>
              </a:pPr>
              <a:t>20</a:t>
            </a:fld>
            <a:endParaRPr lang="nl-NL"/>
          </a:p>
        </p:txBody>
      </p:sp>
      <p:pic>
        <p:nvPicPr>
          <p:cNvPr id="9" name="Image 8">
            <a:extLst>
              <a:ext uri="{FF2B5EF4-FFF2-40B4-BE49-F238E27FC236}">
                <a16:creationId xmlns:a16="http://schemas.microsoft.com/office/drawing/2014/main" id="{F3CC9E8F-B2F3-120B-4ABE-219B4659714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491110"/>
            <a:ext cx="12192000" cy="4225860"/>
          </a:xfrm>
          <a:prstGeom prst="rect">
            <a:avLst/>
          </a:prstGeom>
        </p:spPr>
      </p:pic>
    </p:spTree>
    <p:extLst>
      <p:ext uri="{BB962C8B-B14F-4D97-AF65-F5344CB8AC3E}">
        <p14:creationId xmlns:p14="http://schemas.microsoft.com/office/powerpoint/2010/main" val="6999081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1" cy="1"/>
          <a:chOff x="0" y="0"/>
          <a:chExt cx="1" cy="1"/>
        </a:xfrm>
      </p:grpSpPr>
      <p:sp>
        <p:nvSpPr>
          <p:cNvPr id="2" name="Title 1"/>
          <p:cNvSpPr>
            <a:spLocks noGrp="1"/>
          </p:cNvSpPr>
          <p:nvPr>
            <p:ph type="title"/>
          </p:nvPr>
        </p:nvSpPr>
        <p:spPr/>
        <p:txBody>
          <a:bodyPr wrap="square" lIns="127000" tIns="63500" rIns="101600" bIns="50800"/>
          <a:lstStyle/>
          <a:p>
            <a:pPr>
              <a:spcAft>
                <a:spcPts val="500"/>
              </a:spcAft>
              <a:defRPr sz="2600" b="1">
                <a:solidFill>
                  <a:srgbClr val="142337"/>
                </a:solidFill>
                <a:latin typeface="Arial"/>
              </a:defRPr>
            </a:pPr>
            <a:r>
              <a:t>Les garde-fous réduisent le risque, sans supprimer les limites</a:t>
            </a:r>
          </a:p>
        </p:txBody>
      </p:sp>
      <p:sp>
        <p:nvSpPr>
          <p:cNvPr id="3" name="Text Placeholder 2"/>
          <p:cNvSpPr>
            <a:spLocks noGrp="1"/>
          </p:cNvSpPr>
          <p:nvPr>
            <p:ph type="body" sz="quarter" idx="10"/>
          </p:nvPr>
        </p:nvSpPr>
        <p:spPr/>
        <p:txBody>
          <a:bodyPr wrap="square" lIns="127000" tIns="63500" rIns="101600" bIns="50800"/>
          <a:lstStyle/>
          <a:p>
            <a:pPr>
              <a:spcAft>
                <a:spcPts val="500"/>
              </a:spcAft>
              <a:defRPr sz="1100" b="0">
                <a:solidFill>
                  <a:srgbClr val="5C6978"/>
                </a:solidFill>
                <a:latin typeface="Arial"/>
              </a:defRPr>
            </a:pPr>
            <a:r>
              <a:t>Le système reste une aide à la décision soumise à validation humaine</a:t>
            </a:r>
          </a:p>
        </p:txBody>
      </p:sp>
      <p:sp>
        <p:nvSpPr>
          <p:cNvPr id="4" name="Content Placeholder 3"/>
          <p:cNvSpPr>
            <a:spLocks noGrp="1"/>
          </p:cNvSpPr>
          <p:nvPr>
            <p:ph idx="12"/>
          </p:nvPr>
        </p:nvSpPr>
        <p:spPr/>
        <p:txBody>
          <a:bodyPr wrap="square"/>
          <a:lstStyle/>
          <a:p>
            <a:pPr>
              <a:spcAft>
                <a:spcPts val="700"/>
              </a:spcAft>
              <a:defRPr sz="1500">
                <a:solidFill>
                  <a:srgbClr val="142337"/>
                </a:solidFill>
                <a:latin typeface="Arial"/>
              </a:defRPr>
            </a:pPr>
            <a:r>
              <a:t>GARDE-FOUS</a:t>
            </a:r>
          </a:p>
          <a:p>
            <a:pPr>
              <a:spcAft>
                <a:spcPts val="700"/>
              </a:spcAft>
              <a:defRPr sz="1500">
                <a:solidFill>
                  <a:srgbClr val="142337"/>
                </a:solidFill>
                <a:latin typeface="Arial"/>
              </a:defRPr>
            </a:pPr>
            <a:r>
              <a:t>Exclusion de la nationalité</a:t>
            </a:r>
          </a:p>
          <a:p>
            <a:pPr>
              <a:spcAft>
                <a:spcPts val="700"/>
              </a:spcAft>
              <a:defRPr sz="1500">
                <a:solidFill>
                  <a:srgbClr val="142337"/>
                </a:solidFill>
                <a:latin typeface="Arial"/>
              </a:defRPr>
            </a:pPr>
            <a:r>
              <a:t>Identifiant technique séparé</a:t>
            </a:r>
          </a:p>
          <a:p>
            <a:pPr>
              <a:spcAft>
                <a:spcPts val="700"/>
              </a:spcAft>
              <a:defRPr sz="1500">
                <a:solidFill>
                  <a:srgbClr val="142337"/>
                </a:solidFill>
                <a:latin typeface="Arial"/>
              </a:defRPr>
            </a:pPr>
            <a:r>
              <a:t>Journalisation des prédictions</a:t>
            </a:r>
          </a:p>
          <a:p>
            <a:pPr>
              <a:spcAft>
                <a:spcPts val="700"/>
              </a:spcAft>
              <a:defRPr sz="1500">
                <a:solidFill>
                  <a:srgbClr val="142337"/>
                </a:solidFill>
                <a:latin typeface="Arial"/>
              </a:defRPr>
            </a:pPr>
            <a:r>
              <a:t>Revue humaine des cas incertains</a:t>
            </a:r>
          </a:p>
          <a:p>
            <a:pPr>
              <a:spcAft>
                <a:spcPts val="700"/>
              </a:spcAft>
              <a:defRPr sz="1500">
                <a:solidFill>
                  <a:srgbClr val="142337"/>
                </a:solidFill>
                <a:latin typeface="Arial"/>
              </a:defRPr>
            </a:pPr>
            <a:r>
              <a:t>Surveillance des proxys et du texte</a:t>
            </a:r>
          </a:p>
        </p:txBody>
      </p:sp>
      <p:sp>
        <p:nvSpPr>
          <p:cNvPr id="5" name="Content Placeholder 4"/>
          <p:cNvSpPr>
            <a:spLocks noGrp="1"/>
          </p:cNvSpPr>
          <p:nvPr>
            <p:ph idx="13"/>
          </p:nvPr>
        </p:nvSpPr>
        <p:spPr/>
        <p:txBody>
          <a:bodyPr wrap="square"/>
          <a:lstStyle/>
          <a:p>
            <a:pPr>
              <a:spcAft>
                <a:spcPts val="700"/>
              </a:spcAft>
              <a:defRPr sz="1500">
                <a:solidFill>
                  <a:srgbClr val="142337"/>
                </a:solidFill>
                <a:latin typeface="Arial"/>
              </a:defRPr>
            </a:pPr>
            <a:r>
              <a:t>LIMITES</a:t>
            </a:r>
          </a:p>
          <a:p>
            <a:pPr>
              <a:spcAft>
                <a:spcPts val="700"/>
              </a:spcAft>
              <a:defRPr sz="1500">
                <a:solidFill>
                  <a:srgbClr val="142337"/>
                </a:solidFill>
                <a:latin typeface="Arial"/>
              </a:defRPr>
            </a:pPr>
            <a:r>
              <a:t>Dataset de taille modérée</a:t>
            </a:r>
          </a:p>
          <a:p>
            <a:pPr>
              <a:spcAft>
                <a:spcPts val="700"/>
              </a:spcAft>
              <a:defRPr sz="1500">
                <a:solidFill>
                  <a:srgbClr val="142337"/>
                </a:solidFill>
                <a:latin typeface="Arial"/>
              </a:defRPr>
            </a:pPr>
            <a:r>
              <a:t>Classe 2 minoritaire</a:t>
            </a:r>
          </a:p>
          <a:p>
            <a:pPr>
              <a:spcAft>
                <a:spcPts val="700"/>
              </a:spcAft>
              <a:defRPr sz="1500">
                <a:solidFill>
                  <a:srgbClr val="142337"/>
                </a:solidFill>
                <a:latin typeface="Arial"/>
              </a:defRPr>
            </a:pPr>
            <a:r>
              <a:t>Faible diversité des textes</a:t>
            </a:r>
          </a:p>
          <a:p>
            <a:pPr>
              <a:spcAft>
                <a:spcPts val="700"/>
              </a:spcAft>
              <a:defRPr sz="1500">
                <a:solidFill>
                  <a:srgbClr val="142337"/>
                </a:solidFill>
                <a:latin typeface="Arial"/>
              </a:defRPr>
            </a:pPr>
            <a:r>
              <a:t>Capacité réelle des conseillers à valider</a:t>
            </a:r>
          </a:p>
          <a:p>
            <a:pPr>
              <a:spcAft>
                <a:spcPts val="700"/>
              </a:spcAft>
              <a:defRPr sz="1500">
                <a:solidFill>
                  <a:srgbClr val="142337"/>
                </a:solidFill>
                <a:latin typeface="Arial"/>
              </a:defRPr>
            </a:pPr>
            <a:r>
              <a:t>Sécurité API à durcir</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1" cy="1"/>
          <a:chOff x="0" y="0"/>
          <a:chExt cx="1" cy="1"/>
        </a:xfrm>
      </p:grpSpPr>
      <p:sp>
        <p:nvSpPr>
          <p:cNvPr id="2" name="Title 1"/>
          <p:cNvSpPr>
            <a:spLocks noGrp="1"/>
          </p:cNvSpPr>
          <p:nvPr>
            <p:ph type="title"/>
          </p:nvPr>
        </p:nvSpPr>
        <p:spPr/>
        <p:txBody>
          <a:bodyPr wrap="square" lIns="127000" tIns="63500" rIns="101600" bIns="50800"/>
          <a:lstStyle/>
          <a:p>
            <a:r>
              <a:t>Du prototype local à la cible SI</a:t>
            </a:r>
          </a:p>
        </p:txBody>
      </p:sp>
      <p:sp>
        <p:nvSpPr>
          <p:cNvPr id="3" name="Text Placeholder 2"/>
          <p:cNvSpPr>
            <a:spLocks noGrp="1"/>
          </p:cNvSpPr>
          <p:nvPr>
            <p:ph type="body" sz="quarter" idx="10"/>
          </p:nvPr>
        </p:nvSpPr>
        <p:spPr/>
        <p:txBody>
          <a:bodyPr wrap="square" lIns="127000" tIns="63500" rIns="101600" bIns="50800"/>
          <a:lstStyle/>
          <a:p>
            <a:r>
              <a:t>Distinguer ce qui est démontré de ce qui reste à arbitrer avant un usage réel</a:t>
            </a:r>
          </a:p>
        </p:txBody>
      </p:sp>
      <p:sp>
        <p:nvSpPr>
          <p:cNvPr id="6" name="Rounded Rectangle 5"/>
          <p:cNvSpPr/>
          <p:nvPr/>
        </p:nvSpPr>
        <p:spPr>
          <a:xfrm>
            <a:off x="411480" y="1965960"/>
            <a:ext cx="1600200" cy="822960"/>
          </a:xfrm>
          <a:prstGeom prst="roundRect">
            <a:avLst/>
          </a:prstGeom>
          <a:solidFill>
            <a:srgbClr val="0070E6"/>
          </a:solidFill>
          <a:ln w="12700">
            <a:solidFill>
              <a:srgbClr val="007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rial"/>
              </a:rPr>
              <a:t>Application
conseiller</a:t>
            </a:r>
          </a:p>
        </p:txBody>
      </p:sp>
      <p:sp>
        <p:nvSpPr>
          <p:cNvPr id="7" name="Rounded Rectangle 6"/>
          <p:cNvSpPr/>
          <p:nvPr/>
        </p:nvSpPr>
        <p:spPr>
          <a:xfrm>
            <a:off x="2514600" y="1965960"/>
            <a:ext cx="1600200" cy="822960"/>
          </a:xfrm>
          <a:prstGeom prst="roundRect">
            <a:avLst/>
          </a:prstGeom>
          <a:solidFill>
            <a:srgbClr val="00125B"/>
          </a:solidFill>
          <a:ln w="12700">
            <a:solidFill>
              <a:srgbClr val="00125B"/>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rial"/>
              </a:rPr>
              <a:t>Référentiel
usagers</a:t>
            </a:r>
          </a:p>
        </p:txBody>
      </p:sp>
      <p:sp>
        <p:nvSpPr>
          <p:cNvPr id="8" name="Rounded Rectangle 7"/>
          <p:cNvSpPr/>
          <p:nvPr/>
        </p:nvSpPr>
        <p:spPr>
          <a:xfrm>
            <a:off x="4617720" y="1965960"/>
            <a:ext cx="1600200" cy="822960"/>
          </a:xfrm>
          <a:prstGeom prst="roundRect">
            <a:avLst/>
          </a:prstGeom>
          <a:solidFill>
            <a:srgbClr val="37BEEB"/>
          </a:solidFill>
          <a:ln w="12700">
            <a:solidFill>
              <a:srgbClr val="37BEEB"/>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rial"/>
              </a:rPr>
              <a:t>Données
minimisées</a:t>
            </a:r>
          </a:p>
        </p:txBody>
      </p:sp>
      <p:sp>
        <p:nvSpPr>
          <p:cNvPr id="9" name="Rounded Rectangle 8"/>
          <p:cNvSpPr/>
          <p:nvPr/>
        </p:nvSpPr>
        <p:spPr>
          <a:xfrm>
            <a:off x="6720840" y="1965960"/>
            <a:ext cx="1600200" cy="822960"/>
          </a:xfrm>
          <a:prstGeom prst="roundRect">
            <a:avLst/>
          </a:prstGeom>
          <a:solidFill>
            <a:srgbClr val="6548AA"/>
          </a:solidFill>
          <a:ln w="12700">
            <a:solidFill>
              <a:srgbClr val="6548A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rial"/>
              </a:rPr>
              <a:t>API de
prédiction</a:t>
            </a:r>
          </a:p>
        </p:txBody>
      </p:sp>
      <p:sp>
        <p:nvSpPr>
          <p:cNvPr id="10" name="Rounded Rectangle 9"/>
          <p:cNvSpPr/>
          <p:nvPr/>
        </p:nvSpPr>
        <p:spPr>
          <a:xfrm>
            <a:off x="8823960" y="1965960"/>
            <a:ext cx="1600200" cy="822960"/>
          </a:xfrm>
          <a:prstGeom prst="roundRect">
            <a:avLst/>
          </a:prstGeom>
          <a:solidFill>
            <a:srgbClr val="23925B"/>
          </a:solidFill>
          <a:ln w="12700">
            <a:solidFill>
              <a:srgbClr val="23925B"/>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rial"/>
              </a:rPr>
              <a:t>Réponse +
traçabilité</a:t>
            </a:r>
          </a:p>
        </p:txBody>
      </p:sp>
      <p:cxnSp>
        <p:nvCxnSpPr>
          <p:cNvPr id="11" name="Connector 10"/>
          <p:cNvCxnSpPr/>
          <p:nvPr/>
        </p:nvCxnSpPr>
        <p:spPr>
          <a:xfrm>
            <a:off x="2029968" y="2377440"/>
            <a:ext cx="438912" cy="1"/>
          </a:xfrm>
          <a:prstGeom prst="line">
            <a:avLst/>
          </a:prstGeom>
          <a:ln w="25400">
            <a:solidFill>
              <a:srgbClr val="5C6974"/>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133087" y="2377440"/>
            <a:ext cx="438913" cy="1"/>
          </a:xfrm>
          <a:prstGeom prst="line">
            <a:avLst/>
          </a:prstGeom>
          <a:ln w="25400">
            <a:solidFill>
              <a:srgbClr val="5C6974"/>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236208" y="2377440"/>
            <a:ext cx="438912" cy="1"/>
          </a:xfrm>
          <a:prstGeom prst="line">
            <a:avLst/>
          </a:prstGeom>
          <a:ln w="25400">
            <a:solidFill>
              <a:srgbClr val="5C6974"/>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8339327" y="2377440"/>
            <a:ext cx="438913" cy="1"/>
          </a:xfrm>
          <a:prstGeom prst="line">
            <a:avLst/>
          </a:prstGeom>
          <a:ln w="25400">
            <a:solidFill>
              <a:srgbClr val="5C6974"/>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823960" y="3154680"/>
            <a:ext cx="1600200" cy="658368"/>
          </a:xfrm>
          <a:prstGeom prst="roundRect">
            <a:avLst/>
          </a:prstGeom>
          <a:solidFill>
            <a:srgbClr val="FFF7ED"/>
          </a:solidFill>
          <a:ln w="12700">
            <a:solidFill>
              <a:srgbClr val="F17E2F"/>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1C2530"/>
                </a:solidFill>
                <a:latin typeface="Arial"/>
              </a:rPr>
              <a:t>Feedback</a:t>
            </a:r>
          </a:p>
        </p:txBody>
      </p:sp>
      <p:sp>
        <p:nvSpPr>
          <p:cNvPr id="16" name="Rounded Rectangle 15"/>
          <p:cNvSpPr/>
          <p:nvPr/>
        </p:nvSpPr>
        <p:spPr>
          <a:xfrm>
            <a:off x="6720840" y="3154680"/>
            <a:ext cx="1600200" cy="658368"/>
          </a:xfrm>
          <a:prstGeom prst="roundRect">
            <a:avLst/>
          </a:prstGeom>
          <a:solidFill>
            <a:srgbClr val="F3F7FF"/>
          </a:solidFill>
          <a:ln w="12700">
            <a:solidFill>
              <a:srgbClr val="007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1C2530"/>
                </a:solidFill>
                <a:latin typeface="Arial"/>
              </a:rPr>
              <a:t>Monitoring</a:t>
            </a:r>
          </a:p>
        </p:txBody>
      </p:sp>
      <p:cxnSp>
        <p:nvCxnSpPr>
          <p:cNvPr id="17" name="Connector 16"/>
          <p:cNvCxnSpPr/>
          <p:nvPr/>
        </p:nvCxnSpPr>
        <p:spPr>
          <a:xfrm>
            <a:off x="9619488" y="2788920"/>
            <a:ext cx="1" cy="365760"/>
          </a:xfrm>
          <a:prstGeom prst="line">
            <a:avLst/>
          </a:prstGeom>
          <a:ln w="25400">
            <a:solidFill>
              <a:srgbClr val="F17E2F"/>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8321040" y="3483864"/>
            <a:ext cx="502920" cy="1"/>
          </a:xfrm>
          <a:prstGeom prst="line">
            <a:avLst/>
          </a:prstGeom>
          <a:ln w="25400">
            <a:solidFill>
              <a:srgbClr val="5C6974"/>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02920" y="4251960"/>
            <a:ext cx="3429000" cy="1051560"/>
          </a:xfrm>
          <a:prstGeom prst="roundRect">
            <a:avLst/>
          </a:prstGeom>
          <a:solidFill>
            <a:srgbClr val="F3F7FA"/>
          </a:solidFill>
          <a:ln w="12700">
            <a:solidFill>
              <a:srgbClr val="007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00125B"/>
                </a:solidFill>
                <a:latin typeface="Arial"/>
              </a:rPr>
              <a:t>Hébergement
On-premise ou cloud souverain
→ option à arbitrer</a:t>
            </a:r>
          </a:p>
        </p:txBody>
      </p:sp>
      <p:sp>
        <p:nvSpPr>
          <p:cNvPr id="20" name="Rounded Rectangle 19"/>
          <p:cNvSpPr/>
          <p:nvPr/>
        </p:nvSpPr>
        <p:spPr>
          <a:xfrm>
            <a:off x="4370832" y="4251960"/>
            <a:ext cx="3429000" cy="1051560"/>
          </a:xfrm>
          <a:prstGeom prst="roundRect">
            <a:avLst/>
          </a:prstGeom>
          <a:solidFill>
            <a:srgbClr val="F3F7FA"/>
          </a:solidFill>
          <a:ln w="12700">
            <a:solidFill>
              <a:srgbClr val="007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00125B"/>
                </a:solidFill>
                <a:latin typeface="Arial"/>
              </a:rPr>
              <a:t>Performance de service
Latence cible à mesurer
→ charge et réseau à tester</a:t>
            </a:r>
          </a:p>
        </p:txBody>
      </p:sp>
      <p:sp>
        <p:nvSpPr>
          <p:cNvPr id="21" name="Rounded Rectangle 20"/>
          <p:cNvSpPr/>
          <p:nvPr/>
        </p:nvSpPr>
        <p:spPr>
          <a:xfrm>
            <a:off x="8229600" y="4251960"/>
            <a:ext cx="3429000" cy="1051560"/>
          </a:xfrm>
          <a:prstGeom prst="roundRect">
            <a:avLst/>
          </a:prstGeom>
          <a:solidFill>
            <a:srgbClr val="F3F7FA"/>
          </a:solidFill>
          <a:ln w="12700">
            <a:solidFill>
              <a:srgbClr val="007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00125B"/>
                </a:solidFill>
                <a:latin typeface="Arial"/>
              </a:rPr>
              <a:t>Ressources
CPU / RAM = estimations
→ dimensionnement à justifier</a:t>
            </a:r>
          </a:p>
        </p:txBody>
      </p:sp>
      <p:sp>
        <p:nvSpPr>
          <p:cNvPr id="22" name="Rounded Rectangle 21"/>
          <p:cNvSpPr/>
          <p:nvPr/>
        </p:nvSpPr>
        <p:spPr>
          <a:xfrm>
            <a:off x="685800" y="5532120"/>
            <a:ext cx="10835640" cy="438912"/>
          </a:xfrm>
          <a:prstGeom prst="roundRect">
            <a:avLst/>
          </a:prstGeom>
          <a:solidFill>
            <a:srgbClr val="00125B"/>
          </a:solidFill>
          <a:ln w="12700">
            <a:solidFill>
              <a:srgbClr val="00125B"/>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latin typeface="Arial"/>
              </a:rPr>
              <a:t>Déjà démontré : API, UI, traçabilité, monitoring local. À valider : intégration au SI, sécurité, hébergement, latence et capacité.</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1" cy="1"/>
          <a:chOff x="0" y="0"/>
          <a:chExt cx="1" cy="1"/>
        </a:xfrm>
      </p:grpSpPr>
      <p:sp>
        <p:nvSpPr>
          <p:cNvPr id="2" name="Title 1"/>
          <p:cNvSpPr>
            <a:spLocks noGrp="1"/>
          </p:cNvSpPr>
          <p:nvPr>
            <p:ph type="title"/>
          </p:nvPr>
        </p:nvSpPr>
        <p:spPr/>
        <p:txBody>
          <a:bodyPr wrap="square" lIns="127000" tIns="63500" rIns="101600" bIns="50800"/>
          <a:lstStyle/>
          <a:p>
            <a:r>
              <a:rPr sz="2200" b="1" dirty="0"/>
              <a:t>S2 + escalade humaine : le choix </a:t>
            </a:r>
            <a:r>
              <a:rPr sz="2200" b="1" dirty="0" err="1"/>
              <a:t>responsable</a:t>
            </a:r>
            <a:r>
              <a:rPr sz="2200" b="1" dirty="0"/>
              <a:t> à confirmer </a:t>
            </a:r>
            <a:r>
              <a:rPr sz="2200" b="1" dirty="0" err="1"/>
              <a:t>en</a:t>
            </a:r>
            <a:r>
              <a:rPr sz="2200" b="1" dirty="0"/>
              <a:t> conditions </a:t>
            </a:r>
            <a:r>
              <a:rPr sz="2200" b="1" dirty="0" err="1"/>
              <a:t>réelles</a:t>
            </a:r>
            <a:endParaRPr sz="2200" b="1" dirty="0"/>
          </a:p>
        </p:txBody>
      </p:sp>
      <p:sp>
        <p:nvSpPr>
          <p:cNvPr id="3" name="Rounded Rectangle 2"/>
          <p:cNvSpPr/>
          <p:nvPr/>
        </p:nvSpPr>
        <p:spPr>
          <a:xfrm>
            <a:off x="1143000" y="1828800"/>
            <a:ext cx="9784080" cy="914400"/>
          </a:xfrm>
          <a:prstGeom prst="roundRect">
            <a:avLst/>
          </a:prstGeom>
          <a:solidFill>
            <a:srgbClr val="005FB8"/>
          </a:solidFill>
          <a:ln>
            <a:solidFill>
              <a:srgbClr val="005FB8"/>
            </a:solidFill>
          </a:ln>
        </p:spPr>
        <p:style>
          <a:lnRef idx="1">
            <a:schemeClr val="accent1"/>
          </a:lnRef>
          <a:fillRef idx="3">
            <a:schemeClr val="accent1"/>
          </a:fillRef>
          <a:effectRef idx="2">
            <a:schemeClr val="accent1"/>
          </a:effectRef>
          <a:fontRef idx="minor">
            <a:schemeClr val="lt1"/>
          </a:fontRef>
        </p:style>
        <p:txBody>
          <a:bodyPr wrap="square" rtlCol="0" anchor="ctr"/>
          <a:lstStyle/>
          <a:p>
            <a:r>
              <a:rPr sz="1600" b="1"/>
              <a:t>CHOIX</a:t>
            </a:r>
          </a:p>
          <a:p>
            <a:r>
              <a:rPr sz="1600" b="1"/>
              <a:t>S2 sans variable sensible directe, avec règle de revue humaine.</a:t>
            </a:r>
          </a:p>
        </p:txBody>
      </p:sp>
      <p:sp>
        <p:nvSpPr>
          <p:cNvPr id="4" name="Rounded Rectangle 3"/>
          <p:cNvSpPr/>
          <p:nvPr/>
        </p:nvSpPr>
        <p:spPr>
          <a:xfrm>
            <a:off x="2057400" y="3154680"/>
            <a:ext cx="7955279" cy="685800"/>
          </a:xfrm>
          <a:prstGeom prst="roundRect">
            <a:avLst/>
          </a:prstGeom>
          <a:solidFill>
            <a:srgbClr val="EBF5FB"/>
          </a:solidFill>
          <a:ln>
            <a:solidFill>
              <a:srgbClr val="00AEEF"/>
            </a:solidFill>
          </a:ln>
        </p:spPr>
        <p:style>
          <a:lnRef idx="1">
            <a:schemeClr val="accent1"/>
          </a:lnRef>
          <a:fillRef idx="3">
            <a:schemeClr val="accent1"/>
          </a:fillRef>
          <a:effectRef idx="2">
            <a:schemeClr val="accent1"/>
          </a:effectRef>
          <a:fontRef idx="minor">
            <a:schemeClr val="lt1"/>
          </a:fontRef>
        </p:style>
        <p:txBody>
          <a:bodyPr wrap="square" rtlCol="0" anchor="ctr"/>
          <a:lstStyle/>
          <a:p>
            <a:r>
              <a:rPr sz="1600" b="1"/>
              <a:t>POURQUOI</a:t>
            </a:r>
          </a:p>
          <a:p>
            <a:r>
              <a:rPr sz="1600" b="1"/>
              <a:t>Un coût de performance mesuré pour un compromis plus défendable.</a:t>
            </a:r>
          </a:p>
        </p:txBody>
      </p:sp>
      <p:sp>
        <p:nvSpPr>
          <p:cNvPr id="5" name="Rounded Rectangle 4"/>
          <p:cNvSpPr/>
          <p:nvPr/>
        </p:nvSpPr>
        <p:spPr>
          <a:xfrm>
            <a:off x="4251960" y="4709160"/>
            <a:ext cx="3657600" cy="59436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wrap="square" rtlCol="0" anchor="ctr"/>
          <a:lstStyle/>
          <a:p>
            <a:r>
              <a:rPr sz="1600" b="1"/>
              <a:t>À VALIDER</a:t>
            </a:r>
          </a:p>
          <a:p>
            <a:r>
              <a:rPr sz="1600" b="1"/>
              <a:t>Capacité de revue ≈ 40 %, absence de proxys, intégration SI et exploitation.</a:t>
            </a:r>
          </a:p>
        </p:txBody>
      </p:sp>
    </p:spTree>
  </p:cSld>
  <p:clrMapOvr>
    <a:masterClrMapping/>
  </p:clrMapOvr>
</p:sld>
</file>

<file path=ppt/theme/theme1.xml><?xml version="1.0" encoding="utf-8"?>
<a:theme xmlns:a="http://schemas.openxmlformats.org/drawingml/2006/main" name="White background">
  <a:themeElements>
    <a:clrScheme name="New Atos">
      <a:dk1>
        <a:sysClr val="windowText" lastClr="000000"/>
      </a:dk1>
      <a:lt1>
        <a:sysClr val="window" lastClr="FFFFFF"/>
      </a:lt1>
      <a:dk2>
        <a:srgbClr val="000000"/>
      </a:dk2>
      <a:lt2>
        <a:srgbClr val="FFFFFF"/>
      </a:lt2>
      <a:accent1>
        <a:srgbClr val="0073E6"/>
      </a:accent1>
      <a:accent2>
        <a:srgbClr val="3DC7FF"/>
      </a:accent2>
      <a:accent3>
        <a:srgbClr val="00005C"/>
      </a:accent3>
      <a:accent4>
        <a:srgbClr val="EF5E82"/>
      </a:accent4>
      <a:accent5>
        <a:srgbClr val="4AA82D"/>
      </a:accent5>
      <a:accent6>
        <a:srgbClr val="663894"/>
      </a:accent6>
      <a:hlink>
        <a:srgbClr val="00005C"/>
      </a:hlink>
      <a:folHlink>
        <a:srgbClr val="00005C"/>
      </a:folHlink>
    </a:clrScheme>
    <a:fontScheme name="New Atos">
      <a:majorFont>
        <a:latin typeface="Biennale Bold"/>
        <a:ea typeface=""/>
        <a:cs typeface=""/>
      </a:majorFont>
      <a:minorFont>
        <a:latin typeface="Biennal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rtlCol="0">
        <a:noAutofit/>
      </a:bodyPr>
      <a:lstStyle>
        <a:defPPr algn="l">
          <a:defRPr dirty="0" err="1" smtClean="0">
            <a:solidFill>
              <a:schemeClr val="accent3"/>
            </a:solidFill>
          </a:defRPr>
        </a:defPPr>
      </a:lstStyle>
    </a:txDef>
  </a:objectDefaults>
  <a:extraClrSchemeLst/>
  <a:custClrLst>
    <a:custClr name="Atos Blue">
      <a:srgbClr val="0073E6"/>
    </a:custClr>
    <a:custClr name="Atos Light blue">
      <a:srgbClr val="3DC7FF"/>
    </a:custClr>
    <a:custClr name="Atos Deep blue">
      <a:srgbClr val="00005C"/>
    </a:custClr>
    <a:custClr name="Atos Pink">
      <a:srgbClr val="EF5E82"/>
    </a:custClr>
    <a:custClr name="Atos Green">
      <a:srgbClr val="4AA82D"/>
    </a:custClr>
    <a:custClr name="Atos Purple">
      <a:srgbClr val="663894"/>
    </a:custClr>
    <a:custClr name="Atos Orange">
      <a:srgbClr val="F56A00"/>
    </a:custClr>
  </a:custClrLst>
  <a:extLst>
    <a:ext uri="{05A4C25C-085E-4340-85A3-A5531E510DB2}">
      <thm15:themeFamily xmlns:thm15="http://schemas.microsoft.com/office/thememl/2012/main" name="Atos - for internal use" id="{3B3A3B2C-1E1C-4D91-A332-A25A85DD6C22}" vid="{4C1739FA-EE10-4216-BA2C-92595F650FB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844C1A6680E41A4781F62CC101B3C49A" ma:contentTypeVersion="6" ma:contentTypeDescription="Create a new document." ma:contentTypeScope="" ma:versionID="1fca24d0af956cb6111ea2aa2c9cbd9d">
  <xsd:schema xmlns:xsd="http://www.w3.org/2001/XMLSchema" xmlns:xs="http://www.w3.org/2001/XMLSchema" xmlns:p="http://schemas.microsoft.com/office/2006/metadata/properties" xmlns:ns2="7346e314-1113-4693-bfa8-aa1e3a055fba" xmlns:ns3="4f6e62a9-eef7-483a-b511-db9ffe238984" targetNamespace="http://schemas.microsoft.com/office/2006/metadata/properties" ma:root="true" ma:fieldsID="f2a39d9c048f409ff061f494c6a3f476" ns2:_="" ns3:_="">
    <xsd:import namespace="7346e314-1113-4693-bfa8-aa1e3a055fba"/>
    <xsd:import namespace="4f6e62a9-eef7-483a-b511-db9ffe238984"/>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346e314-1113-4693-bfa8-aa1e3a055fb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f6e62a9-eef7-483a-b511-db9ffe238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BDB615C0-8708-4DB2-BAE1-29973200EB52}">
  <ds:schemaRefs>
    <ds:schemaRef ds:uri="http://schemas.microsoft.com/office/2006/documentManagement/types"/>
    <ds:schemaRef ds:uri="http://purl.org/dc/dcmitype/"/>
    <ds:schemaRef ds:uri="http://schemas.microsoft.com/office/2006/metadata/properties"/>
    <ds:schemaRef ds:uri="7346e314-1113-4693-bfa8-aa1e3a055fba"/>
    <ds:schemaRef ds:uri="http://purl.org/dc/elements/1.1/"/>
    <ds:schemaRef ds:uri="http://schemas.microsoft.com/office/infopath/2007/PartnerControls"/>
    <ds:schemaRef ds:uri="http://purl.org/dc/terms/"/>
    <ds:schemaRef ds:uri="http://schemas.openxmlformats.org/package/2006/metadata/core-properties"/>
    <ds:schemaRef ds:uri="4f6e62a9-eef7-483a-b511-db9ffe238984"/>
    <ds:schemaRef ds:uri="http://www.w3.org/XML/1998/namespace"/>
  </ds:schemaRefs>
</ds:datastoreItem>
</file>

<file path=customXml/itemProps2.xml><?xml version="1.0" encoding="utf-8"?>
<ds:datastoreItem xmlns:ds="http://schemas.openxmlformats.org/officeDocument/2006/customXml" ds:itemID="{5C4F2FBD-A563-4198-9C8A-256BC3F3AEF2}">
  <ds:schemaRefs>
    <ds:schemaRef ds:uri="http://schemas.microsoft.com/sharepoint/v3/contenttype/forms"/>
  </ds:schemaRefs>
</ds:datastoreItem>
</file>

<file path=customXml/itemProps3.xml><?xml version="1.0" encoding="utf-8"?>
<ds:datastoreItem xmlns:ds="http://schemas.openxmlformats.org/officeDocument/2006/customXml" ds:itemID="{A7B42A4F-6068-4438-A44C-29347D310AFB}">
  <ds:schemaRefs>
    <ds:schemaRef ds:uri="4f6e62a9-eef7-483a-b511-db9ffe238984"/>
    <ds:schemaRef ds:uri="7346e314-1113-4693-bfa8-aa1e3a055fb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Atos - for internal use</Template>
  <TotalTime>10943</TotalTime>
  <Words>1650</Words>
  <Application>Microsoft Office PowerPoint</Application>
  <PresentationFormat>Grand écran</PresentationFormat>
  <Paragraphs>252</Paragraphs>
  <Slides>23</Slides>
  <Notes>10</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23</vt:i4>
      </vt:variant>
    </vt:vector>
  </HeadingPairs>
  <TitlesOfParts>
    <vt:vector size="28" baseType="lpstr">
      <vt:lpstr>Biennale Bold</vt:lpstr>
      <vt:lpstr>Calibri</vt:lpstr>
      <vt:lpstr>Arial</vt:lpstr>
      <vt:lpstr>Biennale</vt:lpstr>
      <vt:lpstr>White background</vt:lpstr>
      <vt:lpstr>Classification multimodale</vt:lpstr>
      <vt:lpstr>Le problème métier</vt:lpstr>
      <vt:lpstr>Les données combinent tabulaire, texte et variable sensible</vt:lpstr>
      <vt:lpstr>L’EDA révèle le déséquilibre et les risques de biais</vt:lpstr>
      <vt:lpstr>Le protocole OOF limite la fuite, avec une réserve explicitée</vt:lpstr>
      <vt:lpstr>Quatre scénarios séparent performance et conformité</vt:lpstr>
      <vt:lpstr>Une grille de métriques relie score, risque et exploitabilité</vt:lpstr>
      <vt:lpstr>S2 n’est pas le score maximal, mais le compromis retenu</vt:lpstr>
      <vt:lpstr>Le prix de la décision éthique est mesuré et assumé</vt:lpstr>
      <vt:lpstr>La politique d’escalade est une règle OU</vt:lpstr>
      <vt:lpstr>Le seuil réduit le risque, sous contrainte de capacité</vt:lpstr>
      <vt:lpstr>Je choisis S2 : un coût connu, une variable sensible directe exclue</vt:lpstr>
      <vt:lpstr>L’API transforme le pipeline en contrat de service</vt:lpstr>
      <vt:lpstr>L’interface rend l’incertitude visible au conseiller</vt:lpstr>
      <vt:lpstr>L’architecture relie usage, observation et réversibilité</vt:lpstr>
      <vt:lpstr>Le monitoring distingue santé du service et comportement du modèle</vt:lpstr>
      <vt:lpstr>MLflow permet de reconstruire l’histoire d’un modèle</vt:lpstr>
      <vt:lpstr>La boucle d’amélioration apprend du terrain sans remplacement inconditionnel</vt:lpstr>
      <vt:lpstr>Docker</vt:lpstr>
      <vt:lpstr>CI/CD</vt:lpstr>
      <vt:lpstr>Les garde-fous réduisent le risque, sans supprimer les limites</vt:lpstr>
      <vt:lpstr>Du prototype local à la cible SI</vt:lpstr>
      <vt:lpstr>S2 + escalade humaine : le choix responsable à confirmer en conditions réelles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Théo Capitaine</dc:creator>
  <cp:lastModifiedBy>Théo Capitaine</cp:lastModifiedBy>
  <cp:revision>20</cp:revision>
  <dcterms:created xsi:type="dcterms:W3CDTF">2026-10-12T12:11:07Z</dcterms:created>
  <dcterms:modified xsi:type="dcterms:W3CDTF">2026-10-12T13:55:58Z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um">
    <vt:lpwstr>dd/mm/yyyy</vt:lpwstr>
  </property>
  <property fmtid="{D5CDD505-2E9C-101B-9397-08002B2CF9AE}" pid="3" name="Author">
    <vt:lpwstr>Classification multimodale | Certification CISIA</vt:lpwstr>
  </property>
  <property fmtid="{D5CDD505-2E9C-101B-9397-08002B2CF9AE}" pid="4" name="Classification">
    <vt:lpwstr>© Atos - for internal use</vt:lpwstr>
  </property>
  <property fmtid="{D5CDD505-2E9C-101B-9397-08002B2CF9AE}" pid="5" name="ContentTypeId">
    <vt:lpwstr>0x010100844C1A6680E41A4781F62CC101B3C49A</vt:lpwstr>
  </property>
  <property fmtid="{D5CDD505-2E9C-101B-9397-08002B2CF9AE}" pid="6" name="MSIP_Label_e463cba9-5f6c-478d-9329-7b2295e4e8ed_Enabled">
    <vt:lpwstr>true</vt:lpwstr>
  </property>
  <property fmtid="{D5CDD505-2E9C-101B-9397-08002B2CF9AE}" pid="7" name="MSIP_Label_e463cba9-5f6c-478d-9329-7b2295e4e8ed_SetDate">
    <vt:lpwstr>2026-10-04T12:22:33Z</vt:lpwstr>
  </property>
  <property fmtid="{D5CDD505-2E9C-101B-9397-08002B2CF9AE}" pid="8" name="MSIP_Label_e463cba9-5f6c-478d-9329-7b2295e4e8ed_Method">
    <vt:lpwstr>Privileged</vt:lpwstr>
  </property>
  <property fmtid="{D5CDD505-2E9C-101B-9397-08002B2CF9AE}" pid="9" name="MSIP_Label_e463cba9-5f6c-478d-9329-7b2295e4e8ed_Name">
    <vt:lpwstr>All Employees_2</vt:lpwstr>
  </property>
  <property fmtid="{D5CDD505-2E9C-101B-9397-08002B2CF9AE}" pid="10" name="MSIP_Label_e463cba9-5f6c-478d-9329-7b2295e4e8ed_SiteId">
    <vt:lpwstr>33440fc6-b7c7-412c-bb73-0e70b0198d5a</vt:lpwstr>
  </property>
  <property fmtid="{D5CDD505-2E9C-101B-9397-08002B2CF9AE}" pid="11" name="MSIP_Label_e463cba9-5f6c-478d-9329-7b2295e4e8ed_ActionId">
    <vt:lpwstr>f3077d30-5bbd-4ea4-90f4-d1428cae596c</vt:lpwstr>
  </property>
  <property fmtid="{D5CDD505-2E9C-101B-9397-08002B2CF9AE}" pid="12" name="MSIP_Label_e463cba9-5f6c-478d-9329-7b2295e4e8ed_ContentBits">
    <vt:lpwstr>0</vt:lpwstr>
  </property>
</Properties>
</file>